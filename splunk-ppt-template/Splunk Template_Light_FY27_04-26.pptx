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034" r:id="rId4"/>
  </p:sldMasterIdLst>
  <p:notesMasterIdLst>
    <p:notesMasterId r:id="rId50"/>
  </p:notesMasterIdLst>
  <p:sldIdLst>
    <p:sldId id="2147482429" r:id="rId5"/>
    <p:sldId id="2147482538" r:id="rId6"/>
    <p:sldId id="2147482708" r:id="rId7"/>
    <p:sldId id="2147482709" r:id="rId8"/>
    <p:sldId id="2147482713" r:id="rId9"/>
    <p:sldId id="2147482695" r:id="rId10"/>
    <p:sldId id="2147482714" r:id="rId11"/>
    <p:sldId id="2147482699" r:id="rId12"/>
    <p:sldId id="2147482712" r:id="rId13"/>
    <p:sldId id="2147482710" r:id="rId14"/>
    <p:sldId id="2147482701" r:id="rId15"/>
    <p:sldId id="2147482422" r:id="rId16"/>
    <p:sldId id="2147482684" r:id="rId17"/>
    <p:sldId id="2147482685" r:id="rId18"/>
    <p:sldId id="2147482689" r:id="rId19"/>
    <p:sldId id="2147482690" r:id="rId20"/>
    <p:sldId id="2147482687" r:id="rId21"/>
    <p:sldId id="2147482691" r:id="rId22"/>
    <p:sldId id="2147482524" r:id="rId23"/>
    <p:sldId id="2147482477" r:id="rId24"/>
    <p:sldId id="2147482717" r:id="rId25"/>
    <p:sldId id="2147482716" r:id="rId26"/>
    <p:sldId id="2147482590" r:id="rId27"/>
    <p:sldId id="2147482593" r:id="rId28"/>
    <p:sldId id="2147482481" r:id="rId29"/>
    <p:sldId id="2147482483" r:id="rId30"/>
    <p:sldId id="2147482445" r:id="rId31"/>
    <p:sldId id="2147482446" r:id="rId32"/>
    <p:sldId id="2147482598" r:id="rId33"/>
    <p:sldId id="2147482447" r:id="rId34"/>
    <p:sldId id="2147482513" r:id="rId35"/>
    <p:sldId id="2147482472" r:id="rId36"/>
    <p:sldId id="2147482451" r:id="rId37"/>
    <p:sldId id="2147482441" r:id="rId38"/>
    <p:sldId id="2147482442" r:id="rId39"/>
    <p:sldId id="2147482468" r:id="rId40"/>
    <p:sldId id="2147482473" r:id="rId41"/>
    <p:sldId id="2147482494" r:id="rId42"/>
    <p:sldId id="2147482497" r:id="rId43"/>
    <p:sldId id="2147482456" r:id="rId44"/>
    <p:sldId id="2147482488" r:id="rId45"/>
    <p:sldId id="2147482499" r:id="rId46"/>
    <p:sldId id="2147482715" r:id="rId47"/>
    <p:sldId id="2147482707" r:id="rId48"/>
    <p:sldId id="2147482582" r:id="rId49"/>
  </p:sldIdLst>
  <p:sldSz cx="12192000" cy="6858000"/>
  <p:notesSz cx="6858000" cy="9144000"/>
  <p:embeddedFontLst>
    <p:embeddedFont>
      <p:font typeface="CiscoSansTT" panose="020B0503020201020303" pitchFamily="34" charset="0"/>
      <p:regular r:id="rId51"/>
      <p:bold r:id="rId52"/>
      <p:italic r:id="rId53"/>
      <p:boldItalic r:id="rId54"/>
    </p:embeddedFont>
    <p:embeddedFont>
      <p:font typeface="CiscoSansTT Light" panose="020B0503020201020303" pitchFamily="34" charset="0"/>
      <p:regular r:id="rId55"/>
      <p:italic r:id="rId56"/>
    </p:embeddedFont>
    <p:embeddedFont>
      <p:font typeface="Inter" panose="02000503000000020004" pitchFamily="2" charset="0"/>
      <p:regular r:id="rId57"/>
      <p:bold r:id="rId58"/>
      <p:italic r:id="rId59"/>
      <p:boldItalic r:id="rId60"/>
    </p:embeddedFont>
    <p:embeddedFont>
      <p:font typeface="Inter Light" panose="02000403000000020004" pitchFamily="2" charset="0"/>
      <p:regular r:id="rId61"/>
      <p:italic r:id="rId62"/>
    </p:embeddedFont>
    <p:embeddedFont>
      <p:font typeface="Inter SemiBold" panose="02000503000000020004" pitchFamily="2" charset="0"/>
      <p:regular r:id="rId63"/>
      <p:bold r:id="rId64"/>
      <p:italic r:id="rId65"/>
      <p:boldItalic r:id="rId66"/>
    </p:embeddedFont>
    <p:embeddedFont>
      <p:font typeface="MS PGothic" panose="020B0600070205080204" pitchFamily="34" charset="-128"/>
      <p:regular r:id="rId67"/>
    </p:embeddedFont>
    <p:embeddedFont>
      <p:font typeface="Splunk Data Sans Pro" panose="020B0504030202020204" pitchFamily="34" charset="0"/>
      <p:regular r:id="rId68"/>
      <p:bold r:id="rId69"/>
      <p:italic r:id="rId70"/>
      <p:boldItalic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Overview" id="{5C5C5A04-3B4F-46A7-98EA-FAD3CC0CE883}">
          <p14:sldIdLst>
            <p14:sldId id="2147482429"/>
            <p14:sldId id="2147482538"/>
            <p14:sldId id="2147482708"/>
            <p14:sldId id="2147482709"/>
            <p14:sldId id="2147482713"/>
            <p14:sldId id="2147482695"/>
            <p14:sldId id="2147482714"/>
            <p14:sldId id="2147482699"/>
            <p14:sldId id="2147482712"/>
          </p14:sldIdLst>
        </p14:section>
        <p14:section name="Opening Title Slides" id="{6B5BE202-19CA-474B-817E-1B720625FA32}">
          <p14:sldIdLst>
            <p14:sldId id="2147482710"/>
            <p14:sldId id="2147482701"/>
            <p14:sldId id="2147482422"/>
          </p14:sldIdLst>
        </p14:section>
        <p14:section name="Segues &amp; Sections" id="{2B563D00-2FBF-435C-B50A-EEB47C8F3C18}">
          <p14:sldIdLst>
            <p14:sldId id="2147482684"/>
          </p14:sldIdLst>
        </p14:section>
        <p14:section name="Specialty Slides" id="{B91BAC9C-0BFA-4018-ADEF-F561B87D5690}">
          <p14:sldIdLst>
            <p14:sldId id="2147482685"/>
            <p14:sldId id="2147482689"/>
            <p14:sldId id="2147482690"/>
            <p14:sldId id="2147482687"/>
            <p14:sldId id="2147482691"/>
            <p14:sldId id="2147482524"/>
            <p14:sldId id="2147482477"/>
            <p14:sldId id="2147482717"/>
            <p14:sldId id="2147482716"/>
            <p14:sldId id="2147482590"/>
            <p14:sldId id="2147482593"/>
          </p14:sldIdLst>
        </p14:section>
        <p14:section name="Standard Layouts" id="{215EA447-BC49-414D-B95B-07E9CEBA94EC}">
          <p14:sldIdLst>
            <p14:sldId id="2147482481"/>
            <p14:sldId id="2147482483"/>
            <p14:sldId id="2147482445"/>
            <p14:sldId id="2147482446"/>
            <p14:sldId id="2147482598"/>
            <p14:sldId id="2147482447"/>
            <p14:sldId id="2147482513"/>
            <p14:sldId id="2147482472"/>
            <p14:sldId id="2147482451"/>
            <p14:sldId id="2147482441"/>
          </p14:sldIdLst>
        </p14:section>
        <p14:section name="Section Layouts" id="{8DC34D38-B060-4125-8324-A3F11FD5E484}">
          <p14:sldIdLst>
            <p14:sldId id="2147482442"/>
            <p14:sldId id="2147482468"/>
            <p14:sldId id="2147482473"/>
          </p14:sldIdLst>
        </p14:section>
        <p14:section name="Charts and Tables" id="{E24F7968-37D8-415F-B9BA-53D0F9C78D5F}">
          <p14:sldIdLst>
            <p14:sldId id="2147482494"/>
            <p14:sldId id="2147482497"/>
            <p14:sldId id="2147482456"/>
            <p14:sldId id="2147482488"/>
            <p14:sldId id="2147482499"/>
          </p14:sldIdLst>
        </p14:section>
        <p14:section name="Forward-looking statement" id="{4F137B3A-8A06-B24B-AA84-B0D3F7849C97}">
          <p14:sldIdLst>
            <p14:sldId id="2147482715"/>
          </p14:sldIdLst>
        </p14:section>
        <p14:section name="Closing" id="{B139BF10-315B-4780-A8A1-1F17D5CB2565}">
          <p14:sldIdLst>
            <p14:sldId id="2147482707"/>
          </p14:sldIdLst>
        </p14:section>
        <p14:section name="Template usage guidance" id="{9D1D5DA2-5D71-4849-9F69-D112782DB053}">
          <p14:sldIdLst>
            <p14:sldId id="2147482582"/>
          </p14:sldIdLst>
        </p14:section>
      </p14:sectionLst>
    </p:ex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9AA2E3D1-FE07-41BA-0E3E-41F857C6F48F}" name="Kortney Melchiorre (kmelchio)" initials="KM(" userId="S::kmelchio@cisco.com::b8741b67-5639-4640-877b-9e127070f56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DFE"/>
    <a:srgbClr val="000B3F"/>
    <a:srgbClr val="04070B"/>
    <a:srgbClr val="0B1118"/>
    <a:srgbClr val="009DE2"/>
    <a:srgbClr val="EB4651"/>
    <a:srgbClr val="45991F"/>
    <a:srgbClr val="B4B9C0"/>
    <a:srgbClr val="525E6C"/>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83" autoAdjust="0"/>
    <p:restoredTop sz="96327" autoAdjust="0"/>
  </p:normalViewPr>
  <p:slideViewPr>
    <p:cSldViewPr snapToGrid="0" showGuides="1">
      <p:cViewPr varScale="1">
        <p:scale>
          <a:sx n="138" d="100"/>
          <a:sy n="138" d="100"/>
        </p:scale>
        <p:origin x="184" y="504"/>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7428"/>
    </p:cViewPr>
  </p:sorterViewPr>
  <p:notesViewPr>
    <p:cSldViewPr snapToGrid="0">
      <p:cViewPr varScale="1">
        <p:scale>
          <a:sx n="161" d="100"/>
          <a:sy n="161" d="100"/>
        </p:scale>
        <p:origin x="2872"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3.fntdata"/><Relationship Id="rId68" Type="http://schemas.openxmlformats.org/officeDocument/2006/relationships/font" Target="fonts/font18.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11.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8" Type="http://schemas.openxmlformats.org/officeDocument/2006/relationships/slide" Target="slides/slide4.xml"/><Relationship Id="rId51" Type="http://schemas.openxmlformats.org/officeDocument/2006/relationships/font" Target="fonts/font1.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7.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microsoft.com/office/2018/10/relationships/authors" Target="authors.xml"/><Relationship Id="rId7" Type="http://schemas.openxmlformats.org/officeDocument/2006/relationships/slide" Target="slides/slide3.xml"/><Relationship Id="rId71" Type="http://schemas.openxmlformats.org/officeDocument/2006/relationships/font" Target="fonts/font21.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r>
              <a:rPr lang="en-US" sz="1800" b="0" i="0" dirty="0">
                <a:solidFill>
                  <a:schemeClr val="tx1"/>
                </a:solidFill>
                <a:latin typeface="Inter" panose="02000503000000020004" pitchFamily="2" charset="0"/>
              </a:rPr>
              <a:t>Chart title</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accent1"/>
              </a:solidFill>
              <a:ln w="19050">
                <a:solidFill>
                  <a:schemeClr val="bg1"/>
                </a:solidFill>
              </a:ln>
              <a:effectLst/>
            </c:spPr>
            <c:extLst>
              <c:ext xmlns:c16="http://schemas.microsoft.com/office/drawing/2014/chart" uri="{C3380CC4-5D6E-409C-BE32-E72D297353CC}">
                <c16:uniqueId val="{00000001-E8DD-4093-AC61-07CA5AEBFDC7}"/>
              </c:ext>
            </c:extLst>
          </c:dPt>
          <c:dPt>
            <c:idx val="1"/>
            <c:bubble3D val="0"/>
            <c:spPr>
              <a:solidFill>
                <a:schemeClr val="accent2"/>
              </a:solidFill>
              <a:ln w="19050">
                <a:solidFill>
                  <a:schemeClr val="bg1"/>
                </a:solidFill>
              </a:ln>
              <a:effectLst/>
            </c:spPr>
            <c:extLst>
              <c:ext xmlns:c16="http://schemas.microsoft.com/office/drawing/2014/chart" uri="{C3380CC4-5D6E-409C-BE32-E72D297353CC}">
                <c16:uniqueId val="{00000003-E8DD-4093-AC61-07CA5AEBFDC7}"/>
              </c:ext>
            </c:extLst>
          </c:dPt>
          <c:dPt>
            <c:idx val="2"/>
            <c:bubble3D val="0"/>
            <c:spPr>
              <a:solidFill>
                <a:schemeClr val="accent3"/>
              </a:solidFill>
              <a:ln w="19050">
                <a:solidFill>
                  <a:schemeClr val="bg1"/>
                </a:solidFill>
              </a:ln>
              <a:effectLst/>
            </c:spPr>
            <c:extLst>
              <c:ext xmlns:c16="http://schemas.microsoft.com/office/drawing/2014/chart" uri="{C3380CC4-5D6E-409C-BE32-E72D297353CC}">
                <c16:uniqueId val="{00000005-E8DD-4093-AC61-07CA5AEBFDC7}"/>
              </c:ext>
            </c:extLst>
          </c:dPt>
          <c:dPt>
            <c:idx val="3"/>
            <c:bubble3D val="0"/>
            <c:spPr>
              <a:solidFill>
                <a:schemeClr val="accent4"/>
              </a:solidFill>
              <a:ln w="19050">
                <a:solidFill>
                  <a:schemeClr val="bg1"/>
                </a:solidFill>
              </a:ln>
              <a:effectLst/>
            </c:spPr>
            <c:extLst>
              <c:ext xmlns:c16="http://schemas.microsoft.com/office/drawing/2014/chart" uri="{C3380CC4-5D6E-409C-BE32-E72D297353CC}">
                <c16:uniqueId val="{00000007-E8DD-4093-AC61-07CA5AEBFDC7}"/>
              </c:ext>
            </c:extLst>
          </c:dPt>
          <c:dPt>
            <c:idx val="4"/>
            <c:bubble3D val="0"/>
            <c:spPr>
              <a:solidFill>
                <a:schemeClr val="bg2"/>
              </a:solidFill>
              <a:ln w="19050">
                <a:solidFill>
                  <a:schemeClr val="bg1"/>
                </a:solidFill>
              </a:ln>
              <a:effectLst/>
            </c:spPr>
            <c:extLst>
              <c:ext xmlns:c16="http://schemas.microsoft.com/office/drawing/2014/chart" uri="{C3380CC4-5D6E-409C-BE32-E72D297353CC}">
                <c16:uniqueId val="{00000009-E8DD-4093-AC61-07CA5AEBFDC7}"/>
              </c:ext>
            </c:extLst>
          </c:dPt>
          <c:dPt>
            <c:idx val="5"/>
            <c:bubble3D val="0"/>
            <c:spPr>
              <a:solidFill>
                <a:schemeClr val="bg2">
                  <a:lumMod val="90000"/>
                </a:schemeClr>
              </a:solidFill>
              <a:ln w="19050">
                <a:solidFill>
                  <a:schemeClr val="bg1"/>
                </a:solidFill>
              </a:ln>
              <a:effectLst/>
            </c:spPr>
            <c:extLst>
              <c:ext xmlns:c16="http://schemas.microsoft.com/office/drawing/2014/chart" uri="{C3380CC4-5D6E-409C-BE32-E72D297353CC}">
                <c16:uniqueId val="{0000000B-E8DD-4093-AC61-07CA5AEBFDC7}"/>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8.1999999999999993</c:v>
                </c:pt>
                <c:pt idx="1">
                  <c:v>3.2</c:v>
                </c:pt>
                <c:pt idx="2">
                  <c:v>1</c:v>
                </c:pt>
                <c:pt idx="3">
                  <c:v>1.2</c:v>
                </c:pt>
                <c:pt idx="4">
                  <c:v>2.2999999999999998</c:v>
                </c:pt>
                <c:pt idx="5">
                  <c:v>1.5</c:v>
                </c:pt>
              </c:numCache>
            </c:numRef>
          </c:val>
          <c:extLst>
            <c:ext xmlns:c16="http://schemas.microsoft.com/office/drawing/2014/chart" uri="{C3380CC4-5D6E-409C-BE32-E72D297353CC}">
              <c16:uniqueId val="{00000000-63EF-46FC-A2A7-C5AE241CBE04}"/>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egendEntry>
        <c:idx val="0"/>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egendEntry>
        <c:idx val="2"/>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egendEntry>
        <c:idx val="3"/>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egendEntry>
        <c:idx val="4"/>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egendEntry>
        <c:idx val="5"/>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Entry>
      <c:layout>
        <c:manualLayout>
          <c:xMode val="edge"/>
          <c:yMode val="edge"/>
          <c:x val="8.0949681387536956E-2"/>
          <c:y val="0.88138562551885491"/>
          <c:w val="0.83550218672059018"/>
          <c:h val="0.1032789112223591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3498-4DB2-B568-11BC409408A2}"/>
            </c:ext>
          </c:extLst>
        </c:ser>
        <c:ser>
          <c:idx val="1"/>
          <c:order val="1"/>
          <c:tx>
            <c:strRef>
              <c:f>Sheet1!$C$1</c:f>
              <c:strCache>
                <c:ptCount val="1"/>
                <c:pt idx="0">
                  <c:v>Series 2</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3498-4DB2-B568-11BC409408A2}"/>
            </c:ext>
          </c:extLst>
        </c:ser>
        <c:ser>
          <c:idx val="2"/>
          <c:order val="2"/>
          <c:tx>
            <c:strRef>
              <c:f>Sheet1!$D$1</c:f>
              <c:strCache>
                <c:ptCount val="1"/>
                <c:pt idx="0">
                  <c:v>Series 3</c:v>
                </c:pt>
              </c:strCache>
            </c:strRef>
          </c:tx>
          <c:spPr>
            <a:ln w="28575" cap="rnd">
              <a:solidFill>
                <a:schemeClr val="accent3"/>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3498-4DB2-B568-11BC409408A2}"/>
            </c:ext>
          </c:extLst>
        </c:ser>
        <c:dLbls>
          <c:showLegendKey val="0"/>
          <c:showVal val="0"/>
          <c:showCatName val="0"/>
          <c:showSerName val="0"/>
          <c:showPercent val="0"/>
          <c:showBubbleSize val="0"/>
        </c:dLbls>
        <c:smooth val="0"/>
        <c:axId val="133119967"/>
        <c:axId val="133119007"/>
      </c:lineChart>
      <c:catAx>
        <c:axId val="133119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33119007"/>
        <c:crosses val="autoZero"/>
        <c:auto val="1"/>
        <c:lblAlgn val="ctr"/>
        <c:lblOffset val="100"/>
        <c:noMultiLvlLbl val="0"/>
      </c:catAx>
      <c:valAx>
        <c:axId val="133119007"/>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331199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US"/>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Sheet1!$B$2:$B$7</c:f>
              <c:numCache>
                <c:formatCode>General</c:formatCode>
                <c:ptCount val="6"/>
                <c:pt idx="0">
                  <c:v>2</c:v>
                </c:pt>
                <c:pt idx="1">
                  <c:v>2.5</c:v>
                </c:pt>
                <c:pt idx="2">
                  <c:v>3.5</c:v>
                </c:pt>
                <c:pt idx="3">
                  <c:v>2</c:v>
                </c:pt>
                <c:pt idx="4">
                  <c:v>2.5</c:v>
                </c:pt>
                <c:pt idx="5">
                  <c:v>2</c:v>
                </c:pt>
              </c:numCache>
            </c:numRef>
          </c:val>
          <c:extLst>
            <c:ext xmlns:c16="http://schemas.microsoft.com/office/drawing/2014/chart" uri="{C3380CC4-5D6E-409C-BE32-E72D297353CC}">
              <c16:uniqueId val="{00000000-8D08-4C69-913B-6ECEDDBF634F}"/>
            </c:ext>
          </c:extLst>
        </c:ser>
        <c:ser>
          <c:idx val="1"/>
          <c:order val="1"/>
          <c:tx>
            <c:strRef>
              <c:f>Sheet1!$C$1</c:f>
              <c:strCache>
                <c:ptCount val="1"/>
                <c:pt idx="0">
                  <c:v>Series 2</c:v>
                </c:pt>
              </c:strCache>
            </c:strRef>
          </c:tx>
          <c:spPr>
            <a:solidFill>
              <a:schemeClr val="accent2"/>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Sheet1!$C$2:$C$7</c:f>
              <c:numCache>
                <c:formatCode>General</c:formatCode>
                <c:ptCount val="6"/>
                <c:pt idx="0">
                  <c:v>2.4</c:v>
                </c:pt>
                <c:pt idx="1">
                  <c:v>4.4000000000000004</c:v>
                </c:pt>
                <c:pt idx="2">
                  <c:v>1.8</c:v>
                </c:pt>
                <c:pt idx="3">
                  <c:v>2.8</c:v>
                </c:pt>
                <c:pt idx="4">
                  <c:v>3.2</c:v>
                </c:pt>
                <c:pt idx="5">
                  <c:v>2.8</c:v>
                </c:pt>
              </c:numCache>
            </c:numRef>
          </c:val>
          <c:extLst>
            <c:ext xmlns:c16="http://schemas.microsoft.com/office/drawing/2014/chart" uri="{C3380CC4-5D6E-409C-BE32-E72D297353CC}">
              <c16:uniqueId val="{00000001-8D08-4C69-913B-6ECEDDBF634F}"/>
            </c:ext>
          </c:extLst>
        </c:ser>
        <c:ser>
          <c:idx val="2"/>
          <c:order val="2"/>
          <c:tx>
            <c:strRef>
              <c:f>Sheet1!$D$1</c:f>
              <c:strCache>
                <c:ptCount val="1"/>
                <c:pt idx="0">
                  <c:v>Series 3</c:v>
                </c:pt>
              </c:strCache>
            </c:strRef>
          </c:tx>
          <c:spPr>
            <a:solidFill>
              <a:schemeClr val="accent3"/>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Sheet1!$D$2:$D$7</c:f>
              <c:numCache>
                <c:formatCode>General</c:formatCode>
                <c:ptCount val="6"/>
                <c:pt idx="0">
                  <c:v>1.5</c:v>
                </c:pt>
                <c:pt idx="1">
                  <c:v>2</c:v>
                </c:pt>
                <c:pt idx="2">
                  <c:v>3</c:v>
                </c:pt>
                <c:pt idx="3">
                  <c:v>5</c:v>
                </c:pt>
                <c:pt idx="4">
                  <c:v>4</c:v>
                </c:pt>
                <c:pt idx="5">
                  <c:v>5</c:v>
                </c:pt>
              </c:numCache>
            </c:numRef>
          </c:val>
          <c:extLst>
            <c:ext xmlns:c16="http://schemas.microsoft.com/office/drawing/2014/chart" uri="{C3380CC4-5D6E-409C-BE32-E72D297353CC}">
              <c16:uniqueId val="{00000002-8D08-4C69-913B-6ECEDDBF634F}"/>
            </c:ext>
          </c:extLst>
        </c:ser>
        <c:ser>
          <c:idx val="3"/>
          <c:order val="3"/>
          <c:tx>
            <c:strRef>
              <c:f>Sheet1!$E$1</c:f>
              <c:strCache>
                <c:ptCount val="1"/>
                <c:pt idx="0">
                  <c:v>Series 4</c:v>
                </c:pt>
              </c:strCache>
            </c:strRef>
          </c:tx>
          <c:spPr>
            <a:solidFill>
              <a:schemeClr val="accent4"/>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Sheet1!$E$2:$E$7</c:f>
              <c:numCache>
                <c:formatCode>General</c:formatCode>
                <c:ptCount val="6"/>
                <c:pt idx="0">
                  <c:v>3</c:v>
                </c:pt>
                <c:pt idx="1">
                  <c:v>2.5</c:v>
                </c:pt>
                <c:pt idx="2">
                  <c:v>3.5</c:v>
                </c:pt>
                <c:pt idx="3">
                  <c:v>4.5</c:v>
                </c:pt>
                <c:pt idx="4">
                  <c:v>3</c:v>
                </c:pt>
                <c:pt idx="5">
                  <c:v>4.5</c:v>
                </c:pt>
              </c:numCache>
            </c:numRef>
          </c:val>
          <c:extLst>
            <c:ext xmlns:c16="http://schemas.microsoft.com/office/drawing/2014/chart" uri="{C3380CC4-5D6E-409C-BE32-E72D297353CC}">
              <c16:uniqueId val="{00000003-8D08-4C69-913B-6ECEDDBF634F}"/>
            </c:ext>
          </c:extLst>
        </c:ser>
        <c:ser>
          <c:idx val="4"/>
          <c:order val="4"/>
          <c:tx>
            <c:strRef>
              <c:f>Sheet1!$F$1</c:f>
              <c:strCache>
                <c:ptCount val="1"/>
                <c:pt idx="0">
                  <c:v>Series 5</c:v>
                </c:pt>
              </c:strCache>
            </c:strRef>
          </c:tx>
          <c:spPr>
            <a:solidFill>
              <a:schemeClr val="accent5"/>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Sheet1!$F$2:$F$7</c:f>
              <c:numCache>
                <c:formatCode>General</c:formatCode>
                <c:ptCount val="6"/>
                <c:pt idx="0">
                  <c:v>2.4</c:v>
                </c:pt>
                <c:pt idx="1">
                  <c:v>4.4000000000000004</c:v>
                </c:pt>
                <c:pt idx="2">
                  <c:v>1.8</c:v>
                </c:pt>
                <c:pt idx="3">
                  <c:v>2.8</c:v>
                </c:pt>
                <c:pt idx="4">
                  <c:v>5</c:v>
                </c:pt>
                <c:pt idx="5">
                  <c:v>2.8</c:v>
                </c:pt>
              </c:numCache>
            </c:numRef>
          </c:val>
          <c:extLst>
            <c:ext xmlns:c16="http://schemas.microsoft.com/office/drawing/2014/chart" uri="{C3380CC4-5D6E-409C-BE32-E72D297353CC}">
              <c16:uniqueId val="{00000004-8D08-4C69-913B-6ECEDDBF634F}"/>
            </c:ext>
          </c:extLst>
        </c:ser>
        <c:ser>
          <c:idx val="5"/>
          <c:order val="5"/>
          <c:tx>
            <c:strRef>
              <c:f>Sheet1!$G$1</c:f>
              <c:strCache>
                <c:ptCount val="1"/>
                <c:pt idx="0">
                  <c:v>Series 6</c:v>
                </c:pt>
              </c:strCache>
            </c:strRef>
          </c:tx>
          <c:spPr>
            <a:solidFill>
              <a:schemeClr val="bg2">
                <a:lumMod val="90000"/>
              </a:schemeClr>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5</c:v>
                </c:pt>
              </c:strCache>
            </c:strRef>
          </c:cat>
          <c:val>
            <c:numRef>
              <c:f>Sheet1!$G$2:$G$7</c:f>
              <c:numCache>
                <c:formatCode>General</c:formatCode>
                <c:ptCount val="6"/>
                <c:pt idx="0">
                  <c:v>2</c:v>
                </c:pt>
                <c:pt idx="1">
                  <c:v>2</c:v>
                </c:pt>
                <c:pt idx="2">
                  <c:v>3</c:v>
                </c:pt>
                <c:pt idx="3">
                  <c:v>5</c:v>
                </c:pt>
                <c:pt idx="4">
                  <c:v>2</c:v>
                </c:pt>
                <c:pt idx="5">
                  <c:v>5</c:v>
                </c:pt>
              </c:numCache>
            </c:numRef>
          </c:val>
          <c:extLst>
            <c:ext xmlns:c16="http://schemas.microsoft.com/office/drawing/2014/chart" uri="{C3380CC4-5D6E-409C-BE32-E72D297353CC}">
              <c16:uniqueId val="{00000005-8D08-4C69-913B-6ECEDDBF634F}"/>
            </c:ext>
          </c:extLst>
        </c:ser>
        <c:dLbls>
          <c:showLegendKey val="0"/>
          <c:showVal val="0"/>
          <c:showCatName val="0"/>
          <c:showSerName val="0"/>
          <c:showPercent val="0"/>
          <c:showBubbleSize val="0"/>
        </c:dLbls>
        <c:gapWidth val="219"/>
        <c:overlap val="-27"/>
        <c:axId val="672068800"/>
        <c:axId val="672066400"/>
      </c:barChart>
      <c:catAx>
        <c:axId val="672068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72066400"/>
        <c:crosses val="autoZero"/>
        <c:auto val="1"/>
        <c:lblAlgn val="ctr"/>
        <c:lblOffset val="100"/>
        <c:noMultiLvlLbl val="0"/>
      </c:catAx>
      <c:valAx>
        <c:axId val="672066400"/>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672068800"/>
        <c:crosses val="autoZero"/>
        <c:crossBetween val="between"/>
      </c:valAx>
      <c:spPr>
        <a:noFill/>
        <a:ln>
          <a:noFill/>
        </a:ln>
        <a:effectLst/>
      </c:spPr>
    </c:plotArea>
    <c:legend>
      <c:legendPos val="b"/>
      <c:layout>
        <c:manualLayout>
          <c:xMode val="edge"/>
          <c:yMode val="edge"/>
          <c:x val="0.26538768050033351"/>
          <c:y val="0.94491242894755967"/>
          <c:w val="0.50401786482745792"/>
          <c:h val="5.508775315805530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2C72104B-A22A-485F-8181-8B2CD5833538}" type="datetimeFigureOut">
              <a:rPr lang="en-US" smtClean="0"/>
              <a:pPr/>
              <a:t>4/22/26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4DBB4990-0A23-4A10-BE7D-7E64CAB85BE3}" type="slidenum">
              <a:rPr lang="en-US" smtClean="0"/>
              <a:pPr/>
              <a:t>‹#›</a:t>
            </a:fld>
            <a:endParaRPr lang="en-US" dirty="0"/>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CiscoSansTT" panose="020B0503020201020303" pitchFamily="34" charset="0"/>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053D4-81C1-8724-54D1-2F1130E13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AFB42-B115-2B76-9289-280C083AE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2639E9-0CED-DF79-64FE-22ED291D47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619426-3D53-A3BD-1626-505CA16DE56C}"/>
              </a:ext>
            </a:extLst>
          </p:cNvPr>
          <p:cNvSpPr>
            <a:spLocks noGrp="1"/>
          </p:cNvSpPr>
          <p:nvPr>
            <p:ph type="sldNum" sz="quarter" idx="5"/>
          </p:nvPr>
        </p:nvSpPr>
        <p:spPr/>
        <p:txBody>
          <a:bodyPr/>
          <a:lstStyle/>
          <a:p>
            <a:fld id="{4DBB4990-0A23-4A10-BE7D-7E64CAB85BE3}" type="slidenum">
              <a:rPr lang="en-US" smtClean="0"/>
              <a:t>1</a:t>
            </a:fld>
            <a:endParaRPr lang="en-US"/>
          </a:p>
        </p:txBody>
      </p:sp>
    </p:spTree>
    <p:extLst>
      <p:ext uri="{BB962C8B-B14F-4D97-AF65-F5344CB8AC3E}">
        <p14:creationId xmlns:p14="http://schemas.microsoft.com/office/powerpoint/2010/main" val="4164122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65A0-D4F1-B3AA-FB51-8E70B44BE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677FD-817A-0696-1D7A-242950F46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E43D89-3B18-F3DE-4290-5BF19C3E72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DD343E-99C8-7D6D-CAE3-A0B112192BA9}"/>
              </a:ext>
            </a:extLst>
          </p:cNvPr>
          <p:cNvSpPr>
            <a:spLocks noGrp="1"/>
          </p:cNvSpPr>
          <p:nvPr>
            <p:ph type="sldNum" sz="quarter" idx="5"/>
          </p:nvPr>
        </p:nvSpPr>
        <p:spPr/>
        <p:txBody>
          <a:bodyPr/>
          <a:lstStyle/>
          <a:p>
            <a:fld id="{4DBB4990-0A23-4A10-BE7D-7E64CAB85BE3}" type="slidenum">
              <a:rPr lang="en-US" smtClean="0"/>
              <a:t>2</a:t>
            </a:fld>
            <a:endParaRPr lang="en-US"/>
          </a:p>
        </p:txBody>
      </p:sp>
    </p:spTree>
    <p:extLst>
      <p:ext uri="{BB962C8B-B14F-4D97-AF65-F5344CB8AC3E}">
        <p14:creationId xmlns:p14="http://schemas.microsoft.com/office/powerpoint/2010/main" val="2094905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FD6E-957D-630D-9CFE-FDB203BCD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6EC62B-F104-F327-1E69-289D65E98D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8CB47-9082-7E95-2747-FD26096B2D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97A8E1-46EA-896E-6DD8-84770997E3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54313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19B7A-D042-678E-0C37-676A68A9B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1E82A-497C-F279-9DDB-57D4700EF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38FAF-C224-7CD9-F224-440D9B8726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040046-FD99-1393-40E1-6E5FFDCA25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054863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7A582-7BB5-290D-A6B0-DF0E5E187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5F022-AD72-54CD-96BC-B7790BC05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E9369-AF1A-B8C5-6D25-7D55213B34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9303A5-6AEF-C5ED-BE70-C19D1C5649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860939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4B50-1DF7-82F0-E42E-83ACFDFEA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B4E047-44AB-9DBB-16E5-8BFDB479E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735C0-D7DE-2C8E-5756-55CA8B0759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0EAFB0-FEF2-CEE9-DD0F-AEE7FA6D76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B4990-0A23-4A10-BE7D-7E64CAB85BE3}"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676563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F56E-99C6-4A00-EC9A-FA28123CE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2AC4-9740-6DA8-848B-9C5446D58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23AE8-9D76-88A1-69F0-DD0560208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5DA987-D9EA-4631-1FD9-67E89B667168}"/>
              </a:ext>
            </a:extLst>
          </p:cNvPr>
          <p:cNvSpPr>
            <a:spLocks noGrp="1"/>
          </p:cNvSpPr>
          <p:nvPr>
            <p:ph type="sldNum" sz="quarter" idx="5"/>
          </p:nvPr>
        </p:nvSpPr>
        <p:spPr/>
        <p:txBody>
          <a:bodyPr/>
          <a:lstStyle/>
          <a:p>
            <a:fld id="{4DBB4990-0A23-4A10-BE7D-7E64CAB85BE3}" type="slidenum">
              <a:rPr lang="en-US" smtClean="0"/>
              <a:t>10</a:t>
            </a:fld>
            <a:endParaRPr lang="en-US"/>
          </a:p>
        </p:txBody>
      </p:sp>
    </p:spTree>
    <p:extLst>
      <p:ext uri="{BB962C8B-B14F-4D97-AF65-F5344CB8AC3E}">
        <p14:creationId xmlns:p14="http://schemas.microsoft.com/office/powerpoint/2010/main" val="2510090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0AD26-CCC8-8D7A-0270-7AA2B0BA3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F89C0-37C9-3AB1-C511-A19113C43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C3C31-F5DE-5FF0-B00D-7F7DB6E61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B6AF62-9E78-70C0-7E22-95E41A7B6CFD}"/>
              </a:ext>
            </a:extLst>
          </p:cNvPr>
          <p:cNvSpPr>
            <a:spLocks noGrp="1"/>
          </p:cNvSpPr>
          <p:nvPr>
            <p:ph type="sldNum" sz="quarter" idx="5"/>
          </p:nvPr>
        </p:nvSpPr>
        <p:spPr/>
        <p:txBody>
          <a:bodyPr/>
          <a:lstStyle/>
          <a:p>
            <a:fld id="{4DBB4990-0A23-4A10-BE7D-7E64CAB85BE3}" type="slidenum">
              <a:rPr lang="en-US" smtClean="0"/>
              <a:t>11</a:t>
            </a:fld>
            <a:endParaRPr lang="en-US"/>
          </a:p>
        </p:txBody>
      </p:sp>
    </p:spTree>
    <p:extLst>
      <p:ext uri="{BB962C8B-B14F-4D97-AF65-F5344CB8AC3E}">
        <p14:creationId xmlns:p14="http://schemas.microsoft.com/office/powerpoint/2010/main" val="919249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BB4990-0A23-4A10-BE7D-7E64CAB85BE3}" type="slidenum">
              <a:rPr lang="en-US" smtClean="0"/>
              <a:t>32</a:t>
            </a:fld>
            <a:endParaRPr lang="en-US"/>
          </a:p>
        </p:txBody>
      </p:sp>
    </p:spTree>
    <p:extLst>
      <p:ext uri="{BB962C8B-B14F-4D97-AF65-F5344CB8AC3E}">
        <p14:creationId xmlns:p14="http://schemas.microsoft.com/office/powerpoint/2010/main" val="32796978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uo - Title Slide 2, One Sp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55EA332-3386-AB72-5939-4D7D5260D2E6}"/>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5" name="Graphic 4">
            <a:extLst>
              <a:ext uri="{FF2B5EF4-FFF2-40B4-BE49-F238E27FC236}">
                <a16:creationId xmlns:a16="http://schemas.microsoft.com/office/drawing/2014/main" id="{FB5E67FD-4B8F-2D40-B793-C68B52E6384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1513106"/>
            <a:ext cx="1112904" cy="415484"/>
          </a:xfrm>
          <a:prstGeom prst="rect">
            <a:avLst/>
          </a:prstGeom>
        </p:spPr>
      </p:pic>
      <p:pic>
        <p:nvPicPr>
          <p:cNvPr id="14" name="Picture 7" descr="Cisco logo">
            <a:extLst>
              <a:ext uri="{FF2B5EF4-FFF2-40B4-BE49-F238E27FC236}">
                <a16:creationId xmlns:a16="http://schemas.microsoft.com/office/drawing/2014/main" id="{AF3A56E1-6254-9672-F107-F447391B7176}"/>
              </a:ext>
            </a:extLst>
          </p:cNvPr>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1060273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Duo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6086438-A4B1-8748-EC6F-0A32EA0BDC7F}"/>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5" name="Graphic 4">
            <a:extLst>
              <a:ext uri="{FF2B5EF4-FFF2-40B4-BE49-F238E27FC236}">
                <a16:creationId xmlns:a16="http://schemas.microsoft.com/office/drawing/2014/main" id="{E6D5B1EB-22ED-BE9F-8EF9-6DD910EDD78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1513106"/>
            <a:ext cx="1112904" cy="415484"/>
          </a:xfrm>
          <a:prstGeom prst="rect">
            <a:avLst/>
          </a:prstGeom>
        </p:spPr>
      </p:pic>
      <p:pic>
        <p:nvPicPr>
          <p:cNvPr id="15" name="Picture 7" descr="Cisco logo">
            <a:extLst>
              <a:ext uri="{FF2B5EF4-FFF2-40B4-BE49-F238E27FC236}">
                <a16:creationId xmlns:a16="http://schemas.microsoft.com/office/drawing/2014/main" id="{8F0E7CAA-8E4C-565D-E955-4F76F5E9865A}"/>
              </a:ext>
            </a:extLst>
          </p:cNvPr>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799980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Duo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B92CA1-A60E-F840-B75A-2445C3AAE40A}"/>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8" name="Graphic 7">
            <a:extLst>
              <a:ext uri="{FF2B5EF4-FFF2-40B4-BE49-F238E27FC236}">
                <a16:creationId xmlns:a16="http://schemas.microsoft.com/office/drawing/2014/main" id="{2FC9C855-9DF4-FB96-1353-8C4A7CB810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1513106"/>
            <a:ext cx="1112904" cy="415484"/>
          </a:xfrm>
          <a:prstGeom prst="rect">
            <a:avLst/>
          </a:prstGeom>
        </p:spPr>
      </p:pic>
      <p:pic>
        <p:nvPicPr>
          <p:cNvPr id="17" name="Picture 7" descr="Cisco logo">
            <a:extLst>
              <a:ext uri="{FF2B5EF4-FFF2-40B4-BE49-F238E27FC236}">
                <a16:creationId xmlns:a16="http://schemas.microsoft.com/office/drawing/2014/main" id="{E42AE279-F3B1-08BF-CEF3-D568E0905999}"/>
              </a:ext>
            </a:extLst>
          </p:cNvPr>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1553322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plunk - Title Slide 2, One Sp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DDC7657-2B3D-9C2E-851B-4D1F559873B5}"/>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5" name="Graphic 4">
            <a:extLst>
              <a:ext uri="{FF2B5EF4-FFF2-40B4-BE49-F238E27FC236}">
                <a16:creationId xmlns:a16="http://schemas.microsoft.com/office/drawing/2014/main" id="{B43CB42A-AFBC-BD13-9875-D2A7EBD7E51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1513106"/>
            <a:ext cx="1112904" cy="415484"/>
          </a:xfrm>
          <a:prstGeom prst="rect">
            <a:avLst/>
          </a:prstGeom>
        </p:spPr>
      </p:pic>
      <p:pic>
        <p:nvPicPr>
          <p:cNvPr id="14" name="Picture 7" descr="Cisco logo">
            <a:extLst>
              <a:ext uri="{FF2B5EF4-FFF2-40B4-BE49-F238E27FC236}">
                <a16:creationId xmlns:a16="http://schemas.microsoft.com/office/drawing/2014/main" id="{AE5F5F91-BAE8-0E82-5308-04B4830363E4}"/>
              </a:ext>
            </a:extLst>
          </p:cNvPr>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1133721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plunk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14" name="Graphic 13">
            <a:extLst>
              <a:ext uri="{FF2B5EF4-FFF2-40B4-BE49-F238E27FC236}">
                <a16:creationId xmlns:a16="http://schemas.microsoft.com/office/drawing/2014/main" id="{667E2877-8D7C-D30B-1437-6AB1AB240CF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1513106"/>
            <a:ext cx="1112904" cy="415484"/>
          </a:xfrm>
          <a:prstGeom prst="rect">
            <a:avLst/>
          </a:prstGeom>
        </p:spPr>
      </p:pic>
      <p:pic>
        <p:nvPicPr>
          <p:cNvPr id="15" name="Picture 7" descr="Cisco logo">
            <a:extLst>
              <a:ext uri="{FF2B5EF4-FFF2-40B4-BE49-F238E27FC236}">
                <a16:creationId xmlns:a16="http://schemas.microsoft.com/office/drawing/2014/main" id="{A2BBB2B8-B617-D267-B9FC-768ADADE9CC2}"/>
              </a:ext>
            </a:extLst>
          </p:cNvPr>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46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plunk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DE1C428-FB01-B3E9-D347-5F55C93684C9}"/>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8" name="Graphic 7">
            <a:extLst>
              <a:ext uri="{FF2B5EF4-FFF2-40B4-BE49-F238E27FC236}">
                <a16:creationId xmlns:a16="http://schemas.microsoft.com/office/drawing/2014/main" id="{D31A5714-DD5C-3EAB-1A09-47F2E505B66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1513106"/>
            <a:ext cx="1112904" cy="415484"/>
          </a:xfrm>
          <a:prstGeom prst="rect">
            <a:avLst/>
          </a:prstGeom>
        </p:spPr>
      </p:pic>
      <p:pic>
        <p:nvPicPr>
          <p:cNvPr id="17" name="Picture 7" descr="Cisco logo">
            <a:extLst>
              <a:ext uri="{FF2B5EF4-FFF2-40B4-BE49-F238E27FC236}">
                <a16:creationId xmlns:a16="http://schemas.microsoft.com/office/drawing/2014/main" id="{9C3B1E31-9B6C-B1CB-E102-1ADCFC6E2A8B}"/>
              </a:ext>
            </a:extLst>
          </p:cNvPr>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151087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isco - Title Slide 2, One Sp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28ABFA4-7DCE-1186-2752-85B7CBE8684A}"/>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5" name="Picture 7" descr="Cisco logo">
            <a:extLst>
              <a:ext uri="{FF2B5EF4-FFF2-40B4-BE49-F238E27FC236}">
                <a16:creationId xmlns:a16="http://schemas.microsoft.com/office/drawing/2014/main" id="{FF6F347D-5FC1-8781-D660-82E4016B601D}"/>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558426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isco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46E294-AE2A-8AE7-F8BC-2514349FC9B9}"/>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5" name="Picture 7" descr="Cisco logo">
            <a:extLst>
              <a:ext uri="{FF2B5EF4-FFF2-40B4-BE49-F238E27FC236}">
                <a16:creationId xmlns:a16="http://schemas.microsoft.com/office/drawing/2014/main" id="{FD530F29-AF86-FE24-1CB8-63E033A542A5}"/>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28151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spTree>
    <p:extLst>
      <p:ext uri="{BB962C8B-B14F-4D97-AF65-F5344CB8AC3E}">
        <p14:creationId xmlns:p14="http://schemas.microsoft.com/office/powerpoint/2010/main" val="391706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spTree>
    <p:extLst>
      <p:ext uri="{BB962C8B-B14F-4D97-AF65-F5344CB8AC3E}">
        <p14:creationId xmlns:p14="http://schemas.microsoft.com/office/powerpoint/2010/main" val="1448593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spTree>
    <p:extLst>
      <p:ext uri="{BB962C8B-B14F-4D97-AF65-F5344CB8AC3E}">
        <p14:creationId xmlns:p14="http://schemas.microsoft.com/office/powerpoint/2010/main" val="2684820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solidFill>
                  <a:schemeClr val="tx1"/>
                </a:solidFill>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tx1"/>
                </a:solidFill>
                <a:latin typeface="Inter" panose="02000503000000020004" pitchFamily="2" charset="0"/>
                <a:ea typeface="Inter" panose="02000503000000020004" pitchFamily="2"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95903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865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76278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5794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tx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16714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1828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59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6588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3399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965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249405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Clr>
                <a:schemeClr val="tx1"/>
              </a:buClr>
              <a:defRPr sz="2000"/>
            </a:lvl1pPr>
            <a:lvl2pPr>
              <a:buClr>
                <a:schemeClr val="tx1"/>
              </a:buClr>
              <a:defRPr sz="2000"/>
            </a:lvl2pPr>
            <a:lvl3pPr>
              <a:buClr>
                <a:schemeClr val="tx1"/>
              </a:buClr>
              <a:defRPr sz="2000"/>
            </a:lvl3pPr>
            <a:lvl4pPr>
              <a:buClr>
                <a:schemeClr val="tx1"/>
              </a:buClr>
              <a:defRPr sz="2000"/>
            </a:lvl4pPr>
            <a:lvl5pPr>
              <a:buClr>
                <a:schemeClr val="tx1"/>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723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1568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424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106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29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896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8784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17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890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0992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7147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13670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635668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465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2608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492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72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14840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lunk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877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uo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134756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isco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93537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31009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plunk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gradFill flip="none" rotWithShape="1">
              <a:gsLst>
                <a:gs pos="0">
                  <a:schemeClr val="accent3"/>
                </a:gs>
                <a:gs pos="100000">
                  <a:schemeClr val="accent4"/>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7361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plunk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solidFill>
              <a:schemeClr val="tx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2789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plunk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7609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uo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solidFill>
              <a:schemeClr val="tx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582423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isco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gradFill flip="none" rotWithShape="1">
              <a:gsLst>
                <a:gs pos="0">
                  <a:schemeClr val="accent1"/>
                </a:gs>
                <a:gs pos="100000">
                  <a:schemeClr val="accent2"/>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5547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isco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solidFill>
              <a:schemeClr val="accent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534344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isco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18264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111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uo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6906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isco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1160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522757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0743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2821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3279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plunk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46876"/>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35305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uo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88240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isco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99546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gradFill>
          <a:gsLst>
            <a:gs pos="16000">
              <a:schemeClr val="bg1"/>
            </a:gs>
            <a:gs pos="43000">
              <a:srgbClr val="F7F9FC"/>
            </a:gs>
            <a:gs pos="74000">
              <a:schemeClr val="bg2"/>
            </a:gs>
            <a:gs pos="100000">
              <a:schemeClr val="accent5"/>
            </a:gs>
          </a:gsLst>
          <a:lin ang="48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noFill/>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040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165780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Duo -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4033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Cisco - Seg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4185692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Splunk - Forward-looking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72939F-C842-E535-8394-ABB53441106C}"/>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bg1"/>
                </a:solidFill>
                <a:latin typeface="+mn-lt"/>
                <a:ea typeface="Lexend Medium"/>
                <a:cs typeface="Splunk Data Sans Pro" panose="020B0504030202020204" pitchFamily="34" charset="0"/>
                <a:sym typeface="Lexend"/>
              </a:rPr>
              <a:t>investor.cisco.com</a:t>
            </a:r>
            <a:r>
              <a:rPr lang="en-US" sz="950" b="0" i="0" dirty="0">
                <a:solidFill>
                  <a:schemeClr val="bg1"/>
                </a:solidFill>
                <a:latin typeface="+mn-lt"/>
                <a:ea typeface="Lexend Medium"/>
                <a:cs typeface="Splunk Data Sans Pro" panose="020B0504030202020204" pitchFamily="34" charset="0"/>
                <a:sym typeface="Lexend"/>
              </a:rPr>
              <a:t> or the SEC's website at </a:t>
            </a:r>
            <a:r>
              <a:rPr lang="en-US" sz="950" b="0" i="0" dirty="0" err="1">
                <a:solidFill>
                  <a:schemeClr val="bg1"/>
                </a:solidFill>
                <a:latin typeface="+mn-lt"/>
                <a:ea typeface="Lexend Medium"/>
                <a:cs typeface="Splunk Data Sans Pro" panose="020B0504030202020204" pitchFamily="34" charset="0"/>
                <a:sym typeface="Lexend"/>
              </a:rPr>
              <a:t>www.sec.gov</a:t>
            </a:r>
            <a:r>
              <a:rPr lang="en-US" sz="950" b="0" i="0" dirty="0">
                <a:solidFill>
                  <a:schemeClr val="bg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bg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4" name="Title 2">
            <a:extLst>
              <a:ext uri="{FF2B5EF4-FFF2-40B4-BE49-F238E27FC236}">
                <a16:creationId xmlns:a16="http://schemas.microsoft.com/office/drawing/2014/main" id="{7FD21534-54B2-2F1D-3FA0-79707BD45740}"/>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bg1"/>
                </a:solidFill>
                <a:latin typeface="+mn-lt"/>
                <a:ea typeface="Lexend Medium"/>
                <a:cs typeface="Splunk Data Sans Pro" panose="020B0504030202020204" pitchFamily="34" charset="0"/>
                <a:sym typeface="Lexend"/>
              </a:rPr>
              <a:t>www.cisco.com</a:t>
            </a:r>
            <a:r>
              <a:rPr lang="en-US" sz="950" b="0" i="0" dirty="0">
                <a:solidFill>
                  <a:schemeClr val="bg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6" name="Straight Connector 5">
            <a:extLst>
              <a:ext uri="{FF2B5EF4-FFF2-40B4-BE49-F238E27FC236}">
                <a16:creationId xmlns:a16="http://schemas.microsoft.com/office/drawing/2014/main" id="{D03CF48A-0C04-BABA-C5A3-386DA61B8533}"/>
              </a:ext>
            </a:extLst>
          </p:cNvPr>
          <p:cNvCxnSpPr/>
          <p:nvPr/>
        </p:nvCxnSpPr>
        <p:spPr>
          <a:xfrm>
            <a:off x="4011388" y="4789715"/>
            <a:ext cx="736690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C9C2C4A0-6EA4-C056-AB73-9CE6BB1B9567}"/>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t>Forward-looking statements</a:t>
            </a:r>
          </a:p>
        </p:txBody>
      </p:sp>
      <p:sp>
        <p:nvSpPr>
          <p:cNvPr id="3" name="Title 2">
            <a:extLst>
              <a:ext uri="{FF2B5EF4-FFF2-40B4-BE49-F238E27FC236}">
                <a16:creationId xmlns:a16="http://schemas.microsoft.com/office/drawing/2014/main" id="{91312EFF-00AB-5D86-967D-6FE3BDC8788D}"/>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tx1"/>
                </a:solidFill>
                <a:latin typeface="+mn-lt"/>
                <a:ea typeface="Lexend Medium"/>
                <a:cs typeface="Splunk Data Sans Pro" panose="020B0504030202020204" pitchFamily="34" charset="0"/>
                <a:sym typeface="Lexend"/>
              </a:rPr>
              <a:t>investor.cisco.com</a:t>
            </a:r>
            <a:r>
              <a:rPr lang="en-US" sz="950" b="0" i="0" dirty="0">
                <a:solidFill>
                  <a:schemeClr val="tx1"/>
                </a:solidFill>
                <a:latin typeface="+mn-lt"/>
                <a:ea typeface="Lexend Medium"/>
                <a:cs typeface="Splunk Data Sans Pro" panose="020B0504030202020204" pitchFamily="34" charset="0"/>
                <a:sym typeface="Lexend"/>
              </a:rPr>
              <a:t> or the SEC's website at </a:t>
            </a:r>
            <a:r>
              <a:rPr lang="en-US" sz="950" b="0" i="0" dirty="0" err="1">
                <a:solidFill>
                  <a:schemeClr val="tx1"/>
                </a:solidFill>
                <a:latin typeface="+mn-lt"/>
                <a:ea typeface="Lexend Medium"/>
                <a:cs typeface="Splunk Data Sans Pro" panose="020B0504030202020204" pitchFamily="34" charset="0"/>
                <a:sym typeface="Lexend"/>
              </a:rPr>
              <a:t>www.sec.gov</a:t>
            </a:r>
            <a:r>
              <a:rPr lang="en-US" sz="950" b="0" i="0" dirty="0">
                <a:solidFill>
                  <a:schemeClr val="tx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tx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5" name="Title 2">
            <a:extLst>
              <a:ext uri="{FF2B5EF4-FFF2-40B4-BE49-F238E27FC236}">
                <a16:creationId xmlns:a16="http://schemas.microsoft.com/office/drawing/2014/main" id="{77BA592D-3F28-4C15-D675-DEF4D15C81F9}"/>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tx1"/>
                </a:solidFill>
                <a:latin typeface="+mn-lt"/>
                <a:ea typeface="Lexend Medium"/>
                <a:cs typeface="Splunk Data Sans Pro" panose="020B0504030202020204" pitchFamily="34" charset="0"/>
                <a:sym typeface="Lexend"/>
              </a:rPr>
              <a:t>www.cisco.com</a:t>
            </a:r>
            <a:r>
              <a:rPr lang="en-US" sz="950" b="0" i="0" dirty="0">
                <a:solidFill>
                  <a:schemeClr val="tx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8" name="Straight Connector 7">
            <a:extLst>
              <a:ext uri="{FF2B5EF4-FFF2-40B4-BE49-F238E27FC236}">
                <a16:creationId xmlns:a16="http://schemas.microsoft.com/office/drawing/2014/main" id="{5530F874-A0A4-534D-9FBA-6DDB5F557A11}"/>
              </a:ext>
            </a:extLst>
          </p:cNvPr>
          <p:cNvCxnSpPr/>
          <p:nvPr/>
        </p:nvCxnSpPr>
        <p:spPr>
          <a:xfrm>
            <a:off x="4011388" y="4789715"/>
            <a:ext cx="736690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4D196EAB-B4FE-EE33-5659-7B2FCC12DBF1}"/>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solidFill>
                  <a:schemeClr val="tx1"/>
                </a:solidFill>
              </a:rPr>
              <a:t>Forward-looking statements</a:t>
            </a:r>
          </a:p>
        </p:txBody>
      </p:sp>
    </p:spTree>
    <p:extLst>
      <p:ext uri="{BB962C8B-B14F-4D97-AF65-F5344CB8AC3E}">
        <p14:creationId xmlns:p14="http://schemas.microsoft.com/office/powerpoint/2010/main" val="1314733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Segue 3">
    <p:bg>
      <p:bgPr>
        <a:gradFill>
          <a:gsLst>
            <a:gs pos="2000">
              <a:schemeClr val="bg1"/>
            </a:gs>
            <a:gs pos="53000">
              <a:schemeClr val="bg2"/>
            </a:gs>
            <a:gs pos="92000">
              <a:schemeClr val="accent5"/>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48667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Splunk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C73918-5F6C-0484-B359-F1B06B60E085}"/>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2" name="Graphic 1">
            <a:extLst>
              <a:ext uri="{FF2B5EF4-FFF2-40B4-BE49-F238E27FC236}">
                <a16:creationId xmlns:a16="http://schemas.microsoft.com/office/drawing/2014/main" id="{7D16926B-A353-4F32-7B0D-1ACDF641C04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1971897"/>
            <a:ext cx="1112904" cy="415484"/>
          </a:xfrm>
          <a:prstGeom prst="rect">
            <a:avLst/>
          </a:prstGeom>
        </p:spPr>
      </p:pic>
      <p:pic>
        <p:nvPicPr>
          <p:cNvPr id="10" name="Picture 7" descr="Cisco logo">
            <a:extLst>
              <a:ext uri="{FF2B5EF4-FFF2-40B4-BE49-F238E27FC236}">
                <a16:creationId xmlns:a16="http://schemas.microsoft.com/office/drawing/2014/main" id="{AFD06C35-9CFD-F792-D07A-BAE9DE3FE5EF}"/>
              </a:ext>
            </a:extLst>
          </p:cNvPr>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10742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Duo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912B6EF-8566-8814-F7B4-A98EFFF121CA}"/>
              </a:ext>
              <a:ext uri="{C183D7F6-B498-43B3-948B-1728B52AA6E4}">
                <adec:decorative xmlns:adec="http://schemas.microsoft.com/office/drawing/2017/decorative" val="1"/>
              </a:ext>
            </a:extLst>
          </p:cNvPr>
          <p:cNvSpPr/>
          <p:nvPr userDrawn="1"/>
        </p:nvSpPr>
        <p:spPr>
          <a:xfrm>
            <a:off x="0" y="1253329"/>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0" name="Picture 7" descr="Cisco logo">
            <a:extLst>
              <a:ext uri="{FF2B5EF4-FFF2-40B4-BE49-F238E27FC236}">
                <a16:creationId xmlns:a16="http://schemas.microsoft.com/office/drawing/2014/main" id="{10D2CD6A-91D8-D8F5-0C7B-96B004EBA4EA}"/>
              </a:ext>
            </a:extLst>
          </p:cNvPr>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058274" y="3188776"/>
            <a:ext cx="914400" cy="480447"/>
          </a:xfrm>
          <a:prstGeom prst="rect">
            <a:avLst/>
          </a:prstGeom>
        </p:spPr>
      </p:pic>
      <p:pic>
        <p:nvPicPr>
          <p:cNvPr id="11" name="Graphic 10">
            <a:extLst>
              <a:ext uri="{FF2B5EF4-FFF2-40B4-BE49-F238E27FC236}">
                <a16:creationId xmlns:a16="http://schemas.microsoft.com/office/drawing/2014/main" id="{1F3185CC-5EB0-6B6C-6568-0CF51F230F6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23850" y="1971897"/>
            <a:ext cx="1112904" cy="415484"/>
          </a:xfrm>
          <a:prstGeom prst="rect">
            <a:avLst/>
          </a:prstGeom>
        </p:spPr>
      </p:pic>
    </p:spTree>
    <p:extLst>
      <p:ext uri="{BB962C8B-B14F-4D97-AF65-F5344CB8AC3E}">
        <p14:creationId xmlns:p14="http://schemas.microsoft.com/office/powerpoint/2010/main" val="2271135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2.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6000">
              <a:schemeClr val="bg1"/>
            </a:gs>
            <a:gs pos="43000">
              <a:srgbClr val="F7F9FC"/>
            </a:gs>
            <a:gs pos="74000">
              <a:schemeClr val="bg2"/>
            </a:gs>
            <a:gs pos="100000">
              <a:schemeClr val="accent5"/>
            </a:gs>
          </a:gsLst>
          <a:lin ang="4800000" scaled="0"/>
          <a:tileRect/>
        </a:gra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fld id="{C3C42FAE-7A31-41D3-A712-51D9B15D0B10}" type="slidenum">
              <a:rPr lang="en-US" smtClean="0"/>
              <a:pPr/>
              <a:t>‹#›</a:t>
            </a:fld>
            <a:endParaRPr lang="en-US" dirty="0"/>
          </a:p>
        </p:txBody>
      </p:sp>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042650" y="6672580"/>
            <a:ext cx="825499" cy="107722"/>
          </a:xfrm>
          <a:prstGeom prst="rect">
            <a:avLst/>
          </a:prstGeom>
        </p:spPr>
        <p:txBody>
          <a:bodyPr horzOverflow="overflow" wrap="square" lIns="0" tIns="0" rIns="0" bIns="0">
            <a:spAutoFit/>
          </a:bodyPr>
          <a:lstStyle/>
          <a:p>
            <a:pPr algn="r"/>
            <a:r>
              <a:rPr lang="en-US" sz="700" dirty="0">
                <a:solidFill>
                  <a:schemeClr val="tx1">
                    <a:alpha val="20000"/>
                  </a:schemeClr>
                </a:solidFill>
                <a:latin typeface="+mn-lt"/>
                <a:ea typeface="Inter" panose="02000503000000020004" pitchFamily="2" charset="0"/>
                <a:cs typeface="Calibri" panose="020F0502020204030204" pitchFamily="34" charset="0"/>
              </a:rPr>
              <a:t>Cisco Confidential</a:t>
            </a:r>
          </a:p>
        </p:txBody>
      </p:sp>
      <p:sp>
        <p:nvSpPr>
          <p:cNvPr id="9" name="Rectangle 8">
            <a:extLst>
              <a:ext uri="{FF2B5EF4-FFF2-40B4-BE49-F238E27FC236}">
                <a16:creationId xmlns:a16="http://schemas.microsoft.com/office/drawing/2014/main" id="{F3DAE625-C2E8-261C-59FF-41190A6259CA}"/>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tx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sp>
        <p:nvSpPr>
          <p:cNvPr id="11" name="Google Shape;10;p1">
            <a:extLst>
              <a:ext uri="{FF2B5EF4-FFF2-40B4-BE49-F238E27FC236}">
                <a16:creationId xmlns:a16="http://schemas.microsoft.com/office/drawing/2014/main" id="{1893A339-57D1-4146-3EA4-F4AD3FCB4FD8}"/>
              </a:ext>
            </a:extLst>
          </p:cNvPr>
          <p:cNvSpPr txBox="1"/>
          <p:nvPr/>
        </p:nvSpPr>
        <p:spPr>
          <a:xfrm>
            <a:off x="8835" y="-298765"/>
            <a:ext cx="8087600" cy="30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90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rPr>
              <a:t>Splunk Template  |  TMPLT-FY27-Light_v01</a:t>
            </a:r>
            <a:endParaRPr sz="105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endParaRPr>
          </a:p>
        </p:txBody>
      </p:sp>
      <p:pic>
        <p:nvPicPr>
          <p:cNvPr id="15" name="Picture 7" descr="Cisco Logo">
            <a:extLst>
              <a:ext uri="{FF2B5EF4-FFF2-40B4-BE49-F238E27FC236}">
                <a16:creationId xmlns:a16="http://schemas.microsoft.com/office/drawing/2014/main" id="{9CBCBE85-B948-151B-137B-AD12AE75067A}"/>
              </a:ext>
            </a:extLst>
          </p:cNvPr>
          <p:cNvPicPr>
            <a:picLocks noChangeAspect="1"/>
          </p:cNvPicPr>
          <p:nvPr userDrawn="1"/>
        </p:nvPicPr>
        <p:blipFill>
          <a:blip r:embed="rId71" cstate="screen">
            <a:extLst>
              <a:ext uri="{28A0092B-C50C-407E-A947-70E740481C1C}">
                <a14:useLocalDpi xmlns:a14="http://schemas.microsoft.com/office/drawing/2010/main"/>
              </a:ext>
              <a:ext uri="{96DAC541-7B7A-43D3-8B79-37D633B846F1}">
                <asvg:svgBlip xmlns:asvg="http://schemas.microsoft.com/office/drawing/2016/SVG/main" r:embed="rId72"/>
              </a:ext>
            </a:extLst>
          </a:blip>
          <a:srcRect/>
          <a:stretch/>
        </p:blipFill>
        <p:spPr>
          <a:xfrm>
            <a:off x="11520088" y="6354445"/>
            <a:ext cx="348061" cy="182880"/>
          </a:xfrm>
          <a:prstGeom prst="rect">
            <a:avLst/>
          </a:prstGeom>
        </p:spPr>
      </p:pic>
    </p:spTree>
    <p:extLst>
      <p:ext uri="{BB962C8B-B14F-4D97-AF65-F5344CB8AC3E}">
        <p14:creationId xmlns:p14="http://schemas.microsoft.com/office/powerpoint/2010/main" val="669712979"/>
      </p:ext>
    </p:extLst>
  </p:cSld>
  <p:clrMap bg1="dk1" tx1="lt1" bg2="dk2" tx2="lt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 id="2147484046" r:id="rId12"/>
    <p:sldLayoutId id="2147484047" r:id="rId13"/>
    <p:sldLayoutId id="2147484048" r:id="rId14"/>
    <p:sldLayoutId id="2147484049" r:id="rId15"/>
    <p:sldLayoutId id="2147484050" r:id="rId16"/>
    <p:sldLayoutId id="2147484051" r:id="rId17"/>
    <p:sldLayoutId id="2147484052" r:id="rId18"/>
    <p:sldLayoutId id="2147484053" r:id="rId19"/>
    <p:sldLayoutId id="2147484054" r:id="rId20"/>
    <p:sldLayoutId id="2147484055" r:id="rId21"/>
    <p:sldLayoutId id="2147484056" r:id="rId22"/>
    <p:sldLayoutId id="2147484057" r:id="rId23"/>
    <p:sldLayoutId id="2147484058" r:id="rId24"/>
    <p:sldLayoutId id="2147484059" r:id="rId25"/>
    <p:sldLayoutId id="2147484060" r:id="rId26"/>
    <p:sldLayoutId id="2147484061" r:id="rId27"/>
    <p:sldLayoutId id="2147484062" r:id="rId28"/>
    <p:sldLayoutId id="2147484063" r:id="rId29"/>
    <p:sldLayoutId id="2147484064" r:id="rId30"/>
    <p:sldLayoutId id="2147484065" r:id="rId31"/>
    <p:sldLayoutId id="2147484066" r:id="rId32"/>
    <p:sldLayoutId id="2147484067" r:id="rId33"/>
    <p:sldLayoutId id="2147484068" r:id="rId34"/>
    <p:sldLayoutId id="2147484069" r:id="rId35"/>
    <p:sldLayoutId id="2147484070" r:id="rId36"/>
    <p:sldLayoutId id="2147484071" r:id="rId37"/>
    <p:sldLayoutId id="2147484072" r:id="rId38"/>
    <p:sldLayoutId id="2147484073" r:id="rId39"/>
    <p:sldLayoutId id="2147484074" r:id="rId40"/>
    <p:sldLayoutId id="2147484075" r:id="rId41"/>
    <p:sldLayoutId id="2147484076" r:id="rId42"/>
    <p:sldLayoutId id="2147484077" r:id="rId43"/>
    <p:sldLayoutId id="2147484078" r:id="rId44"/>
    <p:sldLayoutId id="2147484079" r:id="rId45"/>
    <p:sldLayoutId id="2147484080" r:id="rId46"/>
    <p:sldLayoutId id="2147484081" r:id="rId47"/>
    <p:sldLayoutId id="2147484082" r:id="rId48"/>
    <p:sldLayoutId id="2147484083" r:id="rId49"/>
    <p:sldLayoutId id="2147484084" r:id="rId50"/>
    <p:sldLayoutId id="2147484085" r:id="rId51"/>
    <p:sldLayoutId id="2147484086" r:id="rId52"/>
    <p:sldLayoutId id="2147484087" r:id="rId53"/>
    <p:sldLayoutId id="2147484088" r:id="rId54"/>
    <p:sldLayoutId id="2147484089" r:id="rId55"/>
    <p:sldLayoutId id="2147484090" r:id="rId56"/>
    <p:sldLayoutId id="2147484091" r:id="rId57"/>
    <p:sldLayoutId id="2147484092" r:id="rId58"/>
    <p:sldLayoutId id="2147484093" r:id="rId59"/>
    <p:sldLayoutId id="2147484094" r:id="rId60"/>
    <p:sldLayoutId id="2147484095" r:id="rId61"/>
    <p:sldLayoutId id="2147484096" r:id="rId62"/>
    <p:sldLayoutId id="2147484097" r:id="rId63"/>
    <p:sldLayoutId id="2147484098" r:id="rId64"/>
    <p:sldLayoutId id="2147484099" r:id="rId65"/>
    <p:sldLayoutId id="2147484100" r:id="rId66"/>
    <p:sldLayoutId id="2147484101" r:id="rId67"/>
    <p:sldLayoutId id="2147484103" r:id="rId68"/>
    <p:sldLayoutId id="2147484102" r:id="rId6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2000" kern="1200" dirty="0">
          <a:solidFill>
            <a:schemeClr val="tx1"/>
          </a:solidFill>
          <a:latin typeface="+mn-lt"/>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800" kern="1200" dirty="0">
          <a:solidFill>
            <a:schemeClr val="tx1"/>
          </a:solidFill>
          <a:latin typeface="+mn-lt"/>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600" kern="1200" dirty="0">
          <a:solidFill>
            <a:schemeClr val="tx1"/>
          </a:solidFill>
          <a:latin typeface="+mn-lt"/>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400" kern="1200" dirty="0">
          <a:solidFill>
            <a:schemeClr val="tx1"/>
          </a:solidFill>
          <a:latin typeface="+mn-lt"/>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200" kern="1200" dirty="0">
          <a:solidFill>
            <a:schemeClr val="tx1"/>
          </a:solidFill>
          <a:latin typeface="+mn-lt"/>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160">
          <p15:clr>
            <a:srgbClr val="F26B43"/>
          </p15:clr>
        </p15:guide>
        <p15:guide id="126" pos="204" userDrawn="1">
          <p15:clr>
            <a:srgbClr val="F26B43"/>
          </p15:clr>
        </p15:guide>
        <p15:guide id="127" pos="7476" userDrawn="1">
          <p15:clr>
            <a:srgbClr val="F26B43"/>
          </p15:clr>
        </p15:guide>
        <p15:guide id="128" pos="3840" userDrawn="1">
          <p15:clr>
            <a:srgbClr val="F26B43"/>
          </p15:clr>
        </p15:guide>
        <p15:guide id="129" orient="horz" pos="3827" userDrawn="1">
          <p15:clr>
            <a:srgbClr val="9FCC3B"/>
          </p15:clr>
        </p15:guide>
        <p15:guide id="130" orient="horz" pos="202" userDrawn="1">
          <p15:clr>
            <a:srgbClr val="F26B43"/>
          </p15:clr>
        </p15:guide>
        <p15:guide id="131" orient="horz" pos="392" userDrawn="1">
          <p15:clr>
            <a:srgbClr val="A4A3A4"/>
          </p15:clr>
        </p15:guide>
        <p15:guide id="132" orient="horz" pos="2552" userDrawn="1">
          <p15:clr>
            <a:srgbClr val="A4A3A4"/>
          </p15:clr>
        </p15:guide>
        <p15:guide id="133" orient="horz" pos="600" userDrawn="1">
          <p15:clr>
            <a:srgbClr val="A4A3A4"/>
          </p15:clr>
        </p15:guide>
        <p15:guide id="134" orient="horz" pos="1766" userDrawn="1">
          <p15:clr>
            <a:srgbClr val="A4A3A4"/>
          </p15:clr>
        </p15:guide>
        <p15:guide id="135" orient="horz" pos="2355" userDrawn="1">
          <p15:clr>
            <a:srgbClr val="A4A3A4"/>
          </p15:clr>
        </p15:guide>
        <p15:guide id="136" orient="horz" pos="4118" userDrawn="1">
          <p15:clr>
            <a:srgbClr val="F26B43"/>
          </p15:clr>
        </p15:guide>
        <p15:guide id="137" orient="horz" pos="1178" userDrawn="1">
          <p15:clr>
            <a:srgbClr val="A4A3A4"/>
          </p15:clr>
        </p15:guide>
        <p15:guide id="138" orient="horz" pos="1374" userDrawn="1">
          <p15:clr>
            <a:srgbClr val="A4A3A4"/>
          </p15:clr>
        </p15:guide>
        <p15:guide id="139" orient="horz" pos="1570" userDrawn="1">
          <p15:clr>
            <a:srgbClr val="A4A3A4"/>
          </p15:clr>
        </p15:guide>
        <p15:guide id="140" pos="703" userDrawn="1">
          <p15:clr>
            <a:srgbClr val="A4A3A4"/>
          </p15:clr>
        </p15:guide>
        <p15:guide id="141" pos="820" userDrawn="1">
          <p15:clr>
            <a:srgbClr val="A4A3A4"/>
          </p15:clr>
        </p15:guide>
        <p15:guide id="142" pos="1321" userDrawn="1">
          <p15:clr>
            <a:srgbClr val="A4A3A4"/>
          </p15:clr>
        </p15:guide>
        <p15:guide id="143" pos="1435" userDrawn="1">
          <p15:clr>
            <a:srgbClr val="A4A3A4"/>
          </p15:clr>
        </p15:guide>
        <p15:guide id="144" pos="1936" userDrawn="1">
          <p15:clr>
            <a:srgbClr val="A4A3A4"/>
          </p15:clr>
        </p15:guide>
        <p15:guide id="145" pos="2051" userDrawn="1">
          <p15:clr>
            <a:srgbClr val="A4A3A4"/>
          </p15:clr>
        </p15:guide>
        <p15:guide id="146" pos="2551" userDrawn="1">
          <p15:clr>
            <a:srgbClr val="A4A3A4"/>
          </p15:clr>
        </p15:guide>
        <p15:guide id="147" pos="2665" userDrawn="1">
          <p15:clr>
            <a:srgbClr val="A4A3A4"/>
          </p15:clr>
        </p15:guide>
        <p15:guide id="148" pos="3167" userDrawn="1">
          <p15:clr>
            <a:srgbClr val="A4A3A4"/>
          </p15:clr>
        </p15:guide>
        <p15:guide id="149" pos="3281" userDrawn="1">
          <p15:clr>
            <a:srgbClr val="A4A3A4"/>
          </p15:clr>
        </p15:guide>
        <p15:guide id="150" pos="3783" userDrawn="1">
          <p15:clr>
            <a:srgbClr val="A4A3A4"/>
          </p15:clr>
        </p15:guide>
        <p15:guide id="151" pos="3896" userDrawn="1">
          <p15:clr>
            <a:srgbClr val="A4A3A4"/>
          </p15:clr>
        </p15:guide>
        <p15:guide id="152" pos="4397" userDrawn="1">
          <p15:clr>
            <a:srgbClr val="A4A3A4"/>
          </p15:clr>
        </p15:guide>
        <p15:guide id="153" pos="4512" userDrawn="1">
          <p15:clr>
            <a:srgbClr val="A4A3A4"/>
          </p15:clr>
        </p15:guide>
        <p15:guide id="154" pos="5013" userDrawn="1">
          <p15:clr>
            <a:srgbClr val="A4A3A4"/>
          </p15:clr>
        </p15:guide>
        <p15:guide id="155" pos="5128" userDrawn="1">
          <p15:clr>
            <a:srgbClr val="A4A3A4"/>
          </p15:clr>
        </p15:guide>
        <p15:guide id="156" pos="5629" userDrawn="1">
          <p15:clr>
            <a:srgbClr val="A4A3A4"/>
          </p15:clr>
        </p15:guide>
        <p15:guide id="157" pos="5742" userDrawn="1">
          <p15:clr>
            <a:srgbClr val="A4A3A4"/>
          </p15:clr>
        </p15:guide>
        <p15:guide id="158" pos="6244" userDrawn="1">
          <p15:clr>
            <a:srgbClr val="A4A3A4"/>
          </p15:clr>
        </p15:guide>
        <p15:guide id="159" pos="6359" userDrawn="1">
          <p15:clr>
            <a:srgbClr val="A4A3A4"/>
          </p15:clr>
        </p15:guide>
        <p15:guide id="160" pos="6859" userDrawn="1">
          <p15:clr>
            <a:srgbClr val="A4A3A4"/>
          </p15:clr>
        </p15:guide>
        <p15:guide id="161" pos="6975" userDrawn="1">
          <p15:clr>
            <a:srgbClr val="A4A3A4"/>
          </p15:clr>
        </p15:guide>
        <p15:guide id="162" orient="horz" pos="784" userDrawn="1">
          <p15:clr>
            <a:srgbClr val="A4A3A4"/>
          </p15:clr>
        </p15:guide>
        <p15:guide id="163" orient="horz" pos="980" userDrawn="1">
          <p15:clr>
            <a:srgbClr val="A4A3A4"/>
          </p15:clr>
        </p15:guide>
        <p15:guide id="164" orient="horz" pos="1962" userDrawn="1">
          <p15:clr>
            <a:srgbClr val="A4A3A4"/>
          </p15:clr>
        </p15:guide>
        <p15:guide id="165" orient="horz" pos="2747" userDrawn="1">
          <p15:clr>
            <a:srgbClr val="A4A3A4"/>
          </p15:clr>
        </p15:guide>
        <p15:guide id="166" orient="horz" pos="2945" userDrawn="1">
          <p15:clr>
            <a:srgbClr val="A4A3A4"/>
          </p15:clr>
        </p15:guide>
        <p15:guide id="167" orient="horz" pos="3141" userDrawn="1">
          <p15:clr>
            <a:srgbClr val="A4A3A4"/>
          </p15:clr>
        </p15:guide>
        <p15:guide id="168" orient="horz" pos="3337" userDrawn="1">
          <p15:clr>
            <a:srgbClr val="A4A3A4"/>
          </p15:clr>
        </p15:guide>
        <p15:guide id="169" orient="horz" pos="3535" userDrawn="1">
          <p15:clr>
            <a:srgbClr val="A4A3A4"/>
          </p15:clr>
        </p15:guide>
        <p15:guide id="170" orient="horz" pos="3730" userDrawn="1">
          <p15:clr>
            <a:srgbClr val="A4A3A4"/>
          </p15:clr>
        </p15:guide>
        <p15:guide id="171" orient="horz" pos="3936" userDrawn="1">
          <p15:clr>
            <a:srgbClr val="A4A3A4"/>
          </p15:clr>
        </p15:guide>
        <p15:guide id="172" orient="horz" pos="187" userDrawn="1">
          <p15:clr>
            <a:srgbClr val="9FCC3B"/>
          </p15:clr>
        </p15:guide>
        <p15:guide id="173" pos="455" userDrawn="1">
          <p15:clr>
            <a:srgbClr val="9FCC3B"/>
          </p15:clr>
        </p15:guide>
        <p15:guide id="174" pos="1069" userDrawn="1">
          <p15:clr>
            <a:srgbClr val="9FCC3B"/>
          </p15:clr>
        </p15:guide>
        <p15:guide id="175" pos="1685" userDrawn="1">
          <p15:clr>
            <a:srgbClr val="9FCC3B"/>
          </p15:clr>
        </p15:guide>
        <p15:guide id="176" pos="2301" userDrawn="1">
          <p15:clr>
            <a:srgbClr val="9FCC3B"/>
          </p15:clr>
        </p15:guide>
        <p15:guide id="177" pos="2915" userDrawn="1">
          <p15:clr>
            <a:srgbClr val="9FCC3B"/>
          </p15:clr>
        </p15:guide>
        <p15:guide id="178" pos="3531" userDrawn="1">
          <p15:clr>
            <a:srgbClr val="9FCC3B"/>
          </p15:clr>
        </p15:guide>
        <p15:guide id="179" pos="4146" userDrawn="1">
          <p15:clr>
            <a:srgbClr val="9FCC3B"/>
          </p15:clr>
        </p15:guide>
        <p15:guide id="180" pos="4762" userDrawn="1">
          <p15:clr>
            <a:srgbClr val="9FCC3B"/>
          </p15:clr>
        </p15:guide>
        <p15:guide id="181" pos="5378" userDrawn="1">
          <p15:clr>
            <a:srgbClr val="9FCC3B"/>
          </p15:clr>
        </p15:guide>
        <p15:guide id="182" pos="5992" userDrawn="1">
          <p15:clr>
            <a:srgbClr val="9FCC3B"/>
          </p15:clr>
        </p15:guide>
        <p15:guide id="183" pos="6609" userDrawn="1">
          <p15:clr>
            <a:srgbClr val="9FCC3B"/>
          </p15:clr>
        </p15:guide>
        <p15:guide id="184" pos="7225"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3.xml"/><Relationship Id="rId4" Type="http://schemas.openxmlformats.org/officeDocument/2006/relationships/image" Target="../media/image18.jpg"/></Relationships>
</file>

<file path=ppt/slides/_rels/slide4.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20.jpg"/><Relationship Id="rId7" Type="http://schemas.openxmlformats.org/officeDocument/2006/relationships/image" Target="../media/image16.jpg"/><Relationship Id="rId2" Type="http://schemas.openxmlformats.org/officeDocument/2006/relationships/image" Target="../media/image19.jpg"/><Relationship Id="rId1" Type="http://schemas.openxmlformats.org/officeDocument/2006/relationships/slideLayout" Target="../slideLayouts/slideLayout13.xml"/><Relationship Id="rId6" Type="http://schemas.openxmlformats.org/officeDocument/2006/relationships/image" Target="../media/image22.jpg"/><Relationship Id="rId5" Type="http://schemas.openxmlformats.org/officeDocument/2006/relationships/image" Target="../media/image21.jpg"/><Relationship Id="rId10" Type="http://schemas.openxmlformats.org/officeDocument/2006/relationships/image" Target="../media/image18.jpg"/><Relationship Id="rId4" Type="http://schemas.openxmlformats.org/officeDocument/2006/relationships/image" Target="../media/image17.jpg"/><Relationship Id="rId9" Type="http://schemas.openxmlformats.org/officeDocument/2006/relationships/image" Target="../media/image24.jp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2" Type="http://schemas.openxmlformats.org/officeDocument/2006/relationships/hyperlink" Target="https://bx.cisco.com/s/snwjh3bq3334f82z5n4pmv25"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sv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hyperlink" Target="https://bx.cisco.com/s/c978schcxbj4zbr3fs4s5bj" TargetMode="External"/><Relationship Id="rId21" Type="http://schemas.openxmlformats.org/officeDocument/2006/relationships/image" Target="../media/image52.svg"/><Relationship Id="rId7" Type="http://schemas.openxmlformats.org/officeDocument/2006/relationships/image" Target="../media/image38.svg"/><Relationship Id="rId12" Type="http://schemas.openxmlformats.org/officeDocument/2006/relationships/image" Target="../media/image43.png"/><Relationship Id="rId17" Type="http://schemas.openxmlformats.org/officeDocument/2006/relationships/image" Target="../media/image48.svg"/><Relationship Id="rId25" Type="http://schemas.openxmlformats.org/officeDocument/2006/relationships/image" Target="../media/image56.svg"/><Relationship Id="rId2" Type="http://schemas.openxmlformats.org/officeDocument/2006/relationships/notesSlide" Target="../notesSlides/notesSlide5.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13.xml"/><Relationship Id="rId6" Type="http://schemas.openxmlformats.org/officeDocument/2006/relationships/image" Target="../media/image37.png"/><Relationship Id="rId11" Type="http://schemas.openxmlformats.org/officeDocument/2006/relationships/image" Target="../media/image42.svg"/><Relationship Id="rId24" Type="http://schemas.openxmlformats.org/officeDocument/2006/relationships/image" Target="../media/image55.png"/><Relationship Id="rId5" Type="http://schemas.openxmlformats.org/officeDocument/2006/relationships/image" Target="../media/image36.svg"/><Relationship Id="rId15" Type="http://schemas.openxmlformats.org/officeDocument/2006/relationships/image" Target="../media/image46.svg"/><Relationship Id="rId23" Type="http://schemas.openxmlformats.org/officeDocument/2006/relationships/image" Target="../media/image54.svg"/><Relationship Id="rId10" Type="http://schemas.openxmlformats.org/officeDocument/2006/relationships/image" Target="../media/image41.png"/><Relationship Id="rId19" Type="http://schemas.openxmlformats.org/officeDocument/2006/relationships/image" Target="../media/image50.svg"/><Relationship Id="rId4" Type="http://schemas.openxmlformats.org/officeDocument/2006/relationships/image" Target="../media/image35.png"/><Relationship Id="rId9" Type="http://schemas.openxmlformats.org/officeDocument/2006/relationships/image" Target="../media/image40.sv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svg"/></Relationships>
</file>

<file path=ppt/slides/_rels/slide9.xml.rels><?xml version="1.0" encoding="UTF-8" standalone="yes"?>
<Relationships xmlns="http://schemas.openxmlformats.org/package/2006/relationships"><Relationship Id="rId3" Type="http://schemas.openxmlformats.org/officeDocument/2006/relationships/hyperlink" Target="https://bx.cisco.com/s/cq349sp88q26g3nfq6h9fcwm"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9.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Layout" Target="../slideLayouts/slideLayout40.xml"/><Relationship Id="rId4" Type="http://schemas.openxmlformats.org/officeDocument/2006/relationships/image" Target="../media/image63.sv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4.png"/><Relationship Id="rId1" Type="http://schemas.openxmlformats.org/officeDocument/2006/relationships/slideLayout" Target="../slideLayouts/slideLayout29.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6.png"/><Relationship Id="rId1" Type="http://schemas.openxmlformats.org/officeDocument/2006/relationships/slideLayout" Target="../slideLayouts/slideLayout29.xml"/><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8.xml"/></Relationships>
</file>

<file path=ppt/slides/_rels/slide3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8.xml"/></Relationships>
</file>

<file path=ppt/slides/_rels/slide4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30F8-1CD4-FE75-FCD3-24E9F47F8E8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8E202DE-F0C4-F38B-E5D9-3EDB75497747}"/>
              </a:ext>
            </a:extLst>
          </p:cNvPr>
          <p:cNvSpPr>
            <a:spLocks noGrp="1"/>
          </p:cNvSpPr>
          <p:nvPr>
            <p:ph type="title"/>
          </p:nvPr>
        </p:nvSpPr>
        <p:spPr/>
        <p:txBody>
          <a:bodyPr/>
          <a:lstStyle/>
          <a:p>
            <a:r>
              <a:rPr lang="en-US" sz="4800"/>
              <a:t>Splunk Template</a:t>
            </a:r>
            <a:endParaRPr lang="en-US" sz="4800" dirty="0"/>
          </a:p>
        </p:txBody>
      </p:sp>
      <p:sp>
        <p:nvSpPr>
          <p:cNvPr id="5" name="Text Placeholder 4">
            <a:extLst>
              <a:ext uri="{FF2B5EF4-FFF2-40B4-BE49-F238E27FC236}">
                <a16:creationId xmlns:a16="http://schemas.microsoft.com/office/drawing/2014/main" id="{F82761F5-8097-5071-9881-DB9BCD8A19DF}"/>
              </a:ext>
            </a:extLst>
          </p:cNvPr>
          <p:cNvSpPr>
            <a:spLocks noGrp="1"/>
          </p:cNvSpPr>
          <p:nvPr>
            <p:ph type="body" sz="quarter" idx="11"/>
          </p:nvPr>
        </p:nvSpPr>
        <p:spPr>
          <a:xfrm>
            <a:off x="323850" y="3820457"/>
            <a:ext cx="3725863" cy="457200"/>
          </a:xfrm>
        </p:spPr>
        <p:txBody>
          <a:bodyPr/>
          <a:lstStyle/>
          <a:p>
            <a:r>
              <a:rPr lang="en-US" sz="200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Booster Pack</a:t>
            </a:r>
            <a:endParaRPr lang="en-US" sz="20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endParaRPr>
          </a:p>
        </p:txBody>
      </p:sp>
      <p:sp>
        <p:nvSpPr>
          <p:cNvPr id="14" name="Text Placeholder 13">
            <a:extLst>
              <a:ext uri="{FF2B5EF4-FFF2-40B4-BE49-F238E27FC236}">
                <a16:creationId xmlns:a16="http://schemas.microsoft.com/office/drawing/2014/main" id="{EE2FDAB7-01B7-9786-4F5C-61EA444E64C0}"/>
              </a:ext>
            </a:extLst>
          </p:cNvPr>
          <p:cNvSpPr>
            <a:spLocks noGrp="1"/>
          </p:cNvSpPr>
          <p:nvPr>
            <p:ph type="body" sz="quarter" idx="12"/>
          </p:nvPr>
        </p:nvSpPr>
        <p:spPr/>
        <p:txBody>
          <a:bodyPr/>
          <a:lstStyle/>
          <a:p>
            <a:r>
              <a:rPr lang="en-US">
                <a:latin typeface="Inter Light" panose="02000403000000020004" pitchFamily="2" charset="0"/>
                <a:ea typeface="Inter Light" panose="02000403000000020004" pitchFamily="2" charset="0"/>
                <a:cs typeface="Inter Light" panose="02000403000000020004" pitchFamily="2" charset="0"/>
              </a:rPr>
              <a:t>April 2026</a:t>
            </a:r>
            <a:endParaRPr lang="en-US" dirty="0">
              <a:latin typeface="Inter Light" panose="02000403000000020004" pitchFamily="2" charset="0"/>
              <a:ea typeface="Inter Light" panose="02000403000000020004" pitchFamily="2" charset="0"/>
              <a:cs typeface="Inter Light" panose="02000403000000020004" pitchFamily="2" charset="0"/>
            </a:endParaRPr>
          </a:p>
        </p:txBody>
      </p:sp>
    </p:spTree>
    <p:extLst>
      <p:ext uri="{BB962C8B-B14F-4D97-AF65-F5344CB8AC3E}">
        <p14:creationId xmlns:p14="http://schemas.microsoft.com/office/powerpoint/2010/main" val="236623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19D9E-B975-5AC3-1162-1824742240A8}"/>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8B04E06-01E6-5BFD-C95C-29B37637493A}"/>
              </a:ext>
            </a:extLst>
          </p:cNvPr>
          <p:cNvSpPr>
            <a:spLocks noGrp="1"/>
          </p:cNvSpPr>
          <p:nvPr>
            <p:ph type="title"/>
          </p:nvPr>
        </p:nvSpPr>
        <p:spPr>
          <a:xfrm>
            <a:off x="323850" y="2004694"/>
            <a:ext cx="4573971" cy="2179638"/>
          </a:xfrm>
        </p:spPr>
        <p:txBody>
          <a:bodyPr/>
          <a:lstStyle/>
          <a:p>
            <a:r>
              <a:rPr lang="en-US" dirty="0">
                <a:ea typeface="Inter Light" panose="02000403000000020004" pitchFamily="2" charset="0"/>
                <a:cs typeface="Inter Light" panose="02000403000000020004" pitchFamily="2" charset="0"/>
              </a:rPr>
              <a:t>Template overview and usage instructions</a:t>
            </a:r>
          </a:p>
        </p:txBody>
      </p:sp>
      <p:sp>
        <p:nvSpPr>
          <p:cNvPr id="5" name="Text Placeholder 4">
            <a:extLst>
              <a:ext uri="{FF2B5EF4-FFF2-40B4-BE49-F238E27FC236}">
                <a16:creationId xmlns:a16="http://schemas.microsoft.com/office/drawing/2014/main" id="{AFC1FF4E-D8BA-EF8E-FC54-37BFBE3106FB}"/>
              </a:ext>
            </a:extLst>
          </p:cNvPr>
          <p:cNvSpPr>
            <a:spLocks noGrp="1"/>
          </p:cNvSpPr>
          <p:nvPr>
            <p:ph type="body" sz="quarter" idx="12"/>
          </p:nvPr>
        </p:nvSpPr>
        <p:spPr>
          <a:xfrm>
            <a:off x="6581775" y="1245393"/>
            <a:ext cx="4779908" cy="4367213"/>
          </a:xfrm>
        </p:spPr>
        <p:txBody>
          <a:bodyPr/>
          <a:lstStyle/>
          <a:p>
            <a:pPr marL="0" indent="0">
              <a:buNone/>
            </a:pPr>
            <a:r>
              <a:rPr lang="en-US" sz="1400" b="1" dirty="0"/>
              <a:t>Overview</a:t>
            </a:r>
          </a:p>
          <a:p>
            <a:pPr marL="0" indent="0">
              <a:buNone/>
            </a:pPr>
            <a:r>
              <a:rPr lang="en-US" sz="1200" dirty="0"/>
              <a:t>As the Splunk and Cisco brands continue to evolve, this template features updated backgrounds and a new font that harmonize the visual identities of both brands, ensuring a cohesive and modern look for Splunk and Cisco presentations alike. </a:t>
            </a:r>
            <a:br>
              <a:rPr lang="en-US" sz="1400" dirty="0"/>
            </a:br>
            <a:endParaRPr lang="en-US" dirty="0"/>
          </a:p>
          <a:p>
            <a:pPr marL="0" indent="0">
              <a:buNone/>
            </a:pPr>
            <a:r>
              <a:rPr lang="en-US" sz="1400" b="1" dirty="0"/>
              <a:t>Usage instructions</a:t>
            </a:r>
          </a:p>
          <a:p>
            <a:pPr marL="0" indent="0">
              <a:buNone/>
            </a:pPr>
            <a:r>
              <a:rPr lang="en-US" sz="1200" dirty="0"/>
              <a:t>Please ensure you follow the template instructions carefully by using the designated slides for each brand's content and adhering to the respective brand color guidelines. This approach helps maintain brand consistency and professionalism across all presentations, avoiding mixing styles within a single deck.</a:t>
            </a:r>
          </a:p>
        </p:txBody>
      </p:sp>
    </p:spTree>
    <p:extLst>
      <p:ext uri="{BB962C8B-B14F-4D97-AF65-F5344CB8AC3E}">
        <p14:creationId xmlns:p14="http://schemas.microsoft.com/office/powerpoint/2010/main" val="352828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9BC13-1F28-874E-F1CC-FCE57104B7E1}"/>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D0C59870-9CF0-3CE0-73BA-BF586D75DF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9569" y="790589"/>
            <a:ext cx="2729660" cy="1539477"/>
          </a:xfrm>
          <a:prstGeom prst="rect">
            <a:avLst/>
          </a:prstGeom>
          <a:ln w="6350">
            <a:solidFill>
              <a:schemeClr val="accent5"/>
            </a:solidFill>
          </a:ln>
          <a:effectLst/>
        </p:spPr>
      </p:pic>
      <p:pic>
        <p:nvPicPr>
          <p:cNvPr id="20" name="Picture 19">
            <a:extLst>
              <a:ext uri="{FF2B5EF4-FFF2-40B4-BE49-F238E27FC236}">
                <a16:creationId xmlns:a16="http://schemas.microsoft.com/office/drawing/2014/main" id="{0BCB2CFD-4AB1-F3CE-D401-51D0018BDF44}"/>
              </a:ext>
            </a:extLst>
          </p:cNvPr>
          <p:cNvPicPr>
            <a:picLocks noChangeAspect="1"/>
          </p:cNvPicPr>
          <p:nvPr/>
        </p:nvPicPr>
        <p:blipFill>
          <a:blip r:embed="rId3">
            <a:extLst>
              <a:ext uri="{28A0092B-C50C-407E-A947-70E740481C1C}">
                <a14:useLocalDpi xmlns:a14="http://schemas.microsoft.com/office/drawing/2010/main" val="0"/>
              </a:ext>
            </a:extLst>
          </a:blip>
          <a:srcRect t="942" b="942"/>
          <a:stretch/>
        </p:blipFill>
        <p:spPr>
          <a:xfrm>
            <a:off x="7531539" y="2549054"/>
            <a:ext cx="2743200" cy="1516532"/>
          </a:xfrm>
          <a:prstGeom prst="rect">
            <a:avLst/>
          </a:prstGeom>
          <a:ln w="6350">
            <a:solidFill>
              <a:schemeClr val="accent5"/>
            </a:solidFill>
          </a:ln>
          <a:effectLst/>
        </p:spPr>
      </p:pic>
      <p:sp>
        <p:nvSpPr>
          <p:cNvPr id="2" name="Title 1">
            <a:extLst>
              <a:ext uri="{FF2B5EF4-FFF2-40B4-BE49-F238E27FC236}">
                <a16:creationId xmlns:a16="http://schemas.microsoft.com/office/drawing/2014/main" id="{DBD1B647-591E-20E2-67EA-12EB8D6BB112}"/>
              </a:ext>
            </a:extLst>
          </p:cNvPr>
          <p:cNvSpPr>
            <a:spLocks noGrp="1"/>
          </p:cNvSpPr>
          <p:nvPr>
            <p:ph type="title"/>
          </p:nvPr>
        </p:nvSpPr>
        <p:spPr/>
        <p:txBody>
          <a:bodyPr/>
          <a:lstStyle/>
          <a:p>
            <a:r>
              <a:rPr lang="en-US" dirty="0"/>
              <a:t>Template instructions</a:t>
            </a:r>
          </a:p>
        </p:txBody>
      </p:sp>
      <p:sp>
        <p:nvSpPr>
          <p:cNvPr id="19" name="Text Placeholder 4">
            <a:extLst>
              <a:ext uri="{FF2B5EF4-FFF2-40B4-BE49-F238E27FC236}">
                <a16:creationId xmlns:a16="http://schemas.microsoft.com/office/drawing/2014/main" id="{5A6CC5C1-9CFF-B43F-65FB-B4131DC5844F}"/>
              </a:ext>
            </a:extLst>
          </p:cNvPr>
          <p:cNvSpPr txBox="1">
            <a:spLocks/>
          </p:cNvSpPr>
          <p:nvPr/>
        </p:nvSpPr>
        <p:spPr>
          <a:xfrm>
            <a:off x="323850" y="2140567"/>
            <a:ext cx="5382469" cy="875679"/>
          </a:xfrm>
          <a:prstGeom prst="rect">
            <a:avLst/>
          </a:prstGeom>
        </p:spPr>
        <p:txBody>
          <a:bodyPr/>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Inter" panose="02000503000000020004" pitchFamily="2" charset="0"/>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Inter" panose="02000503000000020004" pitchFamily="2" charset="0"/>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Inter" panose="02000503000000020004" pitchFamily="2" charset="0"/>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Inter" panose="02000503000000020004" pitchFamily="2" charset="0"/>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Inter" panose="02000503000000020004" pitchFamily="2" charset="0"/>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This template includes distinct styles for Splunk and Cisco content.</a:t>
            </a:r>
          </a:p>
        </p:txBody>
      </p:sp>
      <p:sp>
        <p:nvSpPr>
          <p:cNvPr id="11" name="Text Placeholder 4">
            <a:extLst>
              <a:ext uri="{FF2B5EF4-FFF2-40B4-BE49-F238E27FC236}">
                <a16:creationId xmlns:a16="http://schemas.microsoft.com/office/drawing/2014/main" id="{61C59101-6AE7-1540-5406-1C96B214911E}"/>
              </a:ext>
            </a:extLst>
          </p:cNvPr>
          <p:cNvSpPr txBox="1">
            <a:spLocks/>
          </p:cNvSpPr>
          <p:nvPr/>
        </p:nvSpPr>
        <p:spPr>
          <a:xfrm>
            <a:off x="323850" y="3152309"/>
            <a:ext cx="5382469" cy="2697436"/>
          </a:xfrm>
          <a:prstGeom prst="rect">
            <a:avLst/>
          </a:prstGeom>
        </p:spPr>
        <p:txBody>
          <a:bodyPr/>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Inter" panose="02000503000000020004" pitchFamily="2" charset="0"/>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Inter" panose="02000503000000020004" pitchFamily="2" charset="0"/>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Inter" panose="02000503000000020004" pitchFamily="2" charset="0"/>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Inter" panose="02000503000000020004" pitchFamily="2" charset="0"/>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Inter" panose="02000503000000020004" pitchFamily="2" charset="0"/>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solidFill>
                  <a:schemeClr val="tx1"/>
                </a:solidFill>
                <a:latin typeface="+mn-lt"/>
              </a:rPr>
              <a:t>Use the pink and orange gradient and glow effects for Splunk-focused content, and the blue gradient and glow effects for Cisco-focused content.</a:t>
            </a:r>
          </a:p>
          <a:p>
            <a:pPr marL="0" indent="0">
              <a:buNone/>
            </a:pPr>
            <a:r>
              <a:rPr lang="en-US" sz="1400" dirty="0">
                <a:solidFill>
                  <a:schemeClr val="tx1"/>
                </a:solidFill>
                <a:latin typeface="+mn-lt"/>
              </a:rPr>
              <a:t>When your slide content addresses both Splunk and Cisco together, use the full gradient to represent both brands. </a:t>
            </a:r>
            <a:br>
              <a:rPr lang="en-US" sz="1400" dirty="0">
                <a:solidFill>
                  <a:schemeClr val="tx1"/>
                </a:solidFill>
                <a:latin typeface="+mn-lt"/>
              </a:rPr>
            </a:br>
            <a:r>
              <a:rPr lang="en-US" sz="1400" dirty="0">
                <a:solidFill>
                  <a:schemeClr val="tx1"/>
                </a:solidFill>
                <a:latin typeface="+mn-lt"/>
              </a:rPr>
              <a:t>If your presentation covers both brands but on separate slides, apply the appropriate colors and backgrounds that align with the specific content on each slide.</a:t>
            </a:r>
          </a:p>
        </p:txBody>
      </p:sp>
      <p:pic>
        <p:nvPicPr>
          <p:cNvPr id="15" name="Picture 14">
            <a:extLst>
              <a:ext uri="{FF2B5EF4-FFF2-40B4-BE49-F238E27FC236}">
                <a16:creationId xmlns:a16="http://schemas.microsoft.com/office/drawing/2014/main" id="{4247E415-8AD3-04E1-9D3A-001407F099C4}"/>
              </a:ext>
            </a:extLst>
          </p:cNvPr>
          <p:cNvPicPr>
            <a:picLocks noChangeAspect="1"/>
          </p:cNvPicPr>
          <p:nvPr/>
        </p:nvPicPr>
        <p:blipFill>
          <a:blip r:embed="rId4">
            <a:extLst>
              <a:ext uri="{28A0092B-C50C-407E-A947-70E740481C1C}">
                <a14:useLocalDpi xmlns:a14="http://schemas.microsoft.com/office/drawing/2010/main" val="0"/>
              </a:ext>
            </a:extLst>
          </a:blip>
          <a:srcRect l="11" r="11"/>
          <a:stretch/>
        </p:blipFill>
        <p:spPr>
          <a:xfrm>
            <a:off x="7534774" y="4310723"/>
            <a:ext cx="2743200" cy="1549713"/>
          </a:xfrm>
          <a:prstGeom prst="rect">
            <a:avLst/>
          </a:prstGeom>
          <a:ln w="6350">
            <a:solidFill>
              <a:schemeClr val="accent5"/>
            </a:solidFill>
          </a:ln>
          <a:effectLst/>
        </p:spPr>
      </p:pic>
    </p:spTree>
    <p:extLst>
      <p:ext uri="{BB962C8B-B14F-4D97-AF65-F5344CB8AC3E}">
        <p14:creationId xmlns:p14="http://schemas.microsoft.com/office/powerpoint/2010/main" val="272249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78C2-35F4-CD65-B6CD-9BE22A9C9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7DA6A-BA96-CEB7-9021-A4CC09F7A265}"/>
              </a:ext>
            </a:extLst>
          </p:cNvPr>
          <p:cNvSpPr>
            <a:spLocks noGrp="1"/>
          </p:cNvSpPr>
          <p:nvPr>
            <p:ph type="title"/>
          </p:nvPr>
        </p:nvSpPr>
        <p:spPr/>
        <p:txBody>
          <a:bodyPr/>
          <a:lstStyle/>
          <a:p>
            <a:r>
              <a:rPr lang="en-US" dirty="0"/>
              <a:t>Template instructions</a:t>
            </a:r>
          </a:p>
        </p:txBody>
      </p:sp>
      <p:sp>
        <p:nvSpPr>
          <p:cNvPr id="3" name="TextBox 2">
            <a:extLst>
              <a:ext uri="{FF2B5EF4-FFF2-40B4-BE49-F238E27FC236}">
                <a16:creationId xmlns:a16="http://schemas.microsoft.com/office/drawing/2014/main" id="{D71156B7-845F-AF72-BABB-FD24E95406D8}"/>
              </a:ext>
            </a:extLst>
          </p:cNvPr>
          <p:cNvSpPr txBox="1"/>
          <p:nvPr/>
        </p:nvSpPr>
        <p:spPr>
          <a:xfrm>
            <a:off x="5552173" y="2852587"/>
            <a:ext cx="4635688" cy="215444"/>
          </a:xfrm>
          <a:prstGeom prst="rect">
            <a:avLst/>
          </a:prstGeom>
          <a:noFill/>
        </p:spPr>
        <p:txBody>
          <a:bodyPr wrap="square" lIns="0" tIns="0" rIns="0" bIns="0" rtlCol="0">
            <a:sp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1400" u="none" strike="noStrike" kern="1200" cap="none" spc="0" normalizeH="0" baseline="0" noProof="0" dirty="0">
                <a:ln>
                  <a:noFill/>
                </a:ln>
                <a:effectLst/>
                <a:uLnTx/>
                <a:uFillTx/>
                <a:ea typeface="Inter Light" panose="02000503000000020004" pitchFamily="2" charset="0"/>
              </a:rPr>
              <a:t>Cisco-focused content</a:t>
            </a:r>
          </a:p>
        </p:txBody>
      </p:sp>
      <p:sp>
        <p:nvSpPr>
          <p:cNvPr id="4" name="TextBox 3">
            <a:extLst>
              <a:ext uri="{FF2B5EF4-FFF2-40B4-BE49-F238E27FC236}">
                <a16:creationId xmlns:a16="http://schemas.microsoft.com/office/drawing/2014/main" id="{DB57EC94-613C-6F59-AA6A-2AC75789AFA9}"/>
              </a:ext>
            </a:extLst>
          </p:cNvPr>
          <p:cNvSpPr txBox="1"/>
          <p:nvPr/>
        </p:nvSpPr>
        <p:spPr>
          <a:xfrm>
            <a:off x="5552173" y="1260517"/>
            <a:ext cx="4635688" cy="215444"/>
          </a:xfrm>
          <a:prstGeom prst="rect">
            <a:avLst/>
          </a:prstGeom>
          <a:noFill/>
        </p:spPr>
        <p:txBody>
          <a:bodyPr wrap="square" lIns="0" tIns="0" rIns="0" bIns="0" rtlCol="0">
            <a:sp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1400" u="none" strike="noStrike" kern="1200" cap="none" spc="0" normalizeH="0" baseline="0" noProof="0" dirty="0">
                <a:ln>
                  <a:noFill/>
                </a:ln>
                <a:effectLst/>
                <a:uLnTx/>
                <a:uFillTx/>
                <a:ea typeface="Inter Light" panose="02000503000000020004" pitchFamily="2" charset="0"/>
              </a:rPr>
              <a:t>Splunk-focused content </a:t>
            </a:r>
          </a:p>
        </p:txBody>
      </p:sp>
      <p:pic>
        <p:nvPicPr>
          <p:cNvPr id="6" name="Picture 5">
            <a:extLst>
              <a:ext uri="{FF2B5EF4-FFF2-40B4-BE49-F238E27FC236}">
                <a16:creationId xmlns:a16="http://schemas.microsoft.com/office/drawing/2014/main" id="{9775496C-3B40-B5E5-3D53-A09499215CA2}"/>
              </a:ext>
            </a:extLst>
          </p:cNvPr>
          <p:cNvPicPr>
            <a:picLocks noChangeAspect="1"/>
          </p:cNvPicPr>
          <p:nvPr/>
        </p:nvPicPr>
        <p:blipFill>
          <a:blip r:embed="rId2">
            <a:extLst>
              <a:ext uri="{28A0092B-C50C-407E-A947-70E740481C1C}">
                <a14:useLocalDpi xmlns:a14="http://schemas.microsoft.com/office/drawing/2010/main" val="0"/>
              </a:ext>
            </a:extLst>
          </a:blip>
          <a:srcRect t="374" b="374"/>
          <a:stretch/>
        </p:blipFill>
        <p:spPr>
          <a:xfrm>
            <a:off x="5546801" y="3136769"/>
            <a:ext cx="1563624" cy="876530"/>
          </a:xfrm>
          <a:prstGeom prst="rect">
            <a:avLst/>
          </a:prstGeom>
          <a:ln w="6350">
            <a:solidFill>
              <a:schemeClr val="accent5">
                <a:alpha val="38000"/>
              </a:schemeClr>
            </a:solidFill>
          </a:ln>
        </p:spPr>
      </p:pic>
      <p:pic>
        <p:nvPicPr>
          <p:cNvPr id="10" name="Picture 9">
            <a:extLst>
              <a:ext uri="{FF2B5EF4-FFF2-40B4-BE49-F238E27FC236}">
                <a16:creationId xmlns:a16="http://schemas.microsoft.com/office/drawing/2014/main" id="{EE7EEA8D-49C5-F5F0-5FB0-88AD5E402D6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75398" y="3136769"/>
            <a:ext cx="1557376" cy="879807"/>
          </a:xfrm>
          <a:prstGeom prst="rect">
            <a:avLst/>
          </a:prstGeom>
          <a:ln w="6350">
            <a:solidFill>
              <a:schemeClr val="accent5">
                <a:alpha val="38000"/>
              </a:schemeClr>
            </a:solidFill>
          </a:ln>
        </p:spPr>
      </p:pic>
      <p:pic>
        <p:nvPicPr>
          <p:cNvPr id="12" name="Picture 11">
            <a:extLst>
              <a:ext uri="{FF2B5EF4-FFF2-40B4-BE49-F238E27FC236}">
                <a16:creationId xmlns:a16="http://schemas.microsoft.com/office/drawing/2014/main" id="{968E34DA-69AE-3DD3-1B52-58D1DA07BDAF}"/>
              </a:ext>
            </a:extLst>
          </p:cNvPr>
          <p:cNvPicPr>
            <a:picLocks noChangeAspect="1"/>
          </p:cNvPicPr>
          <p:nvPr/>
        </p:nvPicPr>
        <p:blipFill>
          <a:blip r:embed="rId4">
            <a:extLst>
              <a:ext uri="{28A0092B-C50C-407E-A947-70E740481C1C}">
                <a14:useLocalDpi xmlns:a14="http://schemas.microsoft.com/office/drawing/2010/main" val="0"/>
              </a:ext>
            </a:extLst>
          </a:blip>
          <a:srcRect t="255" b="255"/>
          <a:stretch/>
        </p:blipFill>
        <p:spPr>
          <a:xfrm>
            <a:off x="8982708" y="3136769"/>
            <a:ext cx="1563624" cy="876529"/>
          </a:xfrm>
          <a:prstGeom prst="rect">
            <a:avLst/>
          </a:prstGeom>
          <a:ln w="6350">
            <a:solidFill>
              <a:schemeClr val="accent5">
                <a:alpha val="38000"/>
              </a:schemeClr>
            </a:solidFill>
          </a:ln>
        </p:spPr>
      </p:pic>
      <p:pic>
        <p:nvPicPr>
          <p:cNvPr id="14" name="Picture 13">
            <a:extLst>
              <a:ext uri="{FF2B5EF4-FFF2-40B4-BE49-F238E27FC236}">
                <a16:creationId xmlns:a16="http://schemas.microsoft.com/office/drawing/2014/main" id="{543E056E-D93E-7BFE-2054-F112CBDB216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553899" y="1549302"/>
            <a:ext cx="1560171" cy="879074"/>
          </a:xfrm>
          <a:prstGeom prst="rect">
            <a:avLst/>
          </a:prstGeom>
          <a:ln w="6350">
            <a:solidFill>
              <a:schemeClr val="accent5">
                <a:alpha val="38000"/>
              </a:schemeClr>
            </a:solidFill>
          </a:ln>
        </p:spPr>
      </p:pic>
      <p:pic>
        <p:nvPicPr>
          <p:cNvPr id="16" name="Picture 15">
            <a:extLst>
              <a:ext uri="{FF2B5EF4-FFF2-40B4-BE49-F238E27FC236}">
                <a16:creationId xmlns:a16="http://schemas.microsoft.com/office/drawing/2014/main" id="{AFCEF622-F2CF-C2A6-A8E5-CA024C41B1D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272278" y="1546952"/>
            <a:ext cx="1553023" cy="876707"/>
          </a:xfrm>
          <a:prstGeom prst="rect">
            <a:avLst/>
          </a:prstGeom>
          <a:ln w="6350">
            <a:solidFill>
              <a:schemeClr val="accent5">
                <a:alpha val="38000"/>
              </a:schemeClr>
            </a:solidFill>
          </a:ln>
        </p:spPr>
      </p:pic>
      <p:pic>
        <p:nvPicPr>
          <p:cNvPr id="18" name="Picture 17">
            <a:extLst>
              <a:ext uri="{FF2B5EF4-FFF2-40B4-BE49-F238E27FC236}">
                <a16:creationId xmlns:a16="http://schemas.microsoft.com/office/drawing/2014/main" id="{89B561C5-2132-5647-4475-9DBCCFE63B40}"/>
              </a:ext>
            </a:extLst>
          </p:cNvPr>
          <p:cNvPicPr>
            <a:picLocks noChangeAspect="1"/>
          </p:cNvPicPr>
          <p:nvPr/>
        </p:nvPicPr>
        <p:blipFill>
          <a:blip r:embed="rId7">
            <a:extLst>
              <a:ext uri="{28A0092B-C50C-407E-A947-70E740481C1C}">
                <a14:useLocalDpi xmlns:a14="http://schemas.microsoft.com/office/drawing/2010/main" val="0"/>
              </a:ext>
            </a:extLst>
          </a:blip>
          <a:srcRect l="104" r="104"/>
          <a:stretch/>
        </p:blipFill>
        <p:spPr>
          <a:xfrm>
            <a:off x="8982709" y="1546935"/>
            <a:ext cx="1559648" cy="881441"/>
          </a:xfrm>
          <a:prstGeom prst="rect">
            <a:avLst/>
          </a:prstGeom>
          <a:ln w="6350">
            <a:solidFill>
              <a:schemeClr val="accent5">
                <a:alpha val="38000"/>
              </a:schemeClr>
            </a:solidFill>
          </a:ln>
        </p:spPr>
      </p:pic>
      <p:sp>
        <p:nvSpPr>
          <p:cNvPr id="5" name="TextBox 4">
            <a:extLst>
              <a:ext uri="{FF2B5EF4-FFF2-40B4-BE49-F238E27FC236}">
                <a16:creationId xmlns:a16="http://schemas.microsoft.com/office/drawing/2014/main" id="{D6D56BA2-8129-9316-D1A5-E12846D6A065}"/>
              </a:ext>
            </a:extLst>
          </p:cNvPr>
          <p:cNvSpPr txBox="1"/>
          <p:nvPr/>
        </p:nvSpPr>
        <p:spPr>
          <a:xfrm>
            <a:off x="5552173" y="4449951"/>
            <a:ext cx="4635688" cy="215444"/>
          </a:xfrm>
          <a:prstGeom prst="rect">
            <a:avLst/>
          </a:prstGeom>
          <a:noFill/>
        </p:spPr>
        <p:txBody>
          <a:bodyPr wrap="square" lIns="0" tIns="0" rIns="0" bIns="0" rtlCol="0">
            <a:sp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lang="en-US" sz="1400" dirty="0">
                <a:ea typeface="Inter Light" panose="02000503000000020004" pitchFamily="2" charset="0"/>
              </a:rPr>
              <a:t>Cisco and Splunk content</a:t>
            </a:r>
            <a:endParaRPr kumimoji="0" lang="en-US" sz="1400" u="none" strike="noStrike" kern="1200" cap="none" spc="0" normalizeH="0" baseline="0" noProof="0" dirty="0">
              <a:ln>
                <a:noFill/>
              </a:ln>
              <a:effectLst/>
              <a:uLnTx/>
              <a:uFillTx/>
              <a:ea typeface="Inter Light" panose="02000503000000020004" pitchFamily="2" charset="0"/>
            </a:endParaRPr>
          </a:p>
        </p:txBody>
      </p:sp>
      <p:pic>
        <p:nvPicPr>
          <p:cNvPr id="7" name="Picture 6">
            <a:extLst>
              <a:ext uri="{FF2B5EF4-FFF2-40B4-BE49-F238E27FC236}">
                <a16:creationId xmlns:a16="http://schemas.microsoft.com/office/drawing/2014/main" id="{5E3EC54E-FCB4-4959-ACA0-9FAB970CF8CC}"/>
              </a:ext>
            </a:extLst>
          </p:cNvPr>
          <p:cNvPicPr>
            <a:picLocks noChangeAspect="1"/>
          </p:cNvPicPr>
          <p:nvPr/>
        </p:nvPicPr>
        <p:blipFill>
          <a:blip r:embed="rId8">
            <a:extLst>
              <a:ext uri="{28A0092B-C50C-407E-A947-70E740481C1C}">
                <a14:useLocalDpi xmlns:a14="http://schemas.microsoft.com/office/drawing/2010/main" val="0"/>
              </a:ext>
            </a:extLst>
          </a:blip>
          <a:srcRect l="58" r="58"/>
          <a:stretch/>
        </p:blipFill>
        <p:spPr>
          <a:xfrm>
            <a:off x="5554781" y="4736369"/>
            <a:ext cx="1563624" cy="881207"/>
          </a:xfrm>
          <a:prstGeom prst="rect">
            <a:avLst/>
          </a:prstGeom>
          <a:ln w="6350">
            <a:solidFill>
              <a:schemeClr val="accent5">
                <a:alpha val="38000"/>
              </a:schemeClr>
            </a:solidFill>
          </a:ln>
        </p:spPr>
      </p:pic>
      <p:pic>
        <p:nvPicPr>
          <p:cNvPr id="8" name="Picture 7">
            <a:extLst>
              <a:ext uri="{FF2B5EF4-FFF2-40B4-BE49-F238E27FC236}">
                <a16:creationId xmlns:a16="http://schemas.microsoft.com/office/drawing/2014/main" id="{ACF6A9D5-768A-4AE7-5357-FACAB385804E}"/>
              </a:ext>
            </a:extLst>
          </p:cNvPr>
          <p:cNvPicPr>
            <a:picLocks noChangeAspect="1"/>
          </p:cNvPicPr>
          <p:nvPr/>
        </p:nvPicPr>
        <p:blipFill>
          <a:blip r:embed="rId9">
            <a:extLst>
              <a:ext uri="{28A0092B-C50C-407E-A947-70E740481C1C}">
                <a14:useLocalDpi xmlns:a14="http://schemas.microsoft.com/office/drawing/2010/main" val="0"/>
              </a:ext>
            </a:extLst>
          </a:blip>
          <a:srcRect t="11" b="11"/>
          <a:stretch/>
        </p:blipFill>
        <p:spPr>
          <a:xfrm>
            <a:off x="7272916" y="4736880"/>
            <a:ext cx="1563624" cy="880186"/>
          </a:xfrm>
          <a:prstGeom prst="rect">
            <a:avLst/>
          </a:prstGeom>
          <a:ln w="6350">
            <a:solidFill>
              <a:schemeClr val="accent5">
                <a:alpha val="38000"/>
              </a:schemeClr>
            </a:solidFill>
          </a:ln>
        </p:spPr>
      </p:pic>
      <p:pic>
        <p:nvPicPr>
          <p:cNvPr id="9" name="Picture 8">
            <a:extLst>
              <a:ext uri="{FF2B5EF4-FFF2-40B4-BE49-F238E27FC236}">
                <a16:creationId xmlns:a16="http://schemas.microsoft.com/office/drawing/2014/main" id="{90BD9137-C581-736F-0073-05DE9F780612}"/>
              </a:ext>
            </a:extLst>
          </p:cNvPr>
          <p:cNvPicPr>
            <a:picLocks noChangeAspect="1"/>
          </p:cNvPicPr>
          <p:nvPr/>
        </p:nvPicPr>
        <p:blipFill>
          <a:blip r:embed="rId10">
            <a:extLst>
              <a:ext uri="{28A0092B-C50C-407E-A947-70E740481C1C}">
                <a14:useLocalDpi xmlns:a14="http://schemas.microsoft.com/office/drawing/2010/main" val="0"/>
              </a:ext>
            </a:extLst>
          </a:blip>
          <a:srcRect t="167" b="167"/>
          <a:stretch/>
        </p:blipFill>
        <p:spPr>
          <a:xfrm>
            <a:off x="8982709" y="4736370"/>
            <a:ext cx="1563624" cy="880186"/>
          </a:xfrm>
          <a:prstGeom prst="rect">
            <a:avLst/>
          </a:prstGeom>
          <a:ln w="6350">
            <a:solidFill>
              <a:schemeClr val="accent5">
                <a:alpha val="38000"/>
              </a:schemeClr>
            </a:solidFill>
          </a:ln>
        </p:spPr>
      </p:pic>
      <p:sp>
        <p:nvSpPr>
          <p:cNvPr id="13" name="TextBox 12">
            <a:extLst>
              <a:ext uri="{FF2B5EF4-FFF2-40B4-BE49-F238E27FC236}">
                <a16:creationId xmlns:a16="http://schemas.microsoft.com/office/drawing/2014/main" id="{E8E4EA53-1A2A-A03D-DD21-07FE2B18484F}"/>
              </a:ext>
            </a:extLst>
          </p:cNvPr>
          <p:cNvSpPr txBox="1"/>
          <p:nvPr/>
        </p:nvSpPr>
        <p:spPr>
          <a:xfrm>
            <a:off x="6806152" y="1234629"/>
            <a:ext cx="45719" cy="45719"/>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20" name="Title 8">
            <a:extLst>
              <a:ext uri="{FF2B5EF4-FFF2-40B4-BE49-F238E27FC236}">
                <a16:creationId xmlns:a16="http://schemas.microsoft.com/office/drawing/2014/main" id="{E4B992A5-FF18-52A7-9CEC-779999ABD248}"/>
              </a:ext>
            </a:extLst>
          </p:cNvPr>
          <p:cNvSpPr txBox="1">
            <a:spLocks/>
          </p:cNvSpPr>
          <p:nvPr/>
        </p:nvSpPr>
        <p:spPr>
          <a:xfrm>
            <a:off x="323851" y="2278615"/>
            <a:ext cx="3588273" cy="2179638"/>
          </a:xfrm>
          <a:prstGeom prst="rect">
            <a:avLst/>
          </a:prstGeom>
          <a:noFill/>
        </p:spPr>
        <p:txBody>
          <a:bodyPr vert="horz" lIns="0" tIns="0" rIns="0" bIns="0" rtlCol="0" anchor="t">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bg1"/>
                </a:solidFill>
                <a:latin typeface="Inter Light" panose="02000503000000020004" pitchFamily="2" charset="0"/>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a:lnSpc>
                <a:spcPct val="10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Use the backgrounds strategically to maintain clarity and brand distinction throughout your presentation.</a:t>
            </a:r>
          </a:p>
        </p:txBody>
      </p:sp>
      <p:sp>
        <p:nvSpPr>
          <p:cNvPr id="15" name="TextBox 14">
            <a:extLst>
              <a:ext uri="{FF2B5EF4-FFF2-40B4-BE49-F238E27FC236}">
                <a16:creationId xmlns:a16="http://schemas.microsoft.com/office/drawing/2014/main" id="{F83C61FE-8A44-1947-0191-848A28DE3723}"/>
              </a:ext>
            </a:extLst>
          </p:cNvPr>
          <p:cNvSpPr txBox="1"/>
          <p:nvPr/>
        </p:nvSpPr>
        <p:spPr>
          <a:xfrm>
            <a:off x="201302" y="4465183"/>
            <a:ext cx="3588273" cy="276999"/>
          </a:xfrm>
          <a:prstGeom prst="rect">
            <a:avLst/>
          </a:prstGeom>
          <a:noFill/>
        </p:spPr>
        <p:txBody>
          <a:bodyPr wrap="square">
            <a:spAutoFit/>
          </a:bodyPr>
          <a:lstStyle/>
          <a:p>
            <a:pPr algn="l" defTabSz="912276" rtl="0" eaLnBrk="1" fontAlgn="base" hangingPunct="1">
              <a:lnSpc>
                <a:spcPct val="100000"/>
              </a:lnSpc>
              <a:spcBef>
                <a:spcPts val="0"/>
              </a:spcBef>
              <a:spcAft>
                <a:spcPts val="1000"/>
              </a:spcAft>
              <a:buClr>
                <a:schemeClr val="bg1"/>
              </a:buClr>
              <a:buSzPct val="100000"/>
            </a:pPr>
            <a:r>
              <a:rPr lang="en-US" sz="1200" b="1" dirty="0"/>
              <a:t>*These styles are available in the layouts.</a:t>
            </a:r>
          </a:p>
        </p:txBody>
      </p:sp>
    </p:spTree>
    <p:extLst>
      <p:ext uri="{BB962C8B-B14F-4D97-AF65-F5344CB8AC3E}">
        <p14:creationId xmlns:p14="http://schemas.microsoft.com/office/powerpoint/2010/main" val="334671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92B5F-2D03-5373-F90C-EBE7090BC65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AD7389B-0571-D717-55B9-3DDC90D18CAB}"/>
              </a:ext>
            </a:extLst>
          </p:cNvPr>
          <p:cNvSpPr>
            <a:spLocks noGrp="1"/>
          </p:cNvSpPr>
          <p:nvPr>
            <p:ph type="title"/>
          </p:nvPr>
        </p:nvSpPr>
        <p:spPr>
          <a:xfrm>
            <a:off x="323850" y="298146"/>
            <a:ext cx="6492392" cy="492443"/>
          </a:xfrm>
        </p:spPr>
        <p:txBody>
          <a:bodyPr/>
          <a:lstStyle/>
          <a:p>
            <a:r>
              <a:rPr lang="en-US" sz="3200" dirty="0"/>
              <a:t>Layouts</a:t>
            </a:r>
            <a:endParaRPr lang="en-US" dirty="0"/>
          </a:p>
        </p:txBody>
      </p:sp>
      <p:sp>
        <p:nvSpPr>
          <p:cNvPr id="14" name="TextBox 13">
            <a:extLst>
              <a:ext uri="{FF2B5EF4-FFF2-40B4-BE49-F238E27FC236}">
                <a16:creationId xmlns:a16="http://schemas.microsoft.com/office/drawing/2014/main" id="{86792DAB-2CD7-0F38-809F-829C42BC1CA9}"/>
              </a:ext>
            </a:extLst>
          </p:cNvPr>
          <p:cNvSpPr txBox="1"/>
          <p:nvPr/>
        </p:nvSpPr>
        <p:spPr>
          <a:xfrm>
            <a:off x="387521" y="2306841"/>
            <a:ext cx="4654550" cy="369332"/>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400" dirty="0">
                <a:latin typeface="Inter Light" panose="02000403000000020004" pitchFamily="2" charset="0"/>
                <a:ea typeface="Inter Light" panose="02000403000000020004" pitchFamily="2" charset="0"/>
                <a:cs typeface="Inter Light" panose="02000403000000020004" pitchFamily="2" charset="0"/>
              </a:rPr>
              <a:t>Explore our full layout library</a:t>
            </a:r>
            <a:endParaRPr lang="en-US" sz="3200" dirty="0">
              <a:latin typeface="Inter Light" panose="02000403000000020004" pitchFamily="2" charset="0"/>
              <a:ea typeface="Inter Light" panose="02000403000000020004" pitchFamily="2" charset="0"/>
              <a:cs typeface="Inter Light" panose="02000403000000020004" pitchFamily="2" charset="0"/>
            </a:endParaRPr>
          </a:p>
        </p:txBody>
      </p:sp>
      <p:pic>
        <p:nvPicPr>
          <p:cNvPr id="4" name="Picture 3">
            <a:extLst>
              <a:ext uri="{FF2B5EF4-FFF2-40B4-BE49-F238E27FC236}">
                <a16:creationId xmlns:a16="http://schemas.microsoft.com/office/drawing/2014/main" id="{2673C002-6894-B521-1D72-A58762BF0A5F}"/>
              </a:ext>
            </a:extLst>
          </p:cNvPr>
          <p:cNvPicPr>
            <a:picLocks noChangeAspect="1"/>
          </p:cNvPicPr>
          <p:nvPr/>
        </p:nvPicPr>
        <p:blipFill>
          <a:blip r:embed="rId3">
            <a:extLst>
              <a:ext uri="{28A0092B-C50C-407E-A947-70E740481C1C}">
                <a14:useLocalDpi xmlns:a14="http://schemas.microsoft.com/office/drawing/2010/main" val="0"/>
              </a:ext>
            </a:extLst>
          </a:blip>
          <a:srcRect l="753" t="774" r="759"/>
          <a:stretch>
            <a:fillRect/>
          </a:stretch>
        </p:blipFill>
        <p:spPr>
          <a:xfrm>
            <a:off x="6046413" y="1257300"/>
            <a:ext cx="4897812" cy="4536617"/>
          </a:xfrm>
          <a:prstGeom prst="roundRect">
            <a:avLst>
              <a:gd name="adj" fmla="val 2023"/>
            </a:avLst>
          </a:prstGeom>
          <a:effectLst>
            <a:outerShdw blurRad="313990" dist="38100" dir="2700000" algn="tl" rotWithShape="0">
              <a:prstClr val="black">
                <a:alpha val="15000"/>
              </a:prstClr>
            </a:outerShdw>
          </a:effectLst>
        </p:spPr>
      </p:pic>
      <p:pic>
        <p:nvPicPr>
          <p:cNvPr id="6" name="Picture 5" descr="A black text on a white background&#10;&#10;AI-generated content may be incorrect.">
            <a:extLst>
              <a:ext uri="{FF2B5EF4-FFF2-40B4-BE49-F238E27FC236}">
                <a16:creationId xmlns:a16="http://schemas.microsoft.com/office/drawing/2014/main" id="{42C6C873-6143-8B33-CAD0-613C1251CF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3565" y="1061692"/>
            <a:ext cx="1010375" cy="320363"/>
          </a:xfrm>
          <a:prstGeom prst="roundRect">
            <a:avLst>
              <a:gd name="adj" fmla="val 6545"/>
            </a:avLst>
          </a:prstGeom>
          <a:effectLst>
            <a:outerShdw blurRad="50800" dist="38100" dir="8100000" algn="tr" rotWithShape="0">
              <a:prstClr val="black">
                <a:alpha val="20000"/>
              </a:prstClr>
            </a:outerShdw>
          </a:effectLst>
        </p:spPr>
      </p:pic>
      <p:pic>
        <p:nvPicPr>
          <p:cNvPr id="8" name="Picture 7" descr="A screenshot of a slider&#10;&#10;AI-generated content may be incorrect.">
            <a:extLst>
              <a:ext uri="{FF2B5EF4-FFF2-40B4-BE49-F238E27FC236}">
                <a16:creationId xmlns:a16="http://schemas.microsoft.com/office/drawing/2014/main" id="{FA28E8FB-299A-1B69-F73F-88FFB868C3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73713" y="1061691"/>
            <a:ext cx="664775" cy="863041"/>
          </a:xfrm>
          <a:prstGeom prst="roundRect">
            <a:avLst>
              <a:gd name="adj" fmla="val 3739"/>
            </a:avLst>
          </a:prstGeom>
          <a:effectLst>
            <a:outerShdw blurRad="167408" dist="38100" dir="8100000" algn="tr" rotWithShape="0">
              <a:prstClr val="black">
                <a:alpha val="20000"/>
              </a:prstClr>
            </a:outerShdw>
          </a:effectLst>
        </p:spPr>
      </p:pic>
      <p:sp>
        <p:nvSpPr>
          <p:cNvPr id="10" name="Text Placeholder 4">
            <a:extLst>
              <a:ext uri="{FF2B5EF4-FFF2-40B4-BE49-F238E27FC236}">
                <a16:creationId xmlns:a16="http://schemas.microsoft.com/office/drawing/2014/main" id="{69582AA9-2ECB-1266-8D39-DB3C1D0B8CCA}"/>
              </a:ext>
            </a:extLst>
          </p:cNvPr>
          <p:cNvSpPr txBox="1">
            <a:spLocks/>
          </p:cNvSpPr>
          <p:nvPr/>
        </p:nvSpPr>
        <p:spPr>
          <a:xfrm>
            <a:off x="323851" y="2911787"/>
            <a:ext cx="4116174" cy="1835407"/>
          </a:xfrm>
          <a:prstGeom prst="rect">
            <a:avLst/>
          </a:prstGeom>
        </p:spPr>
        <p:txBody>
          <a:bodyPr/>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Inter" panose="02000503000000020004" pitchFamily="2" charset="0"/>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Inter" panose="02000503000000020004" pitchFamily="2" charset="0"/>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Inter" panose="02000503000000020004" pitchFamily="2" charset="0"/>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Inter" panose="02000503000000020004" pitchFamily="2" charset="0"/>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Inter" panose="02000503000000020004" pitchFamily="2" charset="0"/>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tx1"/>
                </a:solidFill>
                <a:latin typeface="+mn-lt"/>
              </a:rPr>
              <a:t>This template comes with a variety of built-in layouts designed for your content. To see the full list of available styles, simply click ‘New Slide’ or ‘Layout’ and pick the one that best fits your needs.</a:t>
            </a:r>
            <a:br>
              <a:rPr lang="en-US" sz="1200" dirty="0">
                <a:solidFill>
                  <a:schemeClr val="tx1"/>
                </a:solidFill>
                <a:latin typeface="+mn-lt"/>
              </a:rPr>
            </a:br>
            <a:br>
              <a:rPr lang="en-US" sz="1200" dirty="0">
                <a:solidFill>
                  <a:schemeClr val="tx1"/>
                </a:solidFill>
                <a:latin typeface="+mn-lt"/>
              </a:rPr>
            </a:br>
            <a:r>
              <a:rPr lang="en-US" sz="1200" b="1" dirty="0">
                <a:solidFill>
                  <a:schemeClr val="tx1"/>
                </a:solidFill>
                <a:latin typeface="+mn-lt"/>
              </a:rPr>
              <a:t>Pro-tip: </a:t>
            </a:r>
            <a:r>
              <a:rPr lang="en-US" sz="1200" dirty="0">
                <a:solidFill>
                  <a:schemeClr val="tx1"/>
                </a:solidFill>
                <a:latin typeface="+mn-lt"/>
              </a:rPr>
              <a:t>Each layout has built-in placeholders for text and images. Simply click the icons within the slide to drop your content right into place, the formatting is already set up for you!</a:t>
            </a:r>
          </a:p>
        </p:txBody>
      </p:sp>
    </p:spTree>
    <p:extLst>
      <p:ext uri="{BB962C8B-B14F-4D97-AF65-F5344CB8AC3E}">
        <p14:creationId xmlns:p14="http://schemas.microsoft.com/office/powerpoint/2010/main" val="121629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8D66E-117D-A3F9-784D-7FF8D1A0D1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D0301D-C971-A34D-EBA9-3F9AC783910D}"/>
              </a:ext>
            </a:extLst>
          </p:cNvPr>
          <p:cNvSpPr>
            <a:spLocks noGrp="1"/>
          </p:cNvSpPr>
          <p:nvPr>
            <p:ph type="title"/>
          </p:nvPr>
        </p:nvSpPr>
        <p:spPr/>
        <p:txBody>
          <a:bodyPr/>
          <a:lstStyle/>
          <a:p>
            <a:r>
              <a:rPr lang="en-US" b="1" dirty="0">
                <a:ea typeface="Inter SemiBold" panose="02000503000000020004" pitchFamily="2" charset="0"/>
                <a:cs typeface="Inter SemiBold" panose="02000503000000020004" pitchFamily="2" charset="0"/>
              </a:rPr>
              <a:t>New typeface</a:t>
            </a:r>
          </a:p>
        </p:txBody>
      </p:sp>
      <p:sp>
        <p:nvSpPr>
          <p:cNvPr id="6" name="TextBox 5">
            <a:extLst>
              <a:ext uri="{FF2B5EF4-FFF2-40B4-BE49-F238E27FC236}">
                <a16:creationId xmlns:a16="http://schemas.microsoft.com/office/drawing/2014/main" id="{245ED397-9613-1B4F-2BF4-23E72FCD14C9}"/>
              </a:ext>
            </a:extLst>
          </p:cNvPr>
          <p:cNvSpPr txBox="1"/>
          <p:nvPr/>
        </p:nvSpPr>
        <p:spPr>
          <a:xfrm>
            <a:off x="323850" y="2733297"/>
            <a:ext cx="4679074" cy="1082348"/>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400" dirty="0">
                <a:latin typeface="Inter Light" panose="02000403000000020004" pitchFamily="2" charset="0"/>
                <a:ea typeface="Inter Light" panose="02000403000000020004" pitchFamily="2" charset="0"/>
                <a:cs typeface="Inter Light" panose="02000403000000020004" pitchFamily="2" charset="0"/>
              </a:rPr>
              <a:t>This presentation template </a:t>
            </a:r>
            <a:br>
              <a:rPr lang="en-US" sz="2400" dirty="0">
                <a:latin typeface="Inter Light" panose="02000403000000020004" pitchFamily="2" charset="0"/>
                <a:ea typeface="Inter Light" panose="02000403000000020004" pitchFamily="2" charset="0"/>
                <a:cs typeface="Inter Light" panose="02000403000000020004" pitchFamily="2" charset="0"/>
              </a:rPr>
            </a:br>
            <a:r>
              <a:rPr lang="en-US" sz="2400" dirty="0">
                <a:latin typeface="Inter Light" panose="02000403000000020004" pitchFamily="2" charset="0"/>
                <a:ea typeface="Inter Light" panose="02000403000000020004" pitchFamily="2" charset="0"/>
                <a:cs typeface="Inter Light" panose="02000403000000020004" pitchFamily="2" charset="0"/>
              </a:rPr>
              <a:t>uses the Inter font family:</a:t>
            </a:r>
          </a:p>
          <a:p>
            <a:pPr algn="l" defTabSz="912276" rtl="0" eaLnBrk="1" fontAlgn="base" hangingPunct="1">
              <a:lnSpc>
                <a:spcPct val="100000"/>
              </a:lnSpc>
              <a:spcBef>
                <a:spcPts val="0"/>
              </a:spcBef>
              <a:spcAft>
                <a:spcPts val="1000"/>
              </a:spcAft>
              <a:buClr>
                <a:schemeClr val="bg1"/>
              </a:buClr>
              <a:buSzPct val="100000"/>
            </a:pPr>
            <a:r>
              <a:rPr lang="en-US" sz="1400" dirty="0"/>
              <a:t>Please download the font from </a:t>
            </a:r>
            <a:r>
              <a:rPr lang="en-US" sz="1400" dirty="0">
                <a:hlinkClick r:id="rId2">
                  <a:extLst>
                    <a:ext uri="{A12FA001-AC4F-418D-AE19-62706E023703}">
                      <ahyp:hlinkClr xmlns:ahyp="http://schemas.microsoft.com/office/drawing/2018/hyperlinkcolor" val="tx"/>
                    </a:ext>
                  </a:extLst>
                </a:hlinkClick>
              </a:rPr>
              <a:t>Brand Exchange</a:t>
            </a:r>
            <a:r>
              <a:rPr lang="en-US" sz="1400" dirty="0"/>
              <a:t>.</a:t>
            </a:r>
          </a:p>
        </p:txBody>
      </p:sp>
      <p:grpSp>
        <p:nvGrpSpPr>
          <p:cNvPr id="3" name="Group 2" descr="Text type ramp">
            <a:extLst>
              <a:ext uri="{FF2B5EF4-FFF2-40B4-BE49-F238E27FC236}">
                <a16:creationId xmlns:a16="http://schemas.microsoft.com/office/drawing/2014/main" id="{2C74CF09-4676-4BCE-959A-97458D0AD3F0}"/>
              </a:ext>
            </a:extLst>
          </p:cNvPr>
          <p:cNvGrpSpPr/>
          <p:nvPr/>
        </p:nvGrpSpPr>
        <p:grpSpPr>
          <a:xfrm>
            <a:off x="6509703" y="1261376"/>
            <a:ext cx="5830259" cy="4569648"/>
            <a:chOff x="5605463" y="1261376"/>
            <a:chExt cx="5830259" cy="4569648"/>
          </a:xfrm>
        </p:grpSpPr>
        <p:sp>
          <p:nvSpPr>
            <p:cNvPr id="9" name="Text Placeholder 4">
              <a:extLst>
                <a:ext uri="{FF2B5EF4-FFF2-40B4-BE49-F238E27FC236}">
                  <a16:creationId xmlns:a16="http://schemas.microsoft.com/office/drawing/2014/main" id="{FD664403-CA7E-3419-CB12-AA4AE50B7CCD}"/>
                </a:ext>
              </a:extLst>
            </p:cNvPr>
            <p:cNvSpPr txBox="1">
              <a:spLocks/>
            </p:cNvSpPr>
            <p:nvPr/>
          </p:nvSpPr>
          <p:spPr>
            <a:xfrm>
              <a:off x="5605463" y="1261376"/>
              <a:ext cx="849592" cy="184666"/>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dirty="0">
                  <a:latin typeface="Inter" panose="02000503000000020004" pitchFamily="2" charset="0"/>
                  <a:cs typeface="CiscoSansTT" panose="020B0503020201020303" pitchFamily="34" charset="0"/>
                </a:rPr>
                <a:t>Section title</a:t>
              </a:r>
            </a:p>
          </p:txBody>
        </p:sp>
        <p:sp>
          <p:nvSpPr>
            <p:cNvPr id="11" name="Text Placeholder 4">
              <a:extLst>
                <a:ext uri="{FF2B5EF4-FFF2-40B4-BE49-F238E27FC236}">
                  <a16:creationId xmlns:a16="http://schemas.microsoft.com/office/drawing/2014/main" id="{74D2C04C-CEFE-5193-31B3-39BAB3EDAA94}"/>
                </a:ext>
              </a:extLst>
            </p:cNvPr>
            <p:cNvSpPr txBox="1">
              <a:spLocks/>
            </p:cNvSpPr>
            <p:nvPr/>
          </p:nvSpPr>
          <p:spPr>
            <a:xfrm>
              <a:off x="6945239" y="1261376"/>
              <a:ext cx="4490483" cy="184666"/>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dirty="0">
                  <a:latin typeface="Inter" panose="02000503000000020004" pitchFamily="2" charset="0"/>
                  <a:cs typeface="CiscoSansTT" panose="020B0503020201020303" pitchFamily="34" charset="0"/>
                </a:rPr>
                <a:t>Regular 12 pt</a:t>
              </a:r>
            </a:p>
          </p:txBody>
        </p:sp>
        <p:sp>
          <p:nvSpPr>
            <p:cNvPr id="12" name="Title 73">
              <a:extLst>
                <a:ext uri="{FF2B5EF4-FFF2-40B4-BE49-F238E27FC236}">
                  <a16:creationId xmlns:a16="http://schemas.microsoft.com/office/drawing/2014/main" id="{243768CF-CA72-D384-8322-49C490650409}"/>
                </a:ext>
              </a:extLst>
            </p:cNvPr>
            <p:cNvSpPr txBox="1">
              <a:spLocks/>
            </p:cNvSpPr>
            <p:nvPr/>
          </p:nvSpPr>
          <p:spPr>
            <a:xfrm>
              <a:off x="5605463" y="1640020"/>
              <a:ext cx="599523" cy="615553"/>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sz="4000" dirty="0">
                  <a:latin typeface="+mj-lt"/>
                  <a:ea typeface="Inter" panose="02000503000000020004" pitchFamily="2" charset="0"/>
                  <a:cs typeface="CiscoSansTT Medium" panose="020B0903020201020303"/>
                </a:rPr>
                <a:t>H1</a:t>
              </a:r>
            </a:p>
          </p:txBody>
        </p:sp>
        <p:sp>
          <p:nvSpPr>
            <p:cNvPr id="13" name="Title 73">
              <a:extLst>
                <a:ext uri="{FF2B5EF4-FFF2-40B4-BE49-F238E27FC236}">
                  <a16:creationId xmlns:a16="http://schemas.microsoft.com/office/drawing/2014/main" id="{147AF6DD-35A9-AFD2-F037-8A7B56B4FE74}"/>
                </a:ext>
              </a:extLst>
            </p:cNvPr>
            <p:cNvSpPr txBox="1">
              <a:spLocks/>
            </p:cNvSpPr>
            <p:nvPr/>
          </p:nvSpPr>
          <p:spPr>
            <a:xfrm>
              <a:off x="6945238" y="1640020"/>
              <a:ext cx="3617978" cy="492443"/>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sz="3200" dirty="0">
                  <a:latin typeface="+mj-lt"/>
                  <a:ea typeface="Inter Light" panose="02000503000000020004" pitchFamily="2" charset="0"/>
                  <a:cs typeface="CiscoSansTT Medium" panose="020B0903020201020303"/>
                </a:rPr>
                <a:t>Inter Semi Bold 32</a:t>
              </a:r>
            </a:p>
          </p:txBody>
        </p:sp>
        <p:sp>
          <p:nvSpPr>
            <p:cNvPr id="14" name="Title 73">
              <a:extLst>
                <a:ext uri="{FF2B5EF4-FFF2-40B4-BE49-F238E27FC236}">
                  <a16:creationId xmlns:a16="http://schemas.microsoft.com/office/drawing/2014/main" id="{1E4941DE-2DEC-79F6-1438-CD8E8EF1695E}"/>
                </a:ext>
              </a:extLst>
            </p:cNvPr>
            <p:cNvSpPr txBox="1">
              <a:spLocks/>
            </p:cNvSpPr>
            <p:nvPr/>
          </p:nvSpPr>
          <p:spPr>
            <a:xfrm>
              <a:off x="5605463" y="2449551"/>
              <a:ext cx="485710" cy="430887"/>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sz="2800" dirty="0">
                  <a:latin typeface="Inter" panose="02000503000000020004" pitchFamily="2" charset="0"/>
                  <a:ea typeface="Inter" panose="02000503000000020004" pitchFamily="2" charset="0"/>
                  <a:cs typeface="CiscoSansTT Medium" panose="020B0903020201020303"/>
                </a:rPr>
                <a:t>H2</a:t>
              </a:r>
            </a:p>
          </p:txBody>
        </p:sp>
        <p:sp>
          <p:nvSpPr>
            <p:cNvPr id="15" name="Title 73">
              <a:extLst>
                <a:ext uri="{FF2B5EF4-FFF2-40B4-BE49-F238E27FC236}">
                  <a16:creationId xmlns:a16="http://schemas.microsoft.com/office/drawing/2014/main" id="{45DE0F40-3DD3-BA05-F461-C6E75548CD0C}"/>
                </a:ext>
              </a:extLst>
            </p:cNvPr>
            <p:cNvSpPr txBox="1">
              <a:spLocks/>
            </p:cNvSpPr>
            <p:nvPr/>
          </p:nvSpPr>
          <p:spPr>
            <a:xfrm>
              <a:off x="6945239" y="2449551"/>
              <a:ext cx="1942840" cy="369332"/>
            </a:xfrm>
            <a:prstGeom prst="rect">
              <a:avLst/>
            </a:prstGeom>
            <a:noFill/>
          </p:spPr>
          <p:txBody>
            <a:bodyPr wrap="none" lIns="0" tIns="0" rIns="0" bIns="0" anchor="t" anchorCtr="0">
              <a:spAutoFit/>
            </a:bodyPr>
            <a:lstStyle>
              <a:lvl1pPr marL="0" indent="0" algn="l" defTabSz="684213" rtl="0" eaLnBrk="1" fontAlgn="base" hangingPunct="1">
                <a:lnSpc>
                  <a:spcPts val="3600"/>
                </a:lnSpc>
                <a:spcBef>
                  <a:spcPct val="0"/>
                </a:spcBef>
                <a:spcAft>
                  <a:spcPct val="0"/>
                </a:spcAft>
                <a:buFont typeface="Arial" panose="020B0604020202020204" pitchFamily="34" charset="0"/>
                <a:buNone/>
                <a:defRPr lang="en-US" sz="2400" b="0" i="0" u="none" kern="1200" spc="0" baseline="0">
                  <a:solidFill>
                    <a:schemeClr val="tx1"/>
                  </a:solidFill>
                  <a:latin typeface="CiscoSansTT ExtraLight" panose="020B0303020201020303" pitchFamily="34" charset="0"/>
                  <a:ea typeface="CiscoSansTT Thin" charset="0"/>
                  <a:cs typeface="CiscoSansTT ExtraLight" panose="020B0303020201020303" pitchFamily="34"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nSpc>
                  <a:spcPct val="100000"/>
                </a:lnSpc>
                <a:spcBef>
                  <a:spcPts val="0"/>
                </a:spcBef>
                <a:spcAft>
                  <a:spcPts val="0"/>
                </a:spcAft>
              </a:pPr>
              <a:r>
                <a:rPr lang="en-US" dirty="0">
                  <a:latin typeface="Inter" panose="02000503000000020004" pitchFamily="2" charset="0"/>
                  <a:ea typeface="Inter" panose="02000503000000020004" pitchFamily="2" charset="0"/>
                  <a:cs typeface="CiscoSansTT Medium" panose="020B0903020201020303"/>
                </a:rPr>
                <a:t>Inter Light 24</a:t>
              </a:r>
            </a:p>
          </p:txBody>
        </p:sp>
        <p:sp>
          <p:nvSpPr>
            <p:cNvPr id="16" name="Text Placeholder 4">
              <a:extLst>
                <a:ext uri="{FF2B5EF4-FFF2-40B4-BE49-F238E27FC236}">
                  <a16:creationId xmlns:a16="http://schemas.microsoft.com/office/drawing/2014/main" id="{7C7AF972-F5B9-EA23-FFA2-3871BC531290}"/>
                </a:ext>
              </a:extLst>
            </p:cNvPr>
            <p:cNvSpPr txBox="1">
              <a:spLocks/>
            </p:cNvSpPr>
            <p:nvPr/>
          </p:nvSpPr>
          <p:spPr>
            <a:xfrm>
              <a:off x="5605463" y="3074416"/>
              <a:ext cx="349455" cy="307777"/>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2000" dirty="0">
                  <a:latin typeface="Inter" panose="02000503000000020004" pitchFamily="2" charset="0"/>
                  <a:ea typeface="Inter" panose="02000503000000020004" pitchFamily="2" charset="0"/>
                  <a:cs typeface="CiscoSansTT" panose="020B0503020201020303"/>
                </a:rPr>
                <a:t>H3</a:t>
              </a:r>
            </a:p>
          </p:txBody>
        </p:sp>
        <p:sp>
          <p:nvSpPr>
            <p:cNvPr id="17" name="Text Placeholder 4">
              <a:extLst>
                <a:ext uri="{FF2B5EF4-FFF2-40B4-BE49-F238E27FC236}">
                  <a16:creationId xmlns:a16="http://schemas.microsoft.com/office/drawing/2014/main" id="{BEB16569-EC3A-C1FE-91B8-3684F04EA71C}"/>
                </a:ext>
              </a:extLst>
            </p:cNvPr>
            <p:cNvSpPr txBox="1">
              <a:spLocks/>
            </p:cNvSpPr>
            <p:nvPr/>
          </p:nvSpPr>
          <p:spPr>
            <a:xfrm>
              <a:off x="6945239" y="3074416"/>
              <a:ext cx="3244478" cy="307777"/>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2000" dirty="0">
                  <a:latin typeface="Inter" panose="02000503000000020004" pitchFamily="2" charset="0"/>
                  <a:ea typeface="Inter" panose="02000503000000020004" pitchFamily="2" charset="0"/>
                  <a:cs typeface="CiscoSansTT" panose="020B0503020201020303"/>
                </a:rPr>
                <a:t>Inter Bold 20 pt and under</a:t>
              </a:r>
            </a:p>
          </p:txBody>
        </p:sp>
        <p:sp>
          <p:nvSpPr>
            <p:cNvPr id="18" name="Text Placeholder 4">
              <a:extLst>
                <a:ext uri="{FF2B5EF4-FFF2-40B4-BE49-F238E27FC236}">
                  <a16:creationId xmlns:a16="http://schemas.microsoft.com/office/drawing/2014/main" id="{B06446FE-9899-B545-6933-7D4582FD2FFE}"/>
                </a:ext>
              </a:extLst>
            </p:cNvPr>
            <p:cNvSpPr txBox="1">
              <a:spLocks/>
            </p:cNvSpPr>
            <p:nvPr/>
          </p:nvSpPr>
          <p:spPr>
            <a:xfrm>
              <a:off x="5605463" y="3576171"/>
              <a:ext cx="905697"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latin typeface="Inter" panose="02000503000000020004" pitchFamily="2" charset="0"/>
                  <a:ea typeface="Inter" panose="02000503000000020004" pitchFamily="2" charset="0"/>
                  <a:cs typeface="CiscoSansTT" panose="020B0503020201020303" pitchFamily="34" charset="0"/>
                </a:rPr>
                <a:t>Subtitle 1</a:t>
              </a:r>
            </a:p>
          </p:txBody>
        </p:sp>
        <p:sp>
          <p:nvSpPr>
            <p:cNvPr id="19" name="Text Placeholder 4">
              <a:extLst>
                <a:ext uri="{FF2B5EF4-FFF2-40B4-BE49-F238E27FC236}">
                  <a16:creationId xmlns:a16="http://schemas.microsoft.com/office/drawing/2014/main" id="{52D54843-A58F-ED11-E6FC-99542A1E79C0}"/>
                </a:ext>
              </a:extLst>
            </p:cNvPr>
            <p:cNvSpPr txBox="1">
              <a:spLocks/>
            </p:cNvSpPr>
            <p:nvPr/>
          </p:nvSpPr>
          <p:spPr>
            <a:xfrm>
              <a:off x="6945239" y="3576171"/>
              <a:ext cx="4490483" cy="246221"/>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latin typeface="Inter" panose="02000503000000020004" pitchFamily="2" charset="0"/>
                  <a:cs typeface="CiscoSansTT" panose="020B0503020201020303" pitchFamily="34" charset="0"/>
                </a:rPr>
                <a:t>Inter Regular 16 pt</a:t>
              </a:r>
            </a:p>
          </p:txBody>
        </p:sp>
        <p:sp>
          <p:nvSpPr>
            <p:cNvPr id="20" name="Text Placeholder 4">
              <a:extLst>
                <a:ext uri="{FF2B5EF4-FFF2-40B4-BE49-F238E27FC236}">
                  <a16:creationId xmlns:a16="http://schemas.microsoft.com/office/drawing/2014/main" id="{621C33D5-3DE9-6128-6724-A735E67632CA}"/>
                </a:ext>
              </a:extLst>
            </p:cNvPr>
            <p:cNvSpPr txBox="1">
              <a:spLocks/>
            </p:cNvSpPr>
            <p:nvPr/>
          </p:nvSpPr>
          <p:spPr>
            <a:xfrm>
              <a:off x="5605463" y="4016370"/>
              <a:ext cx="285335"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latin typeface="Inter" panose="02000503000000020004" pitchFamily="2" charset="0"/>
                  <a:ea typeface="Inter" panose="02000503000000020004" pitchFamily="2" charset="0"/>
                  <a:cs typeface="CiscoSansTT" panose="020B0503020201020303"/>
                </a:rPr>
                <a:t>H4</a:t>
              </a:r>
            </a:p>
          </p:txBody>
        </p:sp>
        <p:sp>
          <p:nvSpPr>
            <p:cNvPr id="21" name="Text Placeholder 4">
              <a:extLst>
                <a:ext uri="{FF2B5EF4-FFF2-40B4-BE49-F238E27FC236}">
                  <a16:creationId xmlns:a16="http://schemas.microsoft.com/office/drawing/2014/main" id="{12D28F9E-611C-C78F-89B8-C645C094487B}"/>
                </a:ext>
              </a:extLst>
            </p:cNvPr>
            <p:cNvSpPr txBox="1">
              <a:spLocks/>
            </p:cNvSpPr>
            <p:nvPr/>
          </p:nvSpPr>
          <p:spPr>
            <a:xfrm>
              <a:off x="6945239" y="4016370"/>
              <a:ext cx="2606483"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latin typeface="Inter" panose="02000503000000020004" pitchFamily="2" charset="0"/>
                  <a:ea typeface="Inter" panose="02000503000000020004" pitchFamily="2" charset="0"/>
                  <a:cs typeface="CiscoSansCondME" panose="020F0502020204030204" pitchFamily="2" charset="0"/>
                </a:rPr>
                <a:t>Inter Bold  16 pt and under</a:t>
              </a:r>
            </a:p>
          </p:txBody>
        </p:sp>
        <p:sp>
          <p:nvSpPr>
            <p:cNvPr id="22" name="Text Placeholder 4">
              <a:extLst>
                <a:ext uri="{FF2B5EF4-FFF2-40B4-BE49-F238E27FC236}">
                  <a16:creationId xmlns:a16="http://schemas.microsoft.com/office/drawing/2014/main" id="{B1CE9665-2D0E-1AE8-BE21-256248FC9028}"/>
                </a:ext>
              </a:extLst>
            </p:cNvPr>
            <p:cNvSpPr txBox="1">
              <a:spLocks/>
            </p:cNvSpPr>
            <p:nvPr/>
          </p:nvSpPr>
          <p:spPr>
            <a:xfrm>
              <a:off x="5605463" y="4456569"/>
              <a:ext cx="1035540"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latin typeface="Inter" panose="02000503000000020004" pitchFamily="2" charset="0"/>
                  <a:ea typeface="Inter" panose="02000503000000020004" pitchFamily="2" charset="0"/>
                  <a:cs typeface="CiscoSansTT" panose="020B0503020201020303"/>
                </a:rPr>
                <a:t>Body copy</a:t>
              </a:r>
            </a:p>
          </p:txBody>
        </p:sp>
        <p:sp>
          <p:nvSpPr>
            <p:cNvPr id="23" name="Text Placeholder 4">
              <a:extLst>
                <a:ext uri="{FF2B5EF4-FFF2-40B4-BE49-F238E27FC236}">
                  <a16:creationId xmlns:a16="http://schemas.microsoft.com/office/drawing/2014/main" id="{67F1F7EA-8223-7F74-93AE-67EB0E0B22B6}"/>
                </a:ext>
              </a:extLst>
            </p:cNvPr>
            <p:cNvSpPr txBox="1">
              <a:spLocks/>
            </p:cNvSpPr>
            <p:nvPr/>
          </p:nvSpPr>
          <p:spPr>
            <a:xfrm>
              <a:off x="6945239" y="4456569"/>
              <a:ext cx="4490483" cy="246221"/>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latin typeface="Inter" panose="02000503000000020004" pitchFamily="2" charset="0"/>
                  <a:cs typeface="CiscoSansTT" panose="020B0503020201020303"/>
                </a:rPr>
                <a:t>Inter Regular 16 pt is the default</a:t>
              </a:r>
            </a:p>
          </p:txBody>
        </p:sp>
        <p:sp>
          <p:nvSpPr>
            <p:cNvPr id="24" name="Text Placeholder 4">
              <a:extLst>
                <a:ext uri="{FF2B5EF4-FFF2-40B4-BE49-F238E27FC236}">
                  <a16:creationId xmlns:a16="http://schemas.microsoft.com/office/drawing/2014/main" id="{97D48784-420A-D9CB-85D6-5176DF1C9FCD}"/>
                </a:ext>
              </a:extLst>
            </p:cNvPr>
            <p:cNvSpPr txBox="1">
              <a:spLocks/>
            </p:cNvSpPr>
            <p:nvPr/>
          </p:nvSpPr>
          <p:spPr>
            <a:xfrm>
              <a:off x="5605463" y="4896768"/>
              <a:ext cx="928139" cy="246221"/>
            </a:xfrm>
            <a:prstGeom prst="rect">
              <a:avLst/>
            </a:prstGeom>
          </p:spPr>
          <p:txBody>
            <a:bodyPr wrap="non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u="sng" dirty="0">
                  <a:latin typeface="Inter" panose="02000503000000020004" pitchFamily="2" charset="0"/>
                  <a:ea typeface="Inter" panose="02000503000000020004" pitchFamily="2" charset="0"/>
                  <a:cs typeface="CiscoSansTT" panose="020B0503020201020303"/>
                </a:rPr>
                <a:t>Hyperlink</a:t>
              </a:r>
            </a:p>
          </p:txBody>
        </p:sp>
        <p:sp>
          <p:nvSpPr>
            <p:cNvPr id="25" name="Text Placeholder 4">
              <a:extLst>
                <a:ext uri="{FF2B5EF4-FFF2-40B4-BE49-F238E27FC236}">
                  <a16:creationId xmlns:a16="http://schemas.microsoft.com/office/drawing/2014/main" id="{49E9ACBB-1A4D-DDFB-9E94-2220F99B075C}"/>
                </a:ext>
              </a:extLst>
            </p:cNvPr>
            <p:cNvSpPr txBox="1">
              <a:spLocks/>
            </p:cNvSpPr>
            <p:nvPr/>
          </p:nvSpPr>
          <p:spPr>
            <a:xfrm>
              <a:off x="6945239" y="4896768"/>
              <a:ext cx="4490483" cy="246221"/>
            </a:xfrm>
            <a:prstGeom prst="rect">
              <a:avLst/>
            </a:prstGeom>
          </p:spPr>
          <p:txBody>
            <a:bodyPr wrap="square" lIns="0" tIns="0" rIns="0" bIns="0" anchor="t" anchorCtr="0">
              <a:spAutoFit/>
            </a:bodyPr>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12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600" dirty="0">
                  <a:latin typeface="Inter" panose="02000503000000020004" pitchFamily="2" charset="0"/>
                  <a:cs typeface="CiscoSansTT" panose="020B0503020201020303"/>
                </a:rPr>
                <a:t>Inter Regular, underlined</a:t>
              </a:r>
            </a:p>
          </p:txBody>
        </p:sp>
        <p:sp>
          <p:nvSpPr>
            <p:cNvPr id="26" name="Text Placeholder 2">
              <a:extLst>
                <a:ext uri="{FF2B5EF4-FFF2-40B4-BE49-F238E27FC236}">
                  <a16:creationId xmlns:a16="http://schemas.microsoft.com/office/drawing/2014/main" id="{3B038A9E-8F0E-06CC-3573-28053EC984B3}"/>
                </a:ext>
              </a:extLst>
            </p:cNvPr>
            <p:cNvSpPr txBox="1">
              <a:spLocks/>
            </p:cNvSpPr>
            <p:nvPr/>
          </p:nvSpPr>
          <p:spPr>
            <a:xfrm>
              <a:off x="5605463" y="5336967"/>
              <a:ext cx="506549" cy="161583"/>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050" dirty="0">
                  <a:latin typeface="Inter" panose="02000503000000020004" pitchFamily="2" charset="0"/>
                  <a:ea typeface="Inter" panose="02000503000000020004" pitchFamily="2" charset="0"/>
                  <a:cs typeface="CiscoSansTT" panose="020B0503020201020303" pitchFamily="34" charset="0"/>
                </a:rPr>
                <a:t>Labels 1</a:t>
              </a:r>
            </a:p>
          </p:txBody>
        </p:sp>
        <p:sp>
          <p:nvSpPr>
            <p:cNvPr id="27" name="Text Placeholder 2">
              <a:extLst>
                <a:ext uri="{FF2B5EF4-FFF2-40B4-BE49-F238E27FC236}">
                  <a16:creationId xmlns:a16="http://schemas.microsoft.com/office/drawing/2014/main" id="{DDE33384-6558-2E9D-44BD-740D7D8CFC02}"/>
                </a:ext>
              </a:extLst>
            </p:cNvPr>
            <p:cNvSpPr txBox="1">
              <a:spLocks/>
            </p:cNvSpPr>
            <p:nvPr/>
          </p:nvSpPr>
          <p:spPr>
            <a:xfrm>
              <a:off x="6945239" y="5336967"/>
              <a:ext cx="1279196" cy="161583"/>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1050" dirty="0">
                  <a:latin typeface="Inter" panose="02000503000000020004" pitchFamily="2" charset="0"/>
                  <a:cs typeface="CiscoSansTT" panose="020B0503020201020303" pitchFamily="34" charset="0"/>
                </a:rPr>
                <a:t>TT Regular 10-16 pt</a:t>
              </a:r>
            </a:p>
          </p:txBody>
        </p:sp>
        <p:sp>
          <p:nvSpPr>
            <p:cNvPr id="28" name="Text Placeholder 2">
              <a:extLst>
                <a:ext uri="{FF2B5EF4-FFF2-40B4-BE49-F238E27FC236}">
                  <a16:creationId xmlns:a16="http://schemas.microsoft.com/office/drawing/2014/main" id="{1FE31569-F162-4798-5465-86A598FD81FB}"/>
                </a:ext>
              </a:extLst>
            </p:cNvPr>
            <p:cNvSpPr txBox="1">
              <a:spLocks/>
            </p:cNvSpPr>
            <p:nvPr/>
          </p:nvSpPr>
          <p:spPr>
            <a:xfrm>
              <a:off x="5605463" y="5692525"/>
              <a:ext cx="472886" cy="138499"/>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900" dirty="0">
                  <a:latin typeface="Inter" panose="02000503000000020004" pitchFamily="2" charset="0"/>
                  <a:ea typeface="Inter" panose="02000503000000020004" pitchFamily="2" charset="0"/>
                  <a:cs typeface="CiscoSansTT" panose="020B0503020201020303" pitchFamily="34" charset="0"/>
                </a:rPr>
                <a:t>Labels 2</a:t>
              </a:r>
            </a:p>
          </p:txBody>
        </p:sp>
        <p:sp>
          <p:nvSpPr>
            <p:cNvPr id="29" name="Text Placeholder 2">
              <a:extLst>
                <a:ext uri="{FF2B5EF4-FFF2-40B4-BE49-F238E27FC236}">
                  <a16:creationId xmlns:a16="http://schemas.microsoft.com/office/drawing/2014/main" id="{1E64720D-A2B0-0B18-8558-253BAD968500}"/>
                </a:ext>
              </a:extLst>
            </p:cNvPr>
            <p:cNvSpPr txBox="1">
              <a:spLocks/>
            </p:cNvSpPr>
            <p:nvPr/>
          </p:nvSpPr>
          <p:spPr>
            <a:xfrm>
              <a:off x="6945239" y="5692525"/>
              <a:ext cx="695703" cy="138499"/>
            </a:xfrm>
            <a:prstGeom prst="rect">
              <a:avLst/>
            </a:prstGeom>
          </p:spPr>
          <p:txBody>
            <a:bodyPr wrap="none" lIns="0" tIns="0" rIns="0" bIns="0" anchor="t" anchorCtr="0">
              <a:spAutoFit/>
            </a:bodyPr>
            <a:lstStyle>
              <a:lvl1pPr marL="0" marR="0" indent="0" algn="l" defTabSz="684213" rtl="0" eaLnBrk="1" fontAlgn="base" latinLnBrk="0" hangingPunct="1">
                <a:lnSpc>
                  <a:spcPct val="95000"/>
                </a:lnSpc>
                <a:spcBef>
                  <a:spcPts val="1075"/>
                </a:spcBef>
                <a:spcAft>
                  <a:spcPct val="0"/>
                </a:spcAft>
                <a:buClr>
                  <a:schemeClr val="tx2"/>
                </a:buClr>
                <a:buSzPct val="90000"/>
                <a:buFont typeface="Arial" panose="020B0604020202020204" pitchFamily="34" charset="0"/>
                <a:buNone/>
                <a:tabLst/>
                <a:defRPr lang="en-US" sz="800" b="0" i="0" kern="1200" baseline="0">
                  <a:solidFill>
                    <a:schemeClr val="tx1"/>
                  </a:solidFill>
                  <a:latin typeface="CiscoSansTT Light" panose="020B0503020201020303" pitchFamily="34" charset="0"/>
                  <a:ea typeface="ＭＳ Ｐゴシック" charset="0"/>
                  <a:cs typeface="CiscoSansTT Light" panose="020B0503020201020303" pitchFamily="34" charset="0"/>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00000"/>
                </a:lnSpc>
                <a:spcBef>
                  <a:spcPts val="0"/>
                </a:spcBef>
                <a:spcAft>
                  <a:spcPts val="0"/>
                </a:spcAft>
              </a:pPr>
              <a:r>
                <a:rPr lang="en-US" sz="900" dirty="0">
                  <a:latin typeface="Inter" panose="02000503000000020004" pitchFamily="2" charset="0"/>
                  <a:cs typeface="CiscoSansTT" panose="020B0503020201020303" pitchFamily="34" charset="0"/>
                </a:rPr>
                <a:t>Bold  &lt; 10 pt</a:t>
              </a:r>
            </a:p>
          </p:txBody>
        </p:sp>
      </p:grpSp>
    </p:spTree>
    <p:extLst>
      <p:ext uri="{BB962C8B-B14F-4D97-AF65-F5344CB8AC3E}">
        <p14:creationId xmlns:p14="http://schemas.microsoft.com/office/powerpoint/2010/main" val="3469745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C4DD2-4F16-5A93-FCE0-39ED4FEEB0F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54D54B5-FD18-1891-D186-5E75773E0C57}"/>
              </a:ext>
            </a:extLst>
          </p:cNvPr>
          <p:cNvSpPr>
            <a:spLocks noGrp="1"/>
          </p:cNvSpPr>
          <p:nvPr>
            <p:ph type="title"/>
          </p:nvPr>
        </p:nvSpPr>
        <p:spPr>
          <a:xfrm>
            <a:off x="323850" y="298146"/>
            <a:ext cx="6492392" cy="492443"/>
          </a:xfrm>
        </p:spPr>
        <p:txBody>
          <a:bodyPr/>
          <a:lstStyle/>
          <a:p>
            <a:r>
              <a:rPr lang="en-US" sz="3200" dirty="0"/>
              <a:t>Colors and elements</a:t>
            </a:r>
            <a:endParaRPr lang="en-US" dirty="0"/>
          </a:p>
        </p:txBody>
      </p:sp>
      <p:grpSp>
        <p:nvGrpSpPr>
          <p:cNvPr id="21" name="Group 20" descr="Base color profiles">
            <a:extLst>
              <a:ext uri="{FF2B5EF4-FFF2-40B4-BE49-F238E27FC236}">
                <a16:creationId xmlns:a16="http://schemas.microsoft.com/office/drawing/2014/main" id="{87435E36-AE60-F2EE-2521-9A1F095836E4}"/>
              </a:ext>
            </a:extLst>
          </p:cNvPr>
          <p:cNvGrpSpPr/>
          <p:nvPr/>
        </p:nvGrpSpPr>
        <p:grpSpPr>
          <a:xfrm>
            <a:off x="4058350" y="1720982"/>
            <a:ext cx="3519434" cy="2278685"/>
            <a:chOff x="429944" y="1153653"/>
            <a:chExt cx="3768935" cy="1471575"/>
          </a:xfrm>
        </p:grpSpPr>
        <p:sp>
          <p:nvSpPr>
            <p:cNvPr id="60" name="Rectangle: Rounded Corners 315">
              <a:extLst>
                <a:ext uri="{FF2B5EF4-FFF2-40B4-BE49-F238E27FC236}">
                  <a16:creationId xmlns:a16="http://schemas.microsoft.com/office/drawing/2014/main" id="{86F05FF2-768E-BA2F-101F-CDB684403E08}"/>
                </a:ext>
              </a:extLst>
            </p:cNvPr>
            <p:cNvSpPr/>
            <p:nvPr/>
          </p:nvSpPr>
          <p:spPr>
            <a:xfrm>
              <a:off x="2370079" y="1153655"/>
              <a:ext cx="1828800" cy="466197"/>
            </a:xfrm>
            <a:prstGeom prst="roundRect">
              <a:avLst>
                <a:gd name="adj" fmla="val 4144"/>
              </a:avLst>
            </a:prstGeom>
            <a:solidFill>
              <a:srgbClr val="0A60FF"/>
            </a:solidFill>
            <a:ln w="127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Medium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CiscoSansTT"/>
                </a:rPr>
                <a:t>#0A60FF</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CiscoSansTT"/>
                </a:rPr>
                <a:t>RGB 10, 96, 255</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FFFFFF"/>
                  </a:solidFill>
                  <a:latin typeface="Inter" panose="02000503000000020004" pitchFamily="2" charset="0"/>
                  <a:cs typeface="CiscoSansTT"/>
                </a:rPr>
                <a:t>Text/Graphics</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endParaRPr>
            </a:p>
          </p:txBody>
        </p:sp>
        <p:sp>
          <p:nvSpPr>
            <p:cNvPr id="61" name="Rectangle: Rounded Corners 13">
              <a:extLst>
                <a:ext uri="{FF2B5EF4-FFF2-40B4-BE49-F238E27FC236}">
                  <a16:creationId xmlns:a16="http://schemas.microsoft.com/office/drawing/2014/main" id="{57EEC616-503D-4B6F-E44C-F4FAAEAE02D7}"/>
                </a:ext>
              </a:extLst>
            </p:cNvPr>
            <p:cNvSpPr/>
            <p:nvPr/>
          </p:nvSpPr>
          <p:spPr>
            <a:xfrm>
              <a:off x="429944" y="1153653"/>
              <a:ext cx="1828800" cy="466413"/>
            </a:xfrm>
            <a:prstGeom prst="roundRect">
              <a:avLst>
                <a:gd name="adj" fmla="val 4180"/>
              </a:avLst>
            </a:prstGeom>
            <a:solidFill>
              <a:srgbClr val="02C8FF"/>
            </a:solidFill>
            <a:ln w="127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7182D"/>
                  </a:solidFill>
                  <a:effectLst/>
                  <a:uLnTx/>
                  <a:uFillTx/>
                  <a:latin typeface="Inter" panose="02000503000000020004" pitchFamily="2" charset="0"/>
                  <a:ea typeface="+mn-ea"/>
                  <a:cs typeface="+mn-cs"/>
                </a:rPr>
                <a:t>Cisco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7182D"/>
                  </a:solidFill>
                  <a:effectLst/>
                  <a:uLnTx/>
                  <a:uFillTx/>
                  <a:latin typeface="Inter" panose="02000503000000020004" pitchFamily="2" charset="0"/>
                  <a:ea typeface="+mn-ea"/>
                  <a:cs typeface="CiscoSansTT"/>
                </a:rPr>
                <a:t>#02C8FF</a:t>
              </a:r>
              <a:endParaRPr lang="en-US" sz="800" u="none" strike="noStrike" kern="1200" cap="none" spc="0" normalizeH="0" baseline="0" noProof="0" dirty="0">
                <a:ln>
                  <a:noFill/>
                </a:ln>
                <a:solidFill>
                  <a:srgbClr val="07182D"/>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7182D"/>
                  </a:solidFill>
                  <a:effectLst/>
                  <a:uLnTx/>
                  <a:uFillTx/>
                  <a:latin typeface="Inter" panose="02000503000000020004" pitchFamily="2" charset="0"/>
                  <a:ea typeface="+mn-ea"/>
                  <a:cs typeface="CiscoSansTT"/>
                </a:rPr>
                <a:t>RGB 2, 200, 255</a:t>
              </a:r>
              <a:endParaRPr lang="en-US" sz="800" u="none" strike="noStrike" kern="1200" cap="none" spc="0" normalizeH="0" baseline="0" noProof="0" dirty="0">
                <a:ln>
                  <a:noFill/>
                </a:ln>
                <a:solidFill>
                  <a:srgbClr val="07182D"/>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7182D"/>
                  </a:solidFill>
                  <a:latin typeface="Inter" panose="02000503000000020004" pitchFamily="2" charset="0"/>
                  <a:cs typeface="CiscoSansTT"/>
                </a:rPr>
                <a:t>Text/Graphics</a:t>
              </a:r>
              <a:endParaRPr lang="en-US" sz="800" u="none" strike="noStrike" kern="1200" cap="none" spc="0" normalizeH="0" baseline="0" noProof="0" dirty="0">
                <a:ln>
                  <a:noFill/>
                </a:ln>
                <a:solidFill>
                  <a:srgbClr val="07182D"/>
                </a:solidFill>
                <a:effectLst/>
                <a:uLnTx/>
                <a:uFillTx/>
                <a:latin typeface="Inter" panose="02000503000000020004" pitchFamily="2" charset="0"/>
                <a:cs typeface="CiscoSansTT" panose="020B0503020201020303" pitchFamily="34" charset="0"/>
              </a:endParaRPr>
            </a:p>
          </p:txBody>
        </p:sp>
        <p:sp>
          <p:nvSpPr>
            <p:cNvPr id="38" name="Rectangle: Rounded Corners 315">
              <a:extLst>
                <a:ext uri="{FF2B5EF4-FFF2-40B4-BE49-F238E27FC236}">
                  <a16:creationId xmlns:a16="http://schemas.microsoft.com/office/drawing/2014/main" id="{71B60F6F-74BC-D57D-DC32-B91FC349C05D}"/>
                </a:ext>
              </a:extLst>
            </p:cNvPr>
            <p:cNvSpPr/>
            <p:nvPr/>
          </p:nvSpPr>
          <p:spPr>
            <a:xfrm>
              <a:off x="442302" y="1710855"/>
              <a:ext cx="3756577" cy="914373"/>
            </a:xfrm>
            <a:prstGeom prst="roundRect">
              <a:avLst>
                <a:gd name="adj" fmla="val 4144"/>
              </a:avLst>
            </a:prstGeom>
            <a:gradFill flip="none" rotWithShape="1">
              <a:gsLst>
                <a:gs pos="88000">
                  <a:schemeClr val="accent2"/>
                </a:gs>
                <a:gs pos="22000">
                  <a:schemeClr val="accent1"/>
                </a:gs>
              </a:gsLst>
              <a:lin ang="0" scaled="0"/>
              <a:tileRect/>
            </a:gradFill>
            <a:ln w="1270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a:defRPr/>
              </a:pPr>
              <a: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t>Cisco Gradient</a:t>
              </a:r>
              <a:b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br>
              <a:r>
                <a:rPr lang="en-US" sz="800" dirty="0">
                  <a:solidFill>
                    <a:schemeClr val="bg1"/>
                  </a:solidFill>
                  <a:latin typeface="Inter" panose="02000503000000020004" pitchFamily="2" charset="0"/>
                  <a:cs typeface="CiscoSansTT"/>
                </a:rPr>
                <a:t>Text/Outlines</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endParaRPr>
            </a:p>
          </p:txBody>
        </p:sp>
      </p:grpSp>
      <p:cxnSp>
        <p:nvCxnSpPr>
          <p:cNvPr id="306" name="Straight Connector 305">
            <a:extLst>
              <a:ext uri="{FF2B5EF4-FFF2-40B4-BE49-F238E27FC236}">
                <a16:creationId xmlns:a16="http://schemas.microsoft.com/office/drawing/2014/main" id="{ED2A182D-D034-6C6B-A45B-7C2411642695}"/>
              </a:ext>
            </a:extLst>
          </p:cNvPr>
          <p:cNvCxnSpPr>
            <a:cxnSpLocks/>
          </p:cNvCxnSpPr>
          <p:nvPr/>
        </p:nvCxnSpPr>
        <p:spPr>
          <a:xfrm>
            <a:off x="4058350" y="1475740"/>
            <a:ext cx="3519434" cy="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0141BA02-B727-7462-F047-D2ADBF8B352F}"/>
              </a:ext>
            </a:extLst>
          </p:cNvPr>
          <p:cNvCxnSpPr>
            <a:cxnSpLocks/>
          </p:cNvCxnSpPr>
          <p:nvPr/>
        </p:nvCxnSpPr>
        <p:spPr>
          <a:xfrm>
            <a:off x="4058350"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8ED63665-C3CE-8BB8-E7D3-53D06EFFB0DD}"/>
              </a:ext>
            </a:extLst>
          </p:cNvPr>
          <p:cNvCxnSpPr>
            <a:cxnSpLocks/>
          </p:cNvCxnSpPr>
          <p:nvPr/>
        </p:nvCxnSpPr>
        <p:spPr>
          <a:xfrm>
            <a:off x="7577784"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3" name="TextBox 312">
            <a:extLst>
              <a:ext uri="{FF2B5EF4-FFF2-40B4-BE49-F238E27FC236}">
                <a16:creationId xmlns:a16="http://schemas.microsoft.com/office/drawing/2014/main" id="{A6DFD3CA-91CB-DCF8-4431-089EE51893C4}"/>
              </a:ext>
            </a:extLst>
          </p:cNvPr>
          <p:cNvSpPr txBox="1"/>
          <p:nvPr/>
        </p:nvSpPr>
        <p:spPr>
          <a:xfrm>
            <a:off x="5202034" y="1361951"/>
            <a:ext cx="1213778" cy="215444"/>
          </a:xfrm>
          <a:prstGeom prst="rect">
            <a:avLst/>
          </a:prstGeom>
          <a:solidFill>
            <a:schemeClr val="bg1"/>
          </a:solidFill>
        </p:spPr>
        <p:txBody>
          <a:bodyPr wrap="square" lIns="45720" r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effectLst/>
                <a:uLnTx/>
                <a:uFillTx/>
                <a:latin typeface="Inter" panose="02000503000000020004" pitchFamily="2" charset="0"/>
                <a:ea typeface="+mn-ea"/>
                <a:cs typeface="CiscoSansTT" panose="020B0503020201020303" pitchFamily="34" charset="0"/>
              </a:rPr>
              <a:t>Cisco colors</a:t>
            </a:r>
          </a:p>
        </p:txBody>
      </p:sp>
      <p:sp>
        <p:nvSpPr>
          <p:cNvPr id="262" name="Rectangle: Rounded Corners 17" descr="Additional chart / graph colors&#10;(use sparingly)&#10;">
            <a:extLst>
              <a:ext uri="{FF2B5EF4-FFF2-40B4-BE49-F238E27FC236}">
                <a16:creationId xmlns:a16="http://schemas.microsoft.com/office/drawing/2014/main" id="{CFF11AE5-7C21-3FF4-17C5-34C2D3F8D512}"/>
              </a:ext>
            </a:extLst>
          </p:cNvPr>
          <p:cNvSpPr/>
          <p:nvPr/>
        </p:nvSpPr>
        <p:spPr>
          <a:xfrm>
            <a:off x="10040073" y="1938456"/>
            <a:ext cx="1707734" cy="2125544"/>
          </a:xfrm>
          <a:prstGeom prst="roundRect">
            <a:avLst>
              <a:gd name="adj" fmla="val 4614"/>
            </a:avLst>
          </a:prstGeom>
          <a:noFill/>
          <a:ln w="1270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chemeClr val="tx1"/>
                </a:solidFill>
                <a:effectLst/>
                <a:uLnTx/>
                <a:uFillTx/>
                <a:latin typeface="Inter" panose="02000503000000020004" pitchFamily="2" charset="0"/>
                <a:ea typeface="+mn-ea"/>
                <a:cs typeface="+mn-cs"/>
              </a:rPr>
              <a:t>Additional chart / graph colors</a:t>
            </a:r>
            <a:br>
              <a:rPr lang="en-US" sz="800" u="none" strike="noStrike" kern="1200" cap="none" spc="0" normalizeH="0" baseline="0" noProof="0" dirty="0">
                <a:ln>
                  <a:noFill/>
                </a:ln>
                <a:solidFill>
                  <a:schemeClr val="tx1"/>
                </a:solidFill>
                <a:effectLst/>
                <a:uLnTx/>
                <a:uFillTx/>
                <a:latin typeface="Inter" panose="02000503000000020004" pitchFamily="2" charset="0"/>
                <a:cs typeface="CiscoSansTT" panose="020B0503020201020303" pitchFamily="34" charset="0"/>
              </a:rPr>
            </a:br>
            <a:r>
              <a:rPr kumimoji="0" lang="en-US" sz="800" u="none" strike="noStrike" kern="1200" cap="none" spc="0" normalizeH="0" baseline="0" noProof="0" dirty="0">
                <a:ln>
                  <a:noFill/>
                </a:ln>
                <a:solidFill>
                  <a:schemeClr val="tx1"/>
                </a:solidFill>
                <a:effectLst/>
                <a:uLnTx/>
                <a:uFillTx/>
                <a:latin typeface="Inter" panose="02000503000000020004" pitchFamily="2" charset="0"/>
                <a:ea typeface="+mn-ea"/>
                <a:cs typeface="CiscoSansTT"/>
              </a:rPr>
              <a:t>(</a:t>
            </a:r>
            <a:r>
              <a:rPr lang="en-US" sz="800" dirty="0">
                <a:solidFill>
                  <a:schemeClr val="tx1"/>
                </a:solidFill>
                <a:latin typeface="Inter" panose="02000503000000020004" pitchFamily="2" charset="0"/>
                <a:cs typeface="CiscoSansTT"/>
              </a:rPr>
              <a:t>use</a:t>
            </a:r>
            <a:r>
              <a:rPr kumimoji="0" lang="en-US" sz="800" u="none" strike="noStrike" kern="1200" cap="none" spc="0" normalizeH="0" baseline="0" noProof="0" dirty="0">
                <a:ln>
                  <a:noFill/>
                </a:ln>
                <a:solidFill>
                  <a:schemeClr val="tx1"/>
                </a:solidFill>
                <a:effectLst/>
                <a:uLnTx/>
                <a:uFillTx/>
                <a:latin typeface="Inter" panose="02000503000000020004" pitchFamily="2" charset="0"/>
                <a:ea typeface="+mn-ea"/>
                <a:cs typeface="CiscoSansTT"/>
              </a:rPr>
              <a:t> sparingly)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u="none" strike="noStrike" kern="1200" cap="none" spc="0" normalizeH="0" baseline="0" noProof="0" dirty="0">
              <a:ln>
                <a:noFill/>
              </a:ln>
              <a:solidFill>
                <a:schemeClr val="tx1"/>
              </a:solidFill>
              <a:effectLst/>
              <a:uLnTx/>
              <a:uFillTx/>
              <a:latin typeface="Inter" panose="02000503000000020004" pitchFamily="2" charset="0"/>
              <a:ea typeface="+mn-ea"/>
              <a:cs typeface="CiscoSansTT"/>
            </a:endParaRPr>
          </a:p>
          <a:p>
            <a:pPr>
              <a:defRPr/>
            </a:pPr>
            <a:r>
              <a:rPr kumimoji="0" lang="en-US" sz="800" u="none" strike="noStrike" kern="1200" cap="none" spc="0" normalizeH="0" baseline="0" noProof="0" dirty="0">
                <a:ln>
                  <a:noFill/>
                </a:ln>
                <a:solidFill>
                  <a:schemeClr val="tx1"/>
                </a:solidFill>
                <a:effectLst/>
                <a:uLnTx/>
                <a:uFillTx/>
                <a:latin typeface="Inter" panose="02000503000000020004" pitchFamily="2" charset="0"/>
                <a:ea typeface="+mn-ea"/>
                <a:cs typeface="CiscoSansTT" panose="020B0503020201020303" pitchFamily="34" charset="0"/>
              </a:rPr>
              <a:t>If additional colors are needed for technical charts and graphs, the template “Theme Colors” may be utilized.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u="none" strike="noStrike" kern="1200" cap="none" spc="0" normalizeH="0" baseline="0" noProof="0" dirty="0">
              <a:ln>
                <a:noFill/>
              </a:ln>
              <a:solidFill>
                <a:schemeClr val="bg1"/>
              </a:solidFill>
              <a:effectLst/>
              <a:uLnTx/>
              <a:uFillTx/>
              <a:latin typeface="Inter" panose="02000503000000020004" pitchFamily="2" charset="0"/>
              <a:ea typeface="+mn-ea"/>
              <a:cs typeface="CiscoSansTT"/>
            </a:endParaRPr>
          </a:p>
        </p:txBody>
      </p:sp>
      <p:grpSp>
        <p:nvGrpSpPr>
          <p:cNvPr id="43" name="Group 42" descr="Supporting color profiles">
            <a:extLst>
              <a:ext uri="{FF2B5EF4-FFF2-40B4-BE49-F238E27FC236}">
                <a16:creationId xmlns:a16="http://schemas.microsoft.com/office/drawing/2014/main" id="{319E6CCB-35DC-FC4A-2A91-1092574B57F3}"/>
              </a:ext>
            </a:extLst>
          </p:cNvPr>
          <p:cNvGrpSpPr/>
          <p:nvPr/>
        </p:nvGrpSpPr>
        <p:grpSpPr>
          <a:xfrm>
            <a:off x="7822300" y="1353038"/>
            <a:ext cx="1666971" cy="3004874"/>
            <a:chOff x="10428359" y="844778"/>
            <a:chExt cx="1430705" cy="3004874"/>
          </a:xfrm>
        </p:grpSpPr>
        <p:sp>
          <p:nvSpPr>
            <p:cNvPr id="44" name="Rectangle: Rounded Corners 43">
              <a:extLst>
                <a:ext uri="{FF2B5EF4-FFF2-40B4-BE49-F238E27FC236}">
                  <a16:creationId xmlns:a16="http://schemas.microsoft.com/office/drawing/2014/main" id="{7936429E-25AE-DC59-0001-18736386B3A8}"/>
                </a:ext>
              </a:extLst>
            </p:cNvPr>
            <p:cNvSpPr/>
            <p:nvPr/>
          </p:nvSpPr>
          <p:spPr>
            <a:xfrm>
              <a:off x="10439643" y="1231030"/>
              <a:ext cx="1419421" cy="590763"/>
            </a:xfrm>
            <a:prstGeom prst="roundRect">
              <a:avLst>
                <a:gd name="adj" fmla="val 10243"/>
              </a:avLst>
            </a:prstGeom>
            <a:solidFill>
              <a:srgbClr val="D6D6D6"/>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Light Grey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#D6D6D6</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RGB 214, 214, 214</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0000"/>
                  </a:solidFill>
                  <a:latin typeface="Inter" panose="02000503000000020004" pitchFamily="2" charset="0"/>
                  <a:cs typeface="CiscoSansTT"/>
                </a:rPr>
                <a:t>Text/Graphics</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p:txBody>
        </p:sp>
        <p:sp>
          <p:nvSpPr>
            <p:cNvPr id="45" name="Rectangle: Rounded Corners 44">
              <a:extLst>
                <a:ext uri="{FF2B5EF4-FFF2-40B4-BE49-F238E27FC236}">
                  <a16:creationId xmlns:a16="http://schemas.microsoft.com/office/drawing/2014/main" id="{95A9A9A3-BD69-6EED-E165-FB3E21210312}"/>
                </a:ext>
              </a:extLst>
            </p:cNvPr>
            <p:cNvSpPr/>
            <p:nvPr/>
          </p:nvSpPr>
          <p:spPr>
            <a:xfrm>
              <a:off x="10439643" y="1902831"/>
              <a:ext cx="1419421" cy="590763"/>
            </a:xfrm>
            <a:prstGeom prst="roundRect">
              <a:avLst>
                <a:gd name="adj" fmla="val 10243"/>
              </a:avLst>
            </a:prstGeom>
            <a:solidFill>
              <a:srgbClr val="6B6B6B"/>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Medium Grey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#6B6B6B</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RGB 107, 107, 107</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FFFFFF"/>
                  </a:solidFill>
                  <a:latin typeface="Inter" panose="02000503000000020004" pitchFamily="2" charset="0"/>
                  <a:cs typeface="CiscoSansTT"/>
                </a:rPr>
                <a:t>Large-Text/Graphics</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p:txBody>
        </p:sp>
        <p:cxnSp>
          <p:nvCxnSpPr>
            <p:cNvPr id="46" name="Straight Connector 45">
              <a:extLst>
                <a:ext uri="{FF2B5EF4-FFF2-40B4-BE49-F238E27FC236}">
                  <a16:creationId xmlns:a16="http://schemas.microsoft.com/office/drawing/2014/main" id="{045CF181-DFA3-8038-4880-92E268874877}"/>
                </a:ext>
              </a:extLst>
            </p:cNvPr>
            <p:cNvCxnSpPr>
              <a:cxnSpLocks/>
            </p:cNvCxnSpPr>
            <p:nvPr/>
          </p:nvCxnSpPr>
          <p:spPr>
            <a:xfrm>
              <a:off x="11859064" y="962192"/>
              <a:ext cx="0" cy="8109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E088F97-E7C5-2AB1-6081-F59CCFDD3B44}"/>
                </a:ext>
              </a:extLst>
            </p:cNvPr>
            <p:cNvSpPr txBox="1"/>
            <p:nvPr/>
          </p:nvSpPr>
          <p:spPr>
            <a:xfrm>
              <a:off x="10621539" y="844778"/>
              <a:ext cx="1055628" cy="215444"/>
            </a:xfrm>
            <a:prstGeom prst="rect">
              <a:avLst/>
            </a:prstGeom>
            <a:solidFill>
              <a:srgbClr val="FBFDFE"/>
            </a:solidFill>
          </p:spPr>
          <p:txBody>
            <a:bodyPr wrap="square" lIns="45720" r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effectLst/>
                  <a:uLnTx/>
                  <a:uFillTx/>
                  <a:latin typeface="Inter" panose="02000503000000020004" pitchFamily="2" charset="0"/>
                  <a:ea typeface="+mn-ea"/>
                  <a:cs typeface="CiscoSansTT" panose="020B0503020201020303" pitchFamily="34" charset="0"/>
                </a:rPr>
                <a:t>Supporting colors</a:t>
              </a:r>
            </a:p>
          </p:txBody>
        </p:sp>
        <p:cxnSp>
          <p:nvCxnSpPr>
            <p:cNvPr id="48" name="Straight Connector 47">
              <a:extLst>
                <a:ext uri="{FF2B5EF4-FFF2-40B4-BE49-F238E27FC236}">
                  <a16:creationId xmlns:a16="http://schemas.microsoft.com/office/drawing/2014/main" id="{A35C900E-B5BD-094C-21A6-A90E6DABA126}"/>
                </a:ext>
              </a:extLst>
            </p:cNvPr>
            <p:cNvCxnSpPr>
              <a:cxnSpLocks/>
            </p:cNvCxnSpPr>
            <p:nvPr/>
          </p:nvCxnSpPr>
          <p:spPr>
            <a:xfrm>
              <a:off x="10428359" y="962192"/>
              <a:ext cx="0" cy="8109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D0AE833-736F-D72D-063F-1528A260EC2A}"/>
                </a:ext>
              </a:extLst>
            </p:cNvPr>
            <p:cNvCxnSpPr>
              <a:cxnSpLocks/>
            </p:cNvCxnSpPr>
            <p:nvPr/>
          </p:nvCxnSpPr>
          <p:spPr>
            <a:xfrm>
              <a:off x="10428359" y="966955"/>
              <a:ext cx="193180" cy="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C9104D3-ACD3-3EFF-7166-9C29B73123FA}"/>
                </a:ext>
              </a:extLst>
            </p:cNvPr>
            <p:cNvCxnSpPr>
              <a:cxnSpLocks/>
            </p:cNvCxnSpPr>
            <p:nvPr/>
          </p:nvCxnSpPr>
          <p:spPr>
            <a:xfrm>
              <a:off x="11665884" y="966955"/>
              <a:ext cx="193180" cy="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399BB0DF-72CC-50F9-CDDD-B0D2DD8EE690}"/>
                </a:ext>
              </a:extLst>
            </p:cNvPr>
            <p:cNvSpPr/>
            <p:nvPr/>
          </p:nvSpPr>
          <p:spPr>
            <a:xfrm>
              <a:off x="10439643" y="2579226"/>
              <a:ext cx="1419421" cy="590763"/>
            </a:xfrm>
            <a:prstGeom prst="roundRect">
              <a:avLst>
                <a:gd name="adj" fmla="val 10243"/>
              </a:avLst>
            </a:prstGeom>
            <a:solidFill>
              <a:srgbClr val="B4B9C0"/>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30% Midnight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#B4B9C0</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rPr>
                <a:t>RGB 180, 185, 192</a:t>
              </a:r>
              <a:endParaRPr lang="en-US" sz="800" u="none" strike="noStrike" kern="1200" cap="none" spc="0" normalizeH="0" baseline="0" noProof="0" dirty="0">
                <a:ln>
                  <a:noFill/>
                </a:ln>
                <a:solidFill>
                  <a:srgbClr val="000000"/>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000000"/>
                  </a:solidFill>
                  <a:latin typeface="Inter" panose="02000503000000020004" pitchFamily="2" charset="0"/>
                </a:rPr>
                <a:t>Text/Graphics</a:t>
              </a:r>
              <a:endParaRPr kumimoji="0" lang="en-US" sz="800" u="none" strike="noStrike" kern="1200" cap="none" spc="0" normalizeH="0" baseline="0" noProof="0" dirty="0">
                <a:ln>
                  <a:noFill/>
                </a:ln>
                <a:solidFill>
                  <a:srgbClr val="000000"/>
                </a:solidFill>
                <a:effectLst/>
                <a:uLnTx/>
                <a:uFillTx/>
                <a:latin typeface="Inter" panose="02000503000000020004" pitchFamily="2" charset="0"/>
                <a:ea typeface="+mn-ea"/>
                <a:cs typeface="+mn-cs"/>
              </a:endParaRPr>
            </a:p>
          </p:txBody>
        </p:sp>
        <p:sp>
          <p:nvSpPr>
            <p:cNvPr id="15" name="Rectangle: Rounded Corners 14">
              <a:extLst>
                <a:ext uri="{FF2B5EF4-FFF2-40B4-BE49-F238E27FC236}">
                  <a16:creationId xmlns:a16="http://schemas.microsoft.com/office/drawing/2014/main" id="{ACB38343-E573-AC28-E340-5E76F19C156F}"/>
                </a:ext>
              </a:extLst>
            </p:cNvPr>
            <p:cNvSpPr/>
            <p:nvPr/>
          </p:nvSpPr>
          <p:spPr>
            <a:xfrm>
              <a:off x="10439643" y="3258889"/>
              <a:ext cx="1419421" cy="590763"/>
            </a:xfrm>
            <a:prstGeom prst="roundRect">
              <a:avLst>
                <a:gd name="adj" fmla="val 10243"/>
              </a:avLst>
            </a:prstGeom>
            <a:solidFill>
              <a:srgbClr val="525E6C"/>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70% Midnight Blue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#525E6C</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solidFill>
                    <a:srgbClr val="FFFFFF"/>
                  </a:solidFill>
                  <a:effectLst/>
                  <a:uLnTx/>
                  <a:uFillTx/>
                  <a:latin typeface="Inter" panose="02000503000000020004" pitchFamily="2" charset="0"/>
                  <a:ea typeface="+mn-ea"/>
                  <a:cs typeface="+mn-cs"/>
                </a:rPr>
                <a:t>RGB 82, 94, 108</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a:p>
              <a:pPr>
                <a:defRPr/>
              </a:pPr>
              <a:r>
                <a:rPr lang="en-US" sz="800" dirty="0">
                  <a:solidFill>
                    <a:srgbClr val="FFFFFF"/>
                  </a:solidFill>
                  <a:latin typeface="Inter" panose="02000503000000020004" pitchFamily="2" charset="0"/>
                </a:rPr>
                <a:t>Decorative Only</a:t>
              </a: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a:endParaRPr>
            </a:p>
          </p:txBody>
        </p:sp>
      </p:grpSp>
      <p:cxnSp>
        <p:nvCxnSpPr>
          <p:cNvPr id="17" name="Straight Connector 16">
            <a:extLst>
              <a:ext uri="{FF2B5EF4-FFF2-40B4-BE49-F238E27FC236}">
                <a16:creationId xmlns:a16="http://schemas.microsoft.com/office/drawing/2014/main" id="{38E410F3-F3FC-2FB4-98F8-C8EFD3D198ED}"/>
              </a:ext>
              <a:ext uri="{C183D7F6-B498-43B3-948B-1728B52AA6E4}">
                <adec:decorative xmlns:adec="http://schemas.microsoft.com/office/drawing/2017/decorative" val="1"/>
              </a:ext>
            </a:extLst>
          </p:cNvPr>
          <p:cNvCxnSpPr/>
          <p:nvPr/>
        </p:nvCxnSpPr>
        <p:spPr>
          <a:xfrm>
            <a:off x="313835" y="4825136"/>
            <a:ext cx="11554315"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8DF5D9B8-A116-FB89-752B-33CB73B73FD9}"/>
              </a:ext>
            </a:extLst>
          </p:cNvPr>
          <p:cNvSpPr txBox="1">
            <a:spLocks/>
          </p:cNvSpPr>
          <p:nvPr/>
        </p:nvSpPr>
        <p:spPr>
          <a:xfrm>
            <a:off x="313835" y="4946634"/>
            <a:ext cx="3916853" cy="266587"/>
          </a:xfrm>
          <a:prstGeom prst="rect">
            <a:avLst/>
          </a:prstGeom>
        </p:spPr>
        <p:txBody>
          <a:bodyPr vert="horz" lIns="0" tIns="0" rIns="0" bIns="0" rtlCol="0" anchor="t">
            <a:noAutofit/>
          </a:bodyPr>
          <a:lstStyle>
            <a:lvl1pPr marL="0" marR="0" indent="0" algn="l" defTabSz="912031" rtl="0" eaLnBrk="1" fontAlgn="base" latinLnBrk="0" hangingPunct="1">
              <a:lnSpc>
                <a:spcPct val="95000"/>
              </a:lnSpc>
              <a:spcBef>
                <a:spcPts val="0"/>
              </a:spcBef>
              <a:spcAft>
                <a:spcPts val="600"/>
              </a:spcAft>
              <a:buClr>
                <a:schemeClr val="tx2"/>
              </a:buClr>
              <a:buSzPct val="90000"/>
              <a:buFont typeface="Arial" panose="020B0604020202020204" pitchFamily="34" charset="0"/>
              <a:buNone/>
              <a:tabLst/>
              <a:defRPr lang="en-US" sz="1400" b="0" i="0" kern="1200" baseline="0">
                <a:solidFill>
                  <a:schemeClr val="bg2"/>
                </a:solidFill>
                <a:latin typeface="+mn-lt"/>
                <a:ea typeface="ＭＳ Ｐゴシック" charset="0"/>
                <a:cs typeface="CiscoSansTT Light" panose="020B0503020201020303" pitchFamily="34" charset="0"/>
              </a:defRPr>
            </a:lvl1pPr>
            <a:lvl2pPr marL="406262" indent="0" algn="l" defTabSz="912031" rtl="0" eaLnBrk="1" fontAlgn="base" hangingPunct="1">
              <a:lnSpc>
                <a:spcPct val="95000"/>
              </a:lnSpc>
              <a:spcBef>
                <a:spcPts val="800"/>
              </a:spcBef>
              <a:spcAft>
                <a:spcPct val="0"/>
              </a:spcAft>
              <a:buClr>
                <a:schemeClr val="accent1"/>
              </a:buClr>
              <a:buFont typeface="Arial" charset="0"/>
              <a:buNone/>
              <a:defRPr lang="en-US" sz="2000" kern="1200">
                <a:solidFill>
                  <a:schemeClr val="bg2"/>
                </a:solidFill>
                <a:latin typeface="+mn-lt"/>
                <a:ea typeface="ＭＳ Ｐゴシック" charset="0"/>
                <a:cs typeface="CiscoSans"/>
              </a:defRPr>
            </a:lvl2pPr>
            <a:lvl3pPr marL="569710" indent="0" algn="l" defTabSz="912031" rtl="0" eaLnBrk="1" fontAlgn="base" hangingPunct="1">
              <a:lnSpc>
                <a:spcPct val="95000"/>
              </a:lnSpc>
              <a:spcBef>
                <a:spcPts val="833"/>
              </a:spcBef>
              <a:spcAft>
                <a:spcPct val="0"/>
              </a:spcAft>
              <a:buClr>
                <a:schemeClr val="accent1"/>
              </a:buClr>
              <a:buFont typeface="Arial" charset="0"/>
              <a:buNone/>
              <a:defRPr lang="en-US" sz="1799" kern="1200">
                <a:solidFill>
                  <a:schemeClr val="bg2"/>
                </a:solidFill>
                <a:latin typeface="+mn-lt"/>
                <a:ea typeface="ＭＳ Ｐゴシック" charset="0"/>
                <a:cs typeface="CiscoSans"/>
              </a:defRPr>
            </a:lvl3pPr>
            <a:lvl4pPr marL="688735" indent="0" algn="l" defTabSz="912031" rtl="0" eaLnBrk="1" fontAlgn="base" hangingPunct="1">
              <a:lnSpc>
                <a:spcPct val="95000"/>
              </a:lnSpc>
              <a:spcBef>
                <a:spcPts val="833"/>
              </a:spcBef>
              <a:spcAft>
                <a:spcPct val="0"/>
              </a:spcAft>
              <a:buClr>
                <a:schemeClr val="accent1"/>
              </a:buClr>
              <a:buFont typeface="Arial" charset="0"/>
              <a:buNone/>
              <a:defRPr lang="en-US" sz="1599" kern="1200">
                <a:solidFill>
                  <a:schemeClr val="bg2"/>
                </a:solidFill>
                <a:latin typeface="+mn-lt"/>
                <a:ea typeface="ＭＳ Ｐゴシック" charset="0"/>
                <a:cs typeface="CiscoSans"/>
              </a:defRPr>
            </a:lvl4pPr>
            <a:lvl5pPr marL="801406" indent="0" algn="l" defTabSz="912031" rtl="0" eaLnBrk="1" fontAlgn="base" hangingPunct="1">
              <a:lnSpc>
                <a:spcPct val="95000"/>
              </a:lnSpc>
              <a:spcBef>
                <a:spcPts val="833"/>
              </a:spcBef>
              <a:spcAft>
                <a:spcPct val="0"/>
              </a:spcAft>
              <a:buClr>
                <a:schemeClr val="accent1"/>
              </a:buClr>
              <a:buFont typeface="Arial" charset="0"/>
              <a:buNone/>
              <a:defRPr lang="en-US" sz="1400" kern="1200">
                <a:solidFill>
                  <a:schemeClr val="bg2"/>
                </a:solidFill>
                <a:latin typeface="+mn-lt"/>
                <a:ea typeface="ＭＳ Ｐゴシック" charset="0"/>
                <a:cs typeface="CiscoSans"/>
              </a:defRPr>
            </a:lvl5pPr>
            <a:lvl6pPr marL="1151489" indent="-228530" algn="l" defTabSz="914117" rtl="0" eaLnBrk="1" latinLnBrk="0" hangingPunct="1">
              <a:spcBef>
                <a:spcPts val="800"/>
              </a:spcBef>
              <a:buFont typeface="Arial" pitchFamily="34" charset="0"/>
              <a:buChar char="•"/>
              <a:defRPr sz="1199" kern="1200" baseline="0">
                <a:solidFill>
                  <a:schemeClr val="tx1"/>
                </a:solidFill>
                <a:latin typeface="+mn-lt"/>
                <a:ea typeface="+mn-ea"/>
                <a:cs typeface="+mn-cs"/>
              </a:defRPr>
            </a:lvl6pPr>
            <a:lvl7pPr marL="1247446" indent="-228499" algn="l" defTabSz="914117"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199409" indent="0" algn="l" defTabSz="914117" rtl="0" eaLnBrk="1" latinLnBrk="0" hangingPunct="1">
              <a:spcBef>
                <a:spcPct val="20000"/>
              </a:spcBef>
              <a:buFont typeface="Arial" pitchFamily="34" charset="0"/>
              <a:buNone/>
              <a:defRPr sz="2000" kern="1200">
                <a:solidFill>
                  <a:schemeClr val="tx1"/>
                </a:solidFill>
                <a:latin typeface="+mn-lt"/>
                <a:ea typeface="+mn-ea"/>
                <a:cs typeface="+mn-cs"/>
              </a:defRPr>
            </a:lvl8pPr>
            <a:lvl9pPr marL="3884995" indent="-228530" algn="l" defTabSz="91411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31" rtl="0" eaLnBrk="1" fontAlgn="base" latinLnBrk="0" hangingPunct="1">
              <a:lnSpc>
                <a:spcPct val="100000"/>
              </a:lnSpc>
              <a:spcBef>
                <a:spcPts val="0"/>
              </a:spcBef>
              <a:spcAft>
                <a:spcPts val="800"/>
              </a:spcAft>
              <a:buClr>
                <a:srgbClr val="02C8FF"/>
              </a:buClr>
              <a:buSzPct val="90000"/>
              <a:buFont typeface="Arial" panose="020B0604020202020204" pitchFamily="34" charset="0"/>
              <a:buNone/>
              <a:tabLst/>
              <a:defRPr/>
            </a:pPr>
            <a:r>
              <a:rPr kumimoji="0" lang="en-US" sz="1400" u="none" strike="noStrike" kern="1200" cap="none" spc="0" normalizeH="0" baseline="0" noProof="0" dirty="0">
                <a:ln>
                  <a:noFill/>
                </a:ln>
                <a:solidFill>
                  <a:schemeClr val="tx1"/>
                </a:solidFill>
                <a:effectLst/>
                <a:uLnTx/>
                <a:uFillTx/>
                <a:ea typeface="ＭＳ Ｐゴシック"/>
                <a:cs typeface="CiscoSansTT" panose="020B0503020201020303"/>
              </a:rPr>
              <a:t>Elements</a:t>
            </a:r>
          </a:p>
          <a:p>
            <a:pPr>
              <a:lnSpc>
                <a:spcPct val="100000"/>
              </a:lnSpc>
              <a:spcAft>
                <a:spcPts val="1200"/>
              </a:spcAft>
              <a:buClr>
                <a:srgbClr val="525E6C"/>
              </a:buClr>
              <a:defRPr/>
            </a:pPr>
            <a:r>
              <a:rPr lang="en-US" sz="1100" dirty="0">
                <a:solidFill>
                  <a:schemeClr val="tx1"/>
                </a:solidFill>
                <a:ea typeface="ＭＳ Ｐゴシック"/>
                <a:cs typeface="CiscoSansTT" panose="020B0503020201020303"/>
              </a:rPr>
              <a:t>Depending on the template, white lines are recommended for miscellaneous lines, diagram connectors, leaders, and basic drawings. Use gradients sparingly. Avoid gradient and solid filled shapes. </a:t>
            </a:r>
            <a:endParaRPr lang="en-US" sz="1050" u="none" strike="sngStrike" kern="1200" cap="none" spc="0" normalizeH="0" baseline="0" noProof="0" dirty="0">
              <a:ln>
                <a:noFill/>
              </a:ln>
              <a:solidFill>
                <a:schemeClr val="tx1"/>
              </a:solidFill>
              <a:effectLst/>
              <a:uLnTx/>
              <a:uFillTx/>
              <a:ea typeface="ＭＳ Ｐゴシック"/>
              <a:cs typeface="CiscoSansTT" panose="020B0503020201020303"/>
            </a:endParaRPr>
          </a:p>
        </p:txBody>
      </p:sp>
      <p:grpSp>
        <p:nvGrpSpPr>
          <p:cNvPr id="2" name="Group 1" descr="Line treatment samples">
            <a:extLst>
              <a:ext uri="{FF2B5EF4-FFF2-40B4-BE49-F238E27FC236}">
                <a16:creationId xmlns:a16="http://schemas.microsoft.com/office/drawing/2014/main" id="{96159CDD-2903-069E-F7E9-BB07C5D95574}"/>
              </a:ext>
            </a:extLst>
          </p:cNvPr>
          <p:cNvGrpSpPr/>
          <p:nvPr/>
        </p:nvGrpSpPr>
        <p:grpSpPr>
          <a:xfrm>
            <a:off x="4788174" y="5037869"/>
            <a:ext cx="3790067" cy="326453"/>
            <a:chOff x="4103869" y="4918293"/>
            <a:chExt cx="3790067" cy="326453"/>
          </a:xfrm>
        </p:grpSpPr>
        <p:sp>
          <p:nvSpPr>
            <p:cNvPr id="3" name="Text Placeholder 5">
              <a:extLst>
                <a:ext uri="{FF2B5EF4-FFF2-40B4-BE49-F238E27FC236}">
                  <a16:creationId xmlns:a16="http://schemas.microsoft.com/office/drawing/2014/main" id="{357380D4-6563-DB56-91E9-CB0CAE3A3AA3}"/>
                </a:ext>
              </a:extLst>
            </p:cNvPr>
            <p:cNvSpPr txBox="1">
              <a:spLocks/>
            </p:cNvSpPr>
            <p:nvPr/>
          </p:nvSpPr>
          <p:spPr>
            <a:xfrm>
              <a:off x="4103869" y="4918293"/>
              <a:ext cx="2028069" cy="326453"/>
            </a:xfrm>
            <a:prstGeom prst="rect">
              <a:avLst/>
            </a:prstGeom>
          </p:spPr>
          <p:txBody>
            <a:bodyPr vert="horz" lIns="45720" tIns="45720" rIns="45720" bIns="45720" rtlCol="0">
              <a:noAutofit/>
            </a:bodyPr>
            <a:lstStyle>
              <a:lvl1pPr marL="0" marR="0" indent="0" algn="l" defTabSz="912031" rtl="0" eaLnBrk="1" fontAlgn="base" latinLnBrk="0" hangingPunct="1">
                <a:lnSpc>
                  <a:spcPct val="95000"/>
                </a:lnSpc>
                <a:spcBef>
                  <a:spcPts val="0"/>
                </a:spcBef>
                <a:spcAft>
                  <a:spcPts val="600"/>
                </a:spcAft>
                <a:buClr>
                  <a:schemeClr val="tx2"/>
                </a:buClr>
                <a:buSzPct val="90000"/>
                <a:buFont typeface="Arial" panose="020B0604020202020204" pitchFamily="34" charset="0"/>
                <a:buNone/>
                <a:tabLst/>
                <a:defRPr lang="en-US" sz="1400" b="0" i="0" kern="1200" baseline="0">
                  <a:solidFill>
                    <a:schemeClr val="bg2"/>
                  </a:solidFill>
                  <a:latin typeface="+mn-lt"/>
                  <a:ea typeface="ＭＳ Ｐゴシック" charset="0"/>
                  <a:cs typeface="CiscoSansTT Light" panose="020B0503020201020303" pitchFamily="34" charset="0"/>
                </a:defRPr>
              </a:lvl1pPr>
              <a:lvl2pPr marL="406262" indent="0" algn="l" defTabSz="912031" rtl="0" eaLnBrk="1" fontAlgn="base" hangingPunct="1">
                <a:lnSpc>
                  <a:spcPct val="95000"/>
                </a:lnSpc>
                <a:spcBef>
                  <a:spcPts val="800"/>
                </a:spcBef>
                <a:spcAft>
                  <a:spcPct val="0"/>
                </a:spcAft>
                <a:buClr>
                  <a:schemeClr val="accent1"/>
                </a:buClr>
                <a:buFont typeface="Arial" charset="0"/>
                <a:buNone/>
                <a:defRPr lang="en-US" sz="2000" kern="1200">
                  <a:solidFill>
                    <a:schemeClr val="bg2"/>
                  </a:solidFill>
                  <a:latin typeface="+mn-lt"/>
                  <a:ea typeface="ＭＳ Ｐゴシック" charset="0"/>
                  <a:cs typeface="CiscoSans"/>
                </a:defRPr>
              </a:lvl2pPr>
              <a:lvl3pPr marL="569710" indent="0" algn="l" defTabSz="912031" rtl="0" eaLnBrk="1" fontAlgn="base" hangingPunct="1">
                <a:lnSpc>
                  <a:spcPct val="95000"/>
                </a:lnSpc>
                <a:spcBef>
                  <a:spcPts val="833"/>
                </a:spcBef>
                <a:spcAft>
                  <a:spcPct val="0"/>
                </a:spcAft>
                <a:buClr>
                  <a:schemeClr val="accent1"/>
                </a:buClr>
                <a:buFont typeface="Arial" charset="0"/>
                <a:buNone/>
                <a:defRPr lang="en-US" sz="1799" kern="1200">
                  <a:solidFill>
                    <a:schemeClr val="bg2"/>
                  </a:solidFill>
                  <a:latin typeface="+mn-lt"/>
                  <a:ea typeface="ＭＳ Ｐゴシック" charset="0"/>
                  <a:cs typeface="CiscoSans"/>
                </a:defRPr>
              </a:lvl3pPr>
              <a:lvl4pPr marL="688735" indent="0" algn="l" defTabSz="912031" rtl="0" eaLnBrk="1" fontAlgn="base" hangingPunct="1">
                <a:lnSpc>
                  <a:spcPct val="95000"/>
                </a:lnSpc>
                <a:spcBef>
                  <a:spcPts val="833"/>
                </a:spcBef>
                <a:spcAft>
                  <a:spcPct val="0"/>
                </a:spcAft>
                <a:buClr>
                  <a:schemeClr val="accent1"/>
                </a:buClr>
                <a:buFont typeface="Arial" charset="0"/>
                <a:buNone/>
                <a:defRPr lang="en-US" sz="1599" kern="1200">
                  <a:solidFill>
                    <a:schemeClr val="bg2"/>
                  </a:solidFill>
                  <a:latin typeface="+mn-lt"/>
                  <a:ea typeface="ＭＳ Ｐゴシック" charset="0"/>
                  <a:cs typeface="CiscoSans"/>
                </a:defRPr>
              </a:lvl4pPr>
              <a:lvl5pPr marL="801406" indent="0" algn="l" defTabSz="912031" rtl="0" eaLnBrk="1" fontAlgn="base" hangingPunct="1">
                <a:lnSpc>
                  <a:spcPct val="95000"/>
                </a:lnSpc>
                <a:spcBef>
                  <a:spcPts val="833"/>
                </a:spcBef>
                <a:spcAft>
                  <a:spcPct val="0"/>
                </a:spcAft>
                <a:buClr>
                  <a:schemeClr val="accent1"/>
                </a:buClr>
                <a:buFont typeface="Arial" charset="0"/>
                <a:buNone/>
                <a:defRPr lang="en-US" sz="1400" kern="1200">
                  <a:solidFill>
                    <a:schemeClr val="bg2"/>
                  </a:solidFill>
                  <a:latin typeface="+mn-lt"/>
                  <a:ea typeface="ＭＳ Ｐゴシック" charset="0"/>
                  <a:cs typeface="CiscoSans"/>
                </a:defRPr>
              </a:lvl5pPr>
              <a:lvl6pPr marL="1151489" indent="-228530" algn="l" defTabSz="914117" rtl="0" eaLnBrk="1" latinLnBrk="0" hangingPunct="1">
                <a:spcBef>
                  <a:spcPts val="800"/>
                </a:spcBef>
                <a:buFont typeface="Arial" pitchFamily="34" charset="0"/>
                <a:buChar char="•"/>
                <a:defRPr sz="1199" kern="1200" baseline="0">
                  <a:solidFill>
                    <a:schemeClr val="tx1"/>
                  </a:solidFill>
                  <a:latin typeface="+mn-lt"/>
                  <a:ea typeface="+mn-ea"/>
                  <a:cs typeface="+mn-cs"/>
                </a:defRPr>
              </a:lvl6pPr>
              <a:lvl7pPr marL="1247446" indent="-228499" algn="l" defTabSz="914117"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199409" indent="0" algn="l" defTabSz="914117" rtl="0" eaLnBrk="1" latinLnBrk="0" hangingPunct="1">
                <a:spcBef>
                  <a:spcPct val="20000"/>
                </a:spcBef>
                <a:buFont typeface="Arial" pitchFamily="34" charset="0"/>
                <a:buNone/>
                <a:defRPr sz="2000" kern="1200">
                  <a:solidFill>
                    <a:schemeClr val="tx1"/>
                  </a:solidFill>
                  <a:latin typeface="+mn-lt"/>
                  <a:ea typeface="+mn-ea"/>
                  <a:cs typeface="+mn-cs"/>
                </a:defRPr>
              </a:lvl8pPr>
              <a:lvl9pPr marL="3884995" indent="-228530" algn="l" defTabSz="91411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31" rtl="0" eaLnBrk="1" fontAlgn="base" latinLnBrk="0" hangingPunct="1">
                <a:lnSpc>
                  <a:spcPct val="100000"/>
                </a:lnSpc>
                <a:spcBef>
                  <a:spcPts val="0"/>
                </a:spcBef>
                <a:spcAft>
                  <a:spcPts val="300"/>
                </a:spcAft>
                <a:buClr>
                  <a:srgbClr val="02C8FF"/>
                </a:buClr>
                <a:buSzPct val="90000"/>
                <a:buFont typeface="Arial" panose="020B0604020202020204" pitchFamily="34" charset="0"/>
                <a:buNone/>
                <a:tabLst/>
                <a:defRPr/>
              </a:pPr>
              <a:r>
                <a:rPr kumimoji="0" lang="en-US" sz="1200" u="none" strike="noStrike" kern="1200" cap="none" spc="0" normalizeH="0" baseline="0" noProof="0" dirty="0">
                  <a:ln>
                    <a:noFill/>
                  </a:ln>
                  <a:solidFill>
                    <a:schemeClr val="tx1"/>
                  </a:solidFill>
                  <a:effectLst/>
                  <a:uLnTx/>
                  <a:uFillTx/>
                  <a:ea typeface="ＭＳ Ｐゴシック" charset="0"/>
                  <a:cs typeface="CiscoSansTT" panose="020B0503020201020303"/>
                </a:rPr>
                <a:t>1.25 pt lines</a:t>
              </a:r>
            </a:p>
            <a:p>
              <a:pPr marL="0" marR="0" lvl="0" indent="0" algn="l" defTabSz="912031" rtl="0" eaLnBrk="1" fontAlgn="base" latinLnBrk="0" hangingPunct="1">
                <a:lnSpc>
                  <a:spcPct val="100000"/>
                </a:lnSpc>
                <a:spcBef>
                  <a:spcPts val="0"/>
                </a:spcBef>
                <a:spcAft>
                  <a:spcPts val="300"/>
                </a:spcAft>
                <a:buClr>
                  <a:srgbClr val="525E6C"/>
                </a:buClr>
                <a:buSzPct val="90000"/>
                <a:buFont typeface="Arial" panose="020B0604020202020204" pitchFamily="34" charset="0"/>
                <a:buNone/>
                <a:tabLst/>
                <a:defRPr/>
              </a:pPr>
              <a:r>
                <a:rPr kumimoji="0" lang="en-US" sz="700" u="none" strike="noStrike" kern="1200" cap="none" spc="0" normalizeH="0" baseline="0" noProof="0" dirty="0">
                  <a:ln>
                    <a:noFill/>
                  </a:ln>
                  <a:solidFill>
                    <a:schemeClr val="tx1"/>
                  </a:solidFill>
                  <a:effectLst/>
                  <a:uLnTx/>
                  <a:uFillTx/>
                  <a:ea typeface="ＭＳ Ｐゴシック" charset="0"/>
                  <a:cs typeface="CiscoSansTT" panose="020B0503020201020303"/>
                </a:rPr>
                <a:t>Standard line treatments</a:t>
              </a:r>
            </a:p>
          </p:txBody>
        </p:sp>
        <p:grpSp>
          <p:nvGrpSpPr>
            <p:cNvPr id="4" name="Group 3" descr="Standard White lines">
              <a:extLst>
                <a:ext uri="{FF2B5EF4-FFF2-40B4-BE49-F238E27FC236}">
                  <a16:creationId xmlns:a16="http://schemas.microsoft.com/office/drawing/2014/main" id="{C5A99430-B670-2CF3-009C-1BD4C7E44598}"/>
                </a:ext>
              </a:extLst>
            </p:cNvPr>
            <p:cNvGrpSpPr/>
            <p:nvPr/>
          </p:nvGrpSpPr>
          <p:grpSpPr>
            <a:xfrm>
              <a:off x="5720302" y="5093653"/>
              <a:ext cx="2173634" cy="0"/>
              <a:chOff x="6031723" y="5500600"/>
              <a:chExt cx="2052618" cy="0"/>
            </a:xfrm>
          </p:grpSpPr>
          <p:cxnSp>
            <p:nvCxnSpPr>
              <p:cNvPr id="5" name="Straight Connector 4">
                <a:extLst>
                  <a:ext uri="{FF2B5EF4-FFF2-40B4-BE49-F238E27FC236}">
                    <a16:creationId xmlns:a16="http://schemas.microsoft.com/office/drawing/2014/main" id="{B00E2F19-AED4-E4F8-7685-B516A0285877}"/>
                  </a:ext>
                </a:extLst>
              </p:cNvPr>
              <p:cNvCxnSpPr>
                <a:cxnSpLocks/>
              </p:cNvCxnSpPr>
              <p:nvPr/>
            </p:nvCxnSpPr>
            <p:spPr>
              <a:xfrm>
                <a:off x="6031723" y="5500600"/>
                <a:ext cx="853516" cy="0"/>
              </a:xfrm>
              <a:prstGeom prst="line">
                <a:avLst/>
              </a:prstGeom>
              <a:noFill/>
              <a:ln w="15875" cap="rnd">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AD471F7C-FDD8-2E81-6B72-51BDD9D15696}"/>
                  </a:ext>
                </a:extLst>
              </p:cNvPr>
              <p:cNvCxnSpPr>
                <a:cxnSpLocks/>
              </p:cNvCxnSpPr>
              <p:nvPr/>
            </p:nvCxnSpPr>
            <p:spPr>
              <a:xfrm>
                <a:off x="7217309" y="5500600"/>
                <a:ext cx="867032" cy="0"/>
              </a:xfrm>
              <a:prstGeom prst="line">
                <a:avLst/>
              </a:prstGeom>
              <a:noFill/>
              <a:ln w="15875" cap="rnd">
                <a:solidFill>
                  <a:schemeClr val="tx1"/>
                </a:solidFill>
                <a:tailEnd type="arrow" w="lg" len="med"/>
              </a:ln>
              <a:effectLst/>
            </p:spPr>
            <p:style>
              <a:lnRef idx="2">
                <a:schemeClr val="accent1">
                  <a:shade val="50000"/>
                </a:schemeClr>
              </a:lnRef>
              <a:fillRef idx="1">
                <a:schemeClr val="accent1"/>
              </a:fillRef>
              <a:effectRef idx="0">
                <a:schemeClr val="accent1"/>
              </a:effectRef>
              <a:fontRef idx="minor">
                <a:schemeClr val="lt1"/>
              </a:fontRef>
            </p:style>
          </p:cxnSp>
        </p:grpSp>
      </p:grpSp>
      <p:grpSp>
        <p:nvGrpSpPr>
          <p:cNvPr id="7" name="Group 6" descr="Icon samples">
            <a:extLst>
              <a:ext uri="{FF2B5EF4-FFF2-40B4-BE49-F238E27FC236}">
                <a16:creationId xmlns:a16="http://schemas.microsoft.com/office/drawing/2014/main" id="{EFBC1C36-8AE9-1A6C-CA9C-C8EDC2677129}"/>
              </a:ext>
            </a:extLst>
          </p:cNvPr>
          <p:cNvGrpSpPr/>
          <p:nvPr/>
        </p:nvGrpSpPr>
        <p:grpSpPr>
          <a:xfrm>
            <a:off x="4786595" y="5605474"/>
            <a:ext cx="3762773" cy="464111"/>
            <a:chOff x="4102290" y="5544617"/>
            <a:chExt cx="3762773" cy="464111"/>
          </a:xfrm>
        </p:grpSpPr>
        <p:sp>
          <p:nvSpPr>
            <p:cNvPr id="8" name="Text Placeholder 5">
              <a:extLst>
                <a:ext uri="{FF2B5EF4-FFF2-40B4-BE49-F238E27FC236}">
                  <a16:creationId xmlns:a16="http://schemas.microsoft.com/office/drawing/2014/main" id="{2C51FCA8-37AB-9F07-192F-AE88EE4518C4}"/>
                </a:ext>
              </a:extLst>
            </p:cNvPr>
            <p:cNvSpPr txBox="1">
              <a:spLocks/>
            </p:cNvSpPr>
            <p:nvPr/>
          </p:nvSpPr>
          <p:spPr>
            <a:xfrm>
              <a:off x="4102290" y="5644597"/>
              <a:ext cx="3662494" cy="275029"/>
            </a:xfrm>
            <a:prstGeom prst="rect">
              <a:avLst/>
            </a:prstGeom>
          </p:spPr>
          <p:txBody>
            <a:bodyPr vert="horz" lIns="45720" tIns="45720" rIns="45720" bIns="45720" rtlCol="0">
              <a:noAutofit/>
            </a:bodyPr>
            <a:lstStyle>
              <a:lvl1pPr marL="0" marR="0" indent="0" algn="l" defTabSz="912031" rtl="0" eaLnBrk="1" fontAlgn="base" latinLnBrk="0" hangingPunct="1">
                <a:lnSpc>
                  <a:spcPct val="95000"/>
                </a:lnSpc>
                <a:spcBef>
                  <a:spcPts val="0"/>
                </a:spcBef>
                <a:spcAft>
                  <a:spcPts val="600"/>
                </a:spcAft>
                <a:buClr>
                  <a:schemeClr val="tx2"/>
                </a:buClr>
                <a:buSzPct val="90000"/>
                <a:buFont typeface="Arial" panose="020B0604020202020204" pitchFamily="34" charset="0"/>
                <a:buNone/>
                <a:tabLst/>
                <a:defRPr lang="en-US" sz="1400" b="0" i="0" kern="1200" baseline="0">
                  <a:solidFill>
                    <a:schemeClr val="bg2"/>
                  </a:solidFill>
                  <a:latin typeface="+mn-lt"/>
                  <a:ea typeface="ＭＳ Ｐゴシック" charset="0"/>
                  <a:cs typeface="CiscoSansTT Light" panose="020B0503020201020303" pitchFamily="34" charset="0"/>
                </a:defRPr>
              </a:lvl1pPr>
              <a:lvl2pPr marL="406262" indent="0" algn="l" defTabSz="912031" rtl="0" eaLnBrk="1" fontAlgn="base" hangingPunct="1">
                <a:lnSpc>
                  <a:spcPct val="95000"/>
                </a:lnSpc>
                <a:spcBef>
                  <a:spcPts val="800"/>
                </a:spcBef>
                <a:spcAft>
                  <a:spcPct val="0"/>
                </a:spcAft>
                <a:buClr>
                  <a:schemeClr val="accent1"/>
                </a:buClr>
                <a:buFont typeface="Arial" charset="0"/>
                <a:buNone/>
                <a:defRPr lang="en-US" sz="2000" kern="1200">
                  <a:solidFill>
                    <a:schemeClr val="bg2"/>
                  </a:solidFill>
                  <a:latin typeface="+mn-lt"/>
                  <a:ea typeface="ＭＳ Ｐゴシック" charset="0"/>
                  <a:cs typeface="CiscoSans"/>
                </a:defRPr>
              </a:lvl2pPr>
              <a:lvl3pPr marL="569710" indent="0" algn="l" defTabSz="912031" rtl="0" eaLnBrk="1" fontAlgn="base" hangingPunct="1">
                <a:lnSpc>
                  <a:spcPct val="95000"/>
                </a:lnSpc>
                <a:spcBef>
                  <a:spcPts val="833"/>
                </a:spcBef>
                <a:spcAft>
                  <a:spcPct val="0"/>
                </a:spcAft>
                <a:buClr>
                  <a:schemeClr val="accent1"/>
                </a:buClr>
                <a:buFont typeface="Arial" charset="0"/>
                <a:buNone/>
                <a:defRPr lang="en-US" sz="1799" kern="1200">
                  <a:solidFill>
                    <a:schemeClr val="bg2"/>
                  </a:solidFill>
                  <a:latin typeface="+mn-lt"/>
                  <a:ea typeface="ＭＳ Ｐゴシック" charset="0"/>
                  <a:cs typeface="CiscoSans"/>
                </a:defRPr>
              </a:lvl3pPr>
              <a:lvl4pPr marL="688735" indent="0" algn="l" defTabSz="912031" rtl="0" eaLnBrk="1" fontAlgn="base" hangingPunct="1">
                <a:lnSpc>
                  <a:spcPct val="95000"/>
                </a:lnSpc>
                <a:spcBef>
                  <a:spcPts val="833"/>
                </a:spcBef>
                <a:spcAft>
                  <a:spcPct val="0"/>
                </a:spcAft>
                <a:buClr>
                  <a:schemeClr val="accent1"/>
                </a:buClr>
                <a:buFont typeface="Arial" charset="0"/>
                <a:buNone/>
                <a:defRPr lang="en-US" sz="1599" kern="1200">
                  <a:solidFill>
                    <a:schemeClr val="bg2"/>
                  </a:solidFill>
                  <a:latin typeface="+mn-lt"/>
                  <a:ea typeface="ＭＳ Ｐゴシック" charset="0"/>
                  <a:cs typeface="CiscoSans"/>
                </a:defRPr>
              </a:lvl4pPr>
              <a:lvl5pPr marL="801406" indent="0" algn="l" defTabSz="912031" rtl="0" eaLnBrk="1" fontAlgn="base" hangingPunct="1">
                <a:lnSpc>
                  <a:spcPct val="95000"/>
                </a:lnSpc>
                <a:spcBef>
                  <a:spcPts val="833"/>
                </a:spcBef>
                <a:spcAft>
                  <a:spcPct val="0"/>
                </a:spcAft>
                <a:buClr>
                  <a:schemeClr val="accent1"/>
                </a:buClr>
                <a:buFont typeface="Arial" charset="0"/>
                <a:buNone/>
                <a:defRPr lang="en-US" sz="1400" kern="1200">
                  <a:solidFill>
                    <a:schemeClr val="bg2"/>
                  </a:solidFill>
                  <a:latin typeface="+mn-lt"/>
                  <a:ea typeface="ＭＳ Ｐゴシック" charset="0"/>
                  <a:cs typeface="CiscoSans"/>
                </a:defRPr>
              </a:lvl5pPr>
              <a:lvl6pPr marL="1151489" indent="-228530" algn="l" defTabSz="914117" rtl="0" eaLnBrk="1" latinLnBrk="0" hangingPunct="1">
                <a:spcBef>
                  <a:spcPts val="800"/>
                </a:spcBef>
                <a:buFont typeface="Arial" pitchFamily="34" charset="0"/>
                <a:buChar char="•"/>
                <a:defRPr sz="1199" kern="1200" baseline="0">
                  <a:solidFill>
                    <a:schemeClr val="tx1"/>
                  </a:solidFill>
                  <a:latin typeface="+mn-lt"/>
                  <a:ea typeface="+mn-ea"/>
                  <a:cs typeface="+mn-cs"/>
                </a:defRPr>
              </a:lvl6pPr>
              <a:lvl7pPr marL="1247446" indent="-228499" algn="l" defTabSz="914117"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199409" indent="0" algn="l" defTabSz="914117" rtl="0" eaLnBrk="1" latinLnBrk="0" hangingPunct="1">
                <a:spcBef>
                  <a:spcPct val="20000"/>
                </a:spcBef>
                <a:buFont typeface="Arial" pitchFamily="34" charset="0"/>
                <a:buNone/>
                <a:defRPr sz="2000" kern="1200">
                  <a:solidFill>
                    <a:schemeClr val="tx1"/>
                  </a:solidFill>
                  <a:latin typeface="+mn-lt"/>
                  <a:ea typeface="+mn-ea"/>
                  <a:cs typeface="+mn-cs"/>
                </a:defRPr>
              </a:lvl8pPr>
              <a:lvl9pPr marL="3884995" indent="-228530" algn="l" defTabSz="91411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31" rtl="0" eaLnBrk="1" fontAlgn="base" latinLnBrk="0" hangingPunct="1">
                <a:lnSpc>
                  <a:spcPct val="100000"/>
                </a:lnSpc>
                <a:spcBef>
                  <a:spcPts val="0"/>
                </a:spcBef>
                <a:spcAft>
                  <a:spcPts val="300"/>
                </a:spcAft>
                <a:buClr>
                  <a:srgbClr val="02C8FF"/>
                </a:buClr>
                <a:buSzPct val="90000"/>
                <a:buFont typeface="Arial" panose="020B0604020202020204" pitchFamily="34" charset="0"/>
                <a:buNone/>
                <a:tabLst/>
                <a:defRPr/>
              </a:pPr>
              <a:r>
                <a:rPr kumimoji="0" lang="en-US" sz="1200" u="none" strike="noStrike" kern="1200" cap="none" spc="0" normalizeH="0" baseline="0" noProof="0" dirty="0">
                  <a:ln>
                    <a:noFill/>
                  </a:ln>
                  <a:solidFill>
                    <a:schemeClr val="tx1"/>
                  </a:solidFill>
                  <a:effectLst/>
                  <a:uLnTx/>
                  <a:uFillTx/>
                  <a:ea typeface="ＭＳ Ｐゴシック" charset="0"/>
                  <a:cs typeface="CiscoSansTT" panose="020B0503020201020303"/>
                </a:rPr>
                <a:t>Icon samples</a:t>
              </a:r>
            </a:p>
          </p:txBody>
        </p:sp>
        <p:pic>
          <p:nvPicPr>
            <p:cNvPr id="10" name="Graphic 9" descr="Icon: People, together in a circle">
              <a:extLst>
                <a:ext uri="{FF2B5EF4-FFF2-40B4-BE49-F238E27FC236}">
                  <a16:creationId xmlns:a16="http://schemas.microsoft.com/office/drawing/2014/main" id="{06F1BB4A-B36F-9B4E-44CF-81B4E55FF6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8497" y="5544617"/>
              <a:ext cx="464111" cy="464111"/>
            </a:xfrm>
            <a:prstGeom prst="rect">
              <a:avLst/>
            </a:prstGeom>
          </p:spPr>
        </p:pic>
        <p:pic>
          <p:nvPicPr>
            <p:cNvPr id="11" name="Graphic 10" descr="Icon sample: data server">
              <a:extLst>
                <a:ext uri="{FF2B5EF4-FFF2-40B4-BE49-F238E27FC236}">
                  <a16:creationId xmlns:a16="http://schemas.microsoft.com/office/drawing/2014/main" id="{1B2A9D32-D6BD-D6E1-E2F6-FAD4797D58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76914" y="5629760"/>
              <a:ext cx="446922" cy="275029"/>
            </a:xfrm>
            <a:prstGeom prst="rect">
              <a:avLst/>
            </a:prstGeom>
          </p:spPr>
        </p:pic>
        <p:pic>
          <p:nvPicPr>
            <p:cNvPr id="12" name="Graphic 11" descr="Icon sample: flexible">
              <a:extLst>
                <a:ext uri="{FF2B5EF4-FFF2-40B4-BE49-F238E27FC236}">
                  <a16:creationId xmlns:a16="http://schemas.microsoft.com/office/drawing/2014/main" id="{C53EDB58-54E2-C669-882C-C4A55626B2A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18141" y="5573266"/>
              <a:ext cx="446922" cy="435462"/>
            </a:xfrm>
            <a:prstGeom prst="rect">
              <a:avLst/>
            </a:prstGeom>
          </p:spPr>
        </p:pic>
      </p:grpSp>
      <p:sp>
        <p:nvSpPr>
          <p:cNvPr id="29" name="TextBox 28">
            <a:extLst>
              <a:ext uri="{FF2B5EF4-FFF2-40B4-BE49-F238E27FC236}">
                <a16:creationId xmlns:a16="http://schemas.microsoft.com/office/drawing/2014/main" id="{D2F18895-BB84-117F-7B09-10C5A50A88DC}"/>
              </a:ext>
            </a:extLst>
          </p:cNvPr>
          <p:cNvSpPr txBox="1"/>
          <p:nvPr/>
        </p:nvSpPr>
        <p:spPr>
          <a:xfrm>
            <a:off x="9091278" y="5089211"/>
            <a:ext cx="1387246" cy="6771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ea typeface="+mn-ea"/>
                <a:cs typeface="+mn-cs"/>
              </a:rPr>
              <a:t>Rounded corners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effectLst/>
                <a:uLnTx/>
                <a:uFillTx/>
                <a:ea typeface="+mn-ea"/>
                <a:cs typeface="+mn-cs"/>
              </a:rPr>
              <a:t>Use rounded corners on most container style boxes and picture frames</a:t>
            </a:r>
            <a:r>
              <a:rPr lang="en-US" sz="800" dirty="0"/>
              <a:t>,</a:t>
            </a:r>
            <a:r>
              <a:rPr kumimoji="0" lang="en-US" sz="800" u="none" strike="noStrike" kern="1200" cap="none" spc="0" normalizeH="0" baseline="0" noProof="0" dirty="0">
                <a:ln>
                  <a:noFill/>
                </a:ln>
                <a:effectLst/>
                <a:uLnTx/>
                <a:uFillTx/>
                <a:ea typeface="+mn-ea"/>
                <a:cs typeface="+mn-cs"/>
              </a:rPr>
              <a:t> except for titles and segues.</a:t>
            </a:r>
            <a:endParaRPr lang="en-US" sz="800" u="none" strike="noStrike" kern="1200" cap="none" spc="0" normalizeH="0" baseline="0" noProof="0" dirty="0">
              <a:ln>
                <a:noFill/>
              </a:ln>
              <a:effectLst/>
              <a:uLnTx/>
              <a:uFillTx/>
              <a:cs typeface="CiscoSansTT"/>
            </a:endParaRPr>
          </a:p>
        </p:txBody>
      </p:sp>
      <p:grpSp>
        <p:nvGrpSpPr>
          <p:cNvPr id="28" name="Group 27" descr="Rounded corner rectangle image showing how to standardize radius corners to a .2.">
            <a:extLst>
              <a:ext uri="{FF2B5EF4-FFF2-40B4-BE49-F238E27FC236}">
                <a16:creationId xmlns:a16="http://schemas.microsoft.com/office/drawing/2014/main" id="{8AEA758E-1B54-0AC4-1C91-2CDB98B71D98}"/>
              </a:ext>
            </a:extLst>
          </p:cNvPr>
          <p:cNvGrpSpPr/>
          <p:nvPr/>
        </p:nvGrpSpPr>
        <p:grpSpPr>
          <a:xfrm>
            <a:off x="10708944" y="5095764"/>
            <a:ext cx="1155073" cy="733467"/>
            <a:chOff x="10386145" y="4885314"/>
            <a:chExt cx="1155073" cy="733467"/>
          </a:xfrm>
        </p:grpSpPr>
        <p:sp>
          <p:nvSpPr>
            <p:cNvPr id="30" name="Rectangle: Rounded Corners 29">
              <a:extLst>
                <a:ext uri="{FF2B5EF4-FFF2-40B4-BE49-F238E27FC236}">
                  <a16:creationId xmlns:a16="http://schemas.microsoft.com/office/drawing/2014/main" id="{871A652E-967E-8722-A469-CA8509579C54}"/>
                </a:ext>
              </a:extLst>
            </p:cNvPr>
            <p:cNvSpPr/>
            <p:nvPr/>
          </p:nvSpPr>
          <p:spPr>
            <a:xfrm>
              <a:off x="10386145" y="4885315"/>
              <a:ext cx="1155073" cy="731519"/>
            </a:xfrm>
            <a:prstGeom prst="roundRect">
              <a:avLst>
                <a:gd name="adj" fmla="val 12616"/>
              </a:avLst>
            </a:prstGeom>
            <a:noFill/>
            <a:ln w="158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1" name="Oval 30">
              <a:extLst>
                <a:ext uri="{FF2B5EF4-FFF2-40B4-BE49-F238E27FC236}">
                  <a16:creationId xmlns:a16="http://schemas.microsoft.com/office/drawing/2014/main" id="{1433D68F-F8E6-097B-20C1-FDCE412CF4CE}"/>
                </a:ext>
              </a:extLst>
            </p:cNvPr>
            <p:cNvSpPr>
              <a:spLocks noChangeAspect="1"/>
            </p:cNvSpPr>
            <p:nvPr/>
          </p:nvSpPr>
          <p:spPr>
            <a:xfrm>
              <a:off x="10388261" y="4885314"/>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2" name="Oval 31">
              <a:extLst>
                <a:ext uri="{FF2B5EF4-FFF2-40B4-BE49-F238E27FC236}">
                  <a16:creationId xmlns:a16="http://schemas.microsoft.com/office/drawing/2014/main" id="{F8F4E827-7214-CA3F-3C0E-12CDCECE101E}"/>
                </a:ext>
              </a:extLst>
            </p:cNvPr>
            <p:cNvSpPr>
              <a:spLocks noChangeAspect="1"/>
            </p:cNvSpPr>
            <p:nvPr/>
          </p:nvSpPr>
          <p:spPr>
            <a:xfrm>
              <a:off x="10388261" y="5435901"/>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3" name="Oval 32">
              <a:extLst>
                <a:ext uri="{FF2B5EF4-FFF2-40B4-BE49-F238E27FC236}">
                  <a16:creationId xmlns:a16="http://schemas.microsoft.com/office/drawing/2014/main" id="{05584206-6184-3248-B76E-EB7A2DB03C89}"/>
                </a:ext>
              </a:extLst>
            </p:cNvPr>
            <p:cNvSpPr>
              <a:spLocks noChangeAspect="1"/>
            </p:cNvSpPr>
            <p:nvPr/>
          </p:nvSpPr>
          <p:spPr>
            <a:xfrm>
              <a:off x="11358075" y="4885314"/>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sp>
          <p:nvSpPr>
            <p:cNvPr id="34" name="Oval 33">
              <a:extLst>
                <a:ext uri="{FF2B5EF4-FFF2-40B4-BE49-F238E27FC236}">
                  <a16:creationId xmlns:a16="http://schemas.microsoft.com/office/drawing/2014/main" id="{E8B2490C-4391-F385-B25F-EDD4F91B1084}"/>
                </a:ext>
              </a:extLst>
            </p:cNvPr>
            <p:cNvSpPr>
              <a:spLocks noChangeAspect="1"/>
            </p:cNvSpPr>
            <p:nvPr/>
          </p:nvSpPr>
          <p:spPr>
            <a:xfrm>
              <a:off x="11358075" y="5434681"/>
              <a:ext cx="182880" cy="182880"/>
            </a:xfrm>
            <a:prstGeom prst="ellipse">
              <a:avLst/>
            </a:prstGeom>
            <a:noFill/>
            <a:ln w="15875">
              <a:solidFill>
                <a:srgbClr val="009DE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1200" cap="none" spc="0" normalizeH="0" baseline="0" noProof="0" dirty="0">
                <a:ln>
                  <a:noFill/>
                </a:ln>
                <a:solidFill>
                  <a:srgbClr val="07182D"/>
                </a:solidFill>
                <a:effectLst/>
                <a:uLnTx/>
                <a:uFillTx/>
                <a:latin typeface="Inter" panose="02000503000000020004" pitchFamily="2" charset="0"/>
                <a:ea typeface="+mn-ea"/>
                <a:cs typeface="+mn-cs"/>
              </a:endParaRPr>
            </a:p>
          </p:txBody>
        </p:sp>
      </p:grpSp>
      <p:grpSp>
        <p:nvGrpSpPr>
          <p:cNvPr id="62" name="Group 61" descr="Base color profiles">
            <a:extLst>
              <a:ext uri="{FF2B5EF4-FFF2-40B4-BE49-F238E27FC236}">
                <a16:creationId xmlns:a16="http://schemas.microsoft.com/office/drawing/2014/main" id="{E0AEA3F7-50E4-04ED-F581-D1E1AB9DEA28}"/>
              </a:ext>
            </a:extLst>
          </p:cNvPr>
          <p:cNvGrpSpPr/>
          <p:nvPr/>
        </p:nvGrpSpPr>
        <p:grpSpPr>
          <a:xfrm>
            <a:off x="313835" y="1720982"/>
            <a:ext cx="3519434" cy="2278683"/>
            <a:chOff x="429944" y="1153653"/>
            <a:chExt cx="3768935" cy="1471574"/>
          </a:xfrm>
        </p:grpSpPr>
        <p:sp>
          <p:nvSpPr>
            <p:cNvPr id="63" name="Rectangle: Rounded Corners 315">
              <a:extLst>
                <a:ext uri="{FF2B5EF4-FFF2-40B4-BE49-F238E27FC236}">
                  <a16:creationId xmlns:a16="http://schemas.microsoft.com/office/drawing/2014/main" id="{F175250E-BB75-6A89-80D6-84CF5E5CF23C}"/>
                </a:ext>
              </a:extLst>
            </p:cNvPr>
            <p:cNvSpPr/>
            <p:nvPr/>
          </p:nvSpPr>
          <p:spPr>
            <a:xfrm>
              <a:off x="2370079" y="1153655"/>
              <a:ext cx="1828800" cy="468405"/>
            </a:xfrm>
            <a:prstGeom prst="roundRect">
              <a:avLst>
                <a:gd name="adj" fmla="val 4144"/>
              </a:avLst>
            </a:prstGeom>
            <a:solidFill>
              <a:schemeClr val="accent4"/>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lvl="0">
                <a:defRPr/>
              </a:pPr>
              <a:r>
                <a:rPr lang="da-DK" sz="800" dirty="0">
                  <a:solidFill>
                    <a:schemeClr val="bg1"/>
                  </a:solidFill>
                  <a:latin typeface="Inter" panose="02000503000000020004" pitchFamily="2" charset="0"/>
                  <a:cs typeface="CiscoSansTT"/>
                </a:rPr>
                <a:t>Orange</a:t>
              </a:r>
            </a:p>
            <a:p>
              <a:pPr lvl="0">
                <a:defRPr/>
              </a:pPr>
              <a:r>
                <a:rPr lang="da-DK" sz="800" dirty="0">
                  <a:solidFill>
                    <a:schemeClr val="bg1"/>
                  </a:solidFill>
                  <a:latin typeface="Inter" panose="02000503000000020004" pitchFamily="2" charset="0"/>
                  <a:cs typeface="CiscoSansTT"/>
                </a:rPr>
                <a:t>#FF9000</a:t>
              </a:r>
            </a:p>
            <a:p>
              <a:pPr lvl="0">
                <a:defRPr/>
              </a:pPr>
              <a:r>
                <a:rPr lang="da-DK" sz="800" dirty="0">
                  <a:solidFill>
                    <a:schemeClr val="bg1"/>
                  </a:solidFill>
                  <a:latin typeface="Inter" panose="02000503000000020004" pitchFamily="2" charset="0"/>
                  <a:cs typeface="CiscoSansTT"/>
                </a:rPr>
                <a:t>RGB 255, 144, 0</a:t>
              </a:r>
            </a:p>
            <a:p>
              <a:pPr lvl="0">
                <a:defRPr/>
              </a:pPr>
              <a:r>
                <a:rPr lang="en-US" sz="800" dirty="0">
                  <a:solidFill>
                    <a:schemeClr val="bg1"/>
                  </a:solidFill>
                  <a:latin typeface="Inter" panose="02000503000000020004" pitchFamily="2" charset="0"/>
                  <a:cs typeface="CiscoSansTT"/>
                </a:rPr>
                <a:t>Chart Graphics Only</a:t>
              </a:r>
              <a:endParaRPr lang="en-US" sz="800" dirty="0">
                <a:solidFill>
                  <a:schemeClr val="bg1"/>
                </a:solidFill>
                <a:latin typeface="Inter" panose="02000503000000020004" pitchFamily="2" charset="0"/>
                <a:cs typeface="CiscoSansTT" panose="020B0503020201020303" pitchFamily="34" charset="0"/>
              </a:endParaRPr>
            </a:p>
          </p:txBody>
        </p:sp>
        <p:sp>
          <p:nvSpPr>
            <p:cNvPr id="257" name="Rectangle: Rounded Corners 13">
              <a:extLst>
                <a:ext uri="{FF2B5EF4-FFF2-40B4-BE49-F238E27FC236}">
                  <a16:creationId xmlns:a16="http://schemas.microsoft.com/office/drawing/2014/main" id="{8CE1A143-FC71-79C1-2942-D57E1EC56708}"/>
                </a:ext>
              </a:extLst>
            </p:cNvPr>
            <p:cNvSpPr/>
            <p:nvPr/>
          </p:nvSpPr>
          <p:spPr>
            <a:xfrm>
              <a:off x="429944" y="1153653"/>
              <a:ext cx="1828800" cy="468623"/>
            </a:xfrm>
            <a:prstGeom prst="roundRect">
              <a:avLst>
                <a:gd name="adj" fmla="val 4180"/>
              </a:avLst>
            </a:prstGeom>
            <a:solidFill>
              <a:schemeClr val="accent3"/>
            </a:soli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lvl="0">
                <a:defRPr/>
              </a:pPr>
              <a:r>
                <a:rPr lang="en-US" sz="800" dirty="0">
                  <a:solidFill>
                    <a:schemeClr val="bg1"/>
                  </a:solidFill>
                  <a:latin typeface="Inter" panose="02000503000000020004" pitchFamily="2" charset="0"/>
                  <a:cs typeface="CiscoSansTT"/>
                </a:rPr>
                <a:t>Magenta</a:t>
              </a:r>
            </a:p>
            <a:p>
              <a:pPr lvl="0">
                <a:defRPr/>
              </a:pPr>
              <a:r>
                <a:rPr lang="en-US" sz="800" dirty="0">
                  <a:solidFill>
                    <a:schemeClr val="bg1"/>
                  </a:solidFill>
                  <a:latin typeface="Inter" panose="02000503000000020004" pitchFamily="2" charset="0"/>
                  <a:cs typeface="CiscoSansTT"/>
                </a:rPr>
                <a:t>#FF007F</a:t>
              </a:r>
            </a:p>
            <a:p>
              <a:pPr lvl="0">
                <a:defRPr/>
              </a:pPr>
              <a:r>
                <a:rPr lang="en-US" sz="800" dirty="0">
                  <a:solidFill>
                    <a:schemeClr val="bg1"/>
                  </a:solidFill>
                  <a:latin typeface="Inter" panose="02000503000000020004" pitchFamily="2" charset="0"/>
                  <a:cs typeface="CiscoSansTT"/>
                </a:rPr>
                <a:t>RGB 255, 0, 127</a:t>
              </a:r>
            </a:p>
            <a:p>
              <a:pPr lvl="0">
                <a:defRPr/>
              </a:pPr>
              <a:r>
                <a:rPr lang="en-US" sz="800" dirty="0">
                  <a:solidFill>
                    <a:schemeClr val="bg1"/>
                  </a:solidFill>
                  <a:latin typeface="Inter" panose="02000503000000020004" pitchFamily="2" charset="0"/>
                  <a:cs typeface="CiscoSansTT"/>
                </a:rPr>
                <a:t>Chart Graphics Only</a:t>
              </a:r>
              <a:endParaRPr lang="en-US" sz="800" dirty="0">
                <a:solidFill>
                  <a:schemeClr val="bg1"/>
                </a:solidFill>
                <a:latin typeface="Inter" panose="02000503000000020004" pitchFamily="2" charset="0"/>
                <a:cs typeface="CiscoSansTT" panose="020B0503020201020303" pitchFamily="34" charset="0"/>
              </a:endParaRPr>
            </a:p>
          </p:txBody>
        </p:sp>
        <p:sp>
          <p:nvSpPr>
            <p:cNvPr id="258" name="Rectangle: Rounded Corners 315">
              <a:extLst>
                <a:ext uri="{FF2B5EF4-FFF2-40B4-BE49-F238E27FC236}">
                  <a16:creationId xmlns:a16="http://schemas.microsoft.com/office/drawing/2014/main" id="{369474FC-A363-3966-21EB-6DC4ED276F6F}"/>
                </a:ext>
              </a:extLst>
            </p:cNvPr>
            <p:cNvSpPr/>
            <p:nvPr/>
          </p:nvSpPr>
          <p:spPr>
            <a:xfrm>
              <a:off x="442302" y="1713062"/>
              <a:ext cx="3756577" cy="912165"/>
            </a:xfrm>
            <a:prstGeom prst="roundRect">
              <a:avLst>
                <a:gd name="adj" fmla="val 4144"/>
              </a:avLst>
            </a:prstGeom>
            <a:gradFill flip="none" rotWithShape="1">
              <a:gsLst>
                <a:gs pos="81000">
                  <a:schemeClr val="accent4"/>
                </a:gs>
                <a:gs pos="8000">
                  <a:schemeClr val="accent3"/>
                </a:gs>
              </a:gsLst>
              <a:lin ang="0" scaled="0"/>
              <a:tileRect/>
            </a:gradFill>
            <a:ln w="127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36576" rIns="36576" bIns="36576" rtlCol="0" anchor="t" anchorCtr="0"/>
            <a:lstStyle/>
            <a:p>
              <a:pPr>
                <a:defRPr/>
              </a:pPr>
              <a: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t>Splunk Gradient</a:t>
              </a:r>
              <a:b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br>
              <a:r>
                <a:rPr lang="en-US" sz="800" dirty="0">
                  <a:solidFill>
                    <a:schemeClr val="bg1"/>
                  </a:solidFill>
                  <a:latin typeface="Inter" panose="02000503000000020004" pitchFamily="2" charset="0"/>
                  <a:cs typeface="CiscoSansTT"/>
                </a:rPr>
                <a:t>Text/Outlines</a:t>
              </a:r>
              <a:br>
                <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rPr>
              </a:br>
              <a:endParaRPr lang="en-US" sz="800" u="none" strike="noStrike" kern="1200" cap="none" spc="0" normalizeH="0" baseline="0" noProof="0" dirty="0">
                <a:ln>
                  <a:noFill/>
                </a:ln>
                <a:solidFill>
                  <a:srgbClr val="FFFFFF"/>
                </a:solidFill>
                <a:effectLst/>
                <a:uLnTx/>
                <a:uFillTx/>
                <a:latin typeface="Inter" panose="02000503000000020004" pitchFamily="2" charset="0"/>
                <a:cs typeface="CiscoSansTT" panose="020B0503020201020303" pitchFamily="34" charset="0"/>
              </a:endParaRPr>
            </a:p>
          </p:txBody>
        </p:sp>
      </p:grpSp>
      <p:cxnSp>
        <p:nvCxnSpPr>
          <p:cNvPr id="259" name="Straight Connector 258">
            <a:extLst>
              <a:ext uri="{FF2B5EF4-FFF2-40B4-BE49-F238E27FC236}">
                <a16:creationId xmlns:a16="http://schemas.microsoft.com/office/drawing/2014/main" id="{3BF33E73-FD38-AF07-6F2A-C25517B1038C}"/>
              </a:ext>
            </a:extLst>
          </p:cNvPr>
          <p:cNvCxnSpPr>
            <a:cxnSpLocks/>
          </p:cNvCxnSpPr>
          <p:nvPr/>
        </p:nvCxnSpPr>
        <p:spPr>
          <a:xfrm>
            <a:off x="313835" y="1475740"/>
            <a:ext cx="3519434" cy="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1D74122A-ED53-A5F7-C79B-E9675BA27174}"/>
              </a:ext>
            </a:extLst>
          </p:cNvPr>
          <p:cNvCxnSpPr>
            <a:cxnSpLocks/>
          </p:cNvCxnSpPr>
          <p:nvPr/>
        </p:nvCxnSpPr>
        <p:spPr>
          <a:xfrm>
            <a:off x="313835"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66750B24-AB64-0030-D72E-3695B1DD8426}"/>
              </a:ext>
            </a:extLst>
          </p:cNvPr>
          <p:cNvCxnSpPr>
            <a:cxnSpLocks/>
          </p:cNvCxnSpPr>
          <p:nvPr/>
        </p:nvCxnSpPr>
        <p:spPr>
          <a:xfrm>
            <a:off x="3833269" y="1469230"/>
            <a:ext cx="0" cy="1108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3" name="TextBox 262">
            <a:extLst>
              <a:ext uri="{FF2B5EF4-FFF2-40B4-BE49-F238E27FC236}">
                <a16:creationId xmlns:a16="http://schemas.microsoft.com/office/drawing/2014/main" id="{8EEA3D73-F95C-B001-5955-FB1DEC2230A0}"/>
              </a:ext>
            </a:extLst>
          </p:cNvPr>
          <p:cNvSpPr txBox="1"/>
          <p:nvPr/>
        </p:nvSpPr>
        <p:spPr>
          <a:xfrm>
            <a:off x="1457519" y="1361951"/>
            <a:ext cx="1213778" cy="215444"/>
          </a:xfrm>
          <a:prstGeom prst="rect">
            <a:avLst/>
          </a:prstGeom>
          <a:solidFill>
            <a:schemeClr val="bg1"/>
          </a:solidFill>
        </p:spPr>
        <p:txBody>
          <a:bodyPr wrap="square" lIns="45720" r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0" normalizeH="0" baseline="0" noProof="0" dirty="0">
                <a:ln>
                  <a:noFill/>
                </a:ln>
                <a:effectLst/>
                <a:uLnTx/>
                <a:uFillTx/>
                <a:latin typeface="Inter" panose="02000503000000020004" pitchFamily="2" charset="0"/>
                <a:ea typeface="+mn-ea"/>
                <a:cs typeface="CiscoSansTT" panose="020B0503020201020303" pitchFamily="34" charset="0"/>
              </a:rPr>
              <a:t>Splunk colors</a:t>
            </a:r>
          </a:p>
        </p:txBody>
      </p:sp>
      <p:pic>
        <p:nvPicPr>
          <p:cNvPr id="269" name="Picture 268" descr="A group of different colors&#10;&#10;AI-generated content may be incorrect.">
            <a:extLst>
              <a:ext uri="{FF2B5EF4-FFF2-40B4-BE49-F238E27FC236}">
                <a16:creationId xmlns:a16="http://schemas.microsoft.com/office/drawing/2014/main" id="{5B0A162A-BBF2-3E39-24CF-9CE3F16746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67024" y="2960857"/>
            <a:ext cx="1452043" cy="995055"/>
          </a:xfrm>
          <a:prstGeom prst="rect">
            <a:avLst/>
          </a:prstGeom>
        </p:spPr>
      </p:pic>
    </p:spTree>
    <p:extLst>
      <p:ext uri="{BB962C8B-B14F-4D97-AF65-F5344CB8AC3E}">
        <p14:creationId xmlns:p14="http://schemas.microsoft.com/office/powerpoint/2010/main" val="388450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84BE-F08E-8207-EDBD-A4A77BB96590}"/>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DB53CF3-8E7F-E211-779D-09C98334C206}"/>
              </a:ext>
            </a:extLst>
          </p:cNvPr>
          <p:cNvSpPr>
            <a:spLocks noGrp="1"/>
          </p:cNvSpPr>
          <p:nvPr>
            <p:ph type="title"/>
          </p:nvPr>
        </p:nvSpPr>
        <p:spPr>
          <a:xfrm>
            <a:off x="323850" y="298146"/>
            <a:ext cx="6492392" cy="492443"/>
          </a:xfrm>
        </p:spPr>
        <p:txBody>
          <a:bodyPr/>
          <a:lstStyle/>
          <a:p>
            <a:r>
              <a:rPr lang="en-US" sz="3200" dirty="0"/>
              <a:t>Icons</a:t>
            </a:r>
            <a:endParaRPr lang="en-US" dirty="0"/>
          </a:p>
        </p:txBody>
      </p:sp>
      <p:sp>
        <p:nvSpPr>
          <p:cNvPr id="14" name="TextBox 13">
            <a:extLst>
              <a:ext uri="{FF2B5EF4-FFF2-40B4-BE49-F238E27FC236}">
                <a16:creationId xmlns:a16="http://schemas.microsoft.com/office/drawing/2014/main" id="{4EDDE014-AFB2-EFB4-9394-B142F4DE9E75}"/>
              </a:ext>
            </a:extLst>
          </p:cNvPr>
          <p:cNvSpPr txBox="1"/>
          <p:nvPr/>
        </p:nvSpPr>
        <p:spPr>
          <a:xfrm>
            <a:off x="323851" y="2733297"/>
            <a:ext cx="4654550" cy="1082348"/>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400" dirty="0">
                <a:latin typeface="Inter Light" panose="02000403000000020004" pitchFamily="2" charset="0"/>
                <a:ea typeface="Inter Light" panose="02000403000000020004" pitchFamily="2" charset="0"/>
                <a:cs typeface="Inter Light" panose="02000403000000020004" pitchFamily="2" charset="0"/>
              </a:rPr>
              <a:t>Splunk and Cisco presentations will use Cisco’s icons</a:t>
            </a:r>
          </a:p>
          <a:p>
            <a:pPr algn="l" defTabSz="912276" rtl="0" eaLnBrk="1" fontAlgn="base" hangingPunct="1">
              <a:lnSpc>
                <a:spcPct val="100000"/>
              </a:lnSpc>
              <a:spcBef>
                <a:spcPts val="0"/>
              </a:spcBef>
              <a:spcAft>
                <a:spcPts val="1000"/>
              </a:spcAft>
              <a:buClr>
                <a:schemeClr val="bg1"/>
              </a:buClr>
              <a:buSzPct val="100000"/>
            </a:pPr>
            <a:r>
              <a:rPr lang="en-US" sz="1400" dirty="0"/>
              <a:t>These are all available on </a:t>
            </a:r>
            <a:r>
              <a:rPr lang="en-US" sz="1400" dirty="0">
                <a:hlinkClick r:id="rId3">
                  <a:extLst>
                    <a:ext uri="{A12FA001-AC4F-418D-AE19-62706E023703}">
                      <ahyp:hlinkClr xmlns:ahyp="http://schemas.microsoft.com/office/drawing/2018/hyperlinkcolor" val="tx"/>
                    </a:ext>
                  </a:extLst>
                </a:hlinkClick>
              </a:rPr>
              <a:t>Brand Exchange</a:t>
            </a:r>
            <a:r>
              <a:rPr lang="en-US" sz="1400" dirty="0"/>
              <a:t>.</a:t>
            </a:r>
          </a:p>
        </p:txBody>
      </p:sp>
      <p:grpSp>
        <p:nvGrpSpPr>
          <p:cNvPr id="59" name="Group 58">
            <a:extLst>
              <a:ext uri="{FF2B5EF4-FFF2-40B4-BE49-F238E27FC236}">
                <a16:creationId xmlns:a16="http://schemas.microsoft.com/office/drawing/2014/main" id="{BD4DDE9E-88C0-EC88-4D4B-886525260390}"/>
              </a:ext>
            </a:extLst>
          </p:cNvPr>
          <p:cNvGrpSpPr>
            <a:grpSpLocks noGrp="1" noUngrp="1" noRot="1" noMove="1" noResize="1"/>
          </p:cNvGrpSpPr>
          <p:nvPr/>
        </p:nvGrpSpPr>
        <p:grpSpPr>
          <a:xfrm>
            <a:off x="7087175" y="2150530"/>
            <a:ext cx="3756378" cy="2760138"/>
            <a:chOff x="6816242" y="2150530"/>
            <a:chExt cx="3756378" cy="2760138"/>
          </a:xfrm>
        </p:grpSpPr>
        <p:pic>
          <p:nvPicPr>
            <p:cNvPr id="18" name="Graphic 17">
              <a:extLst>
                <a:ext uri="{FF2B5EF4-FFF2-40B4-BE49-F238E27FC236}">
                  <a16:creationId xmlns:a16="http://schemas.microsoft.com/office/drawing/2014/main" id="{65092BF1-B578-C3CA-C0AC-5858CE201AF0}"/>
                </a:ext>
              </a:extLst>
            </p:cNvPr>
            <p:cNvPicPr>
              <a:picLocks noGrp="1" noRot="1" noChangeAspect="1" noMove="1" noResize="1" noEditPoints="1" noAdjustHandles="1" noChangeArrowheads="1" noChangeShapeType="1" noCrop="1"/>
            </p:cNvPicPr>
            <p:nvPr/>
          </p:nvPicPr>
          <p:blipFill>
            <a:blip r:embed="rId4">
              <a:extLst>
                <a:ext uri="{96DAC541-7B7A-43D3-8B79-37D633B846F1}">
                  <asvg:svgBlip xmlns:asvg="http://schemas.microsoft.com/office/drawing/2016/SVG/main" r:embed="rId5"/>
                </a:ext>
              </a:extLst>
            </a:blip>
            <a:stretch>
              <a:fillRect/>
            </a:stretch>
          </p:blipFill>
          <p:spPr>
            <a:xfrm>
              <a:off x="7851996" y="2150530"/>
              <a:ext cx="660400" cy="660400"/>
            </a:xfrm>
            <a:prstGeom prst="rect">
              <a:avLst/>
            </a:prstGeom>
          </p:spPr>
        </p:pic>
        <p:pic>
          <p:nvPicPr>
            <p:cNvPr id="22" name="Graphic 21">
              <a:extLst>
                <a:ext uri="{FF2B5EF4-FFF2-40B4-BE49-F238E27FC236}">
                  <a16:creationId xmlns:a16="http://schemas.microsoft.com/office/drawing/2014/main" id="{C09434FB-4D1C-917F-8711-5C8613A1DD0E}"/>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a:xfrm>
              <a:off x="6833174" y="3200399"/>
              <a:ext cx="660400" cy="660400"/>
            </a:xfrm>
            <a:prstGeom prst="rect">
              <a:avLst/>
            </a:prstGeom>
          </p:spPr>
        </p:pic>
        <p:pic>
          <p:nvPicPr>
            <p:cNvPr id="24" name="Graphic 23">
              <a:extLst>
                <a:ext uri="{FF2B5EF4-FFF2-40B4-BE49-F238E27FC236}">
                  <a16:creationId xmlns:a16="http://schemas.microsoft.com/office/drawing/2014/main" id="{6644F09D-9863-BBB4-1329-88B4F26281AA}"/>
                </a:ext>
              </a:extLst>
            </p:cNvPr>
            <p:cNvPicPr>
              <a:picLocks noGrp="1" noRot="1" noChangeAspect="1" noMove="1" noResize="1" noEditPoints="1" noAdjustHandles="1" noChangeArrowheads="1" noChangeShapeType="1" noCrop="1"/>
            </p:cNvPicPr>
            <p:nvPr/>
          </p:nvPicPr>
          <p:blipFill>
            <a:blip r:embed="rId8">
              <a:extLst>
                <a:ext uri="{96DAC541-7B7A-43D3-8B79-37D633B846F1}">
                  <asvg:svgBlip xmlns:asvg="http://schemas.microsoft.com/office/drawing/2016/SVG/main" r:embed="rId9"/>
                </a:ext>
              </a:extLst>
            </a:blip>
            <a:stretch>
              <a:fillRect/>
            </a:stretch>
          </p:blipFill>
          <p:spPr>
            <a:xfrm>
              <a:off x="8882108" y="2150530"/>
              <a:ext cx="660400" cy="660400"/>
            </a:xfrm>
            <a:prstGeom prst="rect">
              <a:avLst/>
            </a:prstGeom>
          </p:spPr>
        </p:pic>
        <p:pic>
          <p:nvPicPr>
            <p:cNvPr id="26" name="Graphic 25">
              <a:extLst>
                <a:ext uri="{FF2B5EF4-FFF2-40B4-BE49-F238E27FC236}">
                  <a16:creationId xmlns:a16="http://schemas.microsoft.com/office/drawing/2014/main" id="{B9C73EC0-3042-9B0E-8C85-F95CFC23911F}"/>
                </a:ext>
              </a:extLst>
            </p:cNvPr>
            <p:cNvPicPr>
              <a:picLocks noGrp="1" noRot="1" noChangeAspect="1" noMove="1" noResize="1" noEditPoints="1" noAdjustHandles="1" noChangeArrowheads="1" noChangeShapeType="1" noCrop="1"/>
            </p:cNvPicPr>
            <p:nvPr/>
          </p:nvPicPr>
          <p:blipFill>
            <a:blip r:embed="rId10">
              <a:extLst>
                <a:ext uri="{96DAC541-7B7A-43D3-8B79-37D633B846F1}">
                  <asvg:svgBlip xmlns:asvg="http://schemas.microsoft.com/office/drawing/2016/SVG/main" r:embed="rId11"/>
                </a:ext>
              </a:extLst>
            </a:blip>
            <a:stretch>
              <a:fillRect/>
            </a:stretch>
          </p:blipFill>
          <p:spPr>
            <a:xfrm>
              <a:off x="8870818" y="4250268"/>
              <a:ext cx="660400" cy="660400"/>
            </a:xfrm>
            <a:prstGeom prst="rect">
              <a:avLst/>
            </a:prstGeom>
          </p:spPr>
        </p:pic>
        <p:pic>
          <p:nvPicPr>
            <p:cNvPr id="35" name="Graphic 34">
              <a:extLst>
                <a:ext uri="{FF2B5EF4-FFF2-40B4-BE49-F238E27FC236}">
                  <a16:creationId xmlns:a16="http://schemas.microsoft.com/office/drawing/2014/main" id="{7F166247-6226-C452-969A-8A419C968B9A}"/>
                </a:ext>
              </a:extLst>
            </p:cNvPr>
            <p:cNvPicPr>
              <a:picLocks noGrp="1" noRot="1" noChangeAspect="1" noMove="1" noResize="1" noEditPoints="1" noAdjustHandles="1" noChangeArrowheads="1" noChangeShapeType="1" noCrop="1"/>
            </p:cNvPicPr>
            <p:nvPr/>
          </p:nvPicPr>
          <p:blipFill>
            <a:blip r:embed="rId12">
              <a:extLst>
                <a:ext uri="{96DAC541-7B7A-43D3-8B79-37D633B846F1}">
                  <asvg:svgBlip xmlns:asvg="http://schemas.microsoft.com/office/drawing/2016/SVG/main" r:embed="rId13"/>
                </a:ext>
              </a:extLst>
            </a:blip>
            <a:stretch>
              <a:fillRect/>
            </a:stretch>
          </p:blipFill>
          <p:spPr>
            <a:xfrm>
              <a:off x="9889641" y="4250268"/>
              <a:ext cx="660400" cy="660400"/>
            </a:xfrm>
            <a:prstGeom prst="rect">
              <a:avLst/>
            </a:prstGeom>
          </p:spPr>
        </p:pic>
        <p:pic>
          <p:nvPicPr>
            <p:cNvPr id="37" name="Graphic 36">
              <a:extLst>
                <a:ext uri="{FF2B5EF4-FFF2-40B4-BE49-F238E27FC236}">
                  <a16:creationId xmlns:a16="http://schemas.microsoft.com/office/drawing/2014/main" id="{79733057-7F69-2CEB-B368-20AFD647AC9E}"/>
                </a:ext>
              </a:extLst>
            </p:cNvPr>
            <p:cNvPicPr>
              <a:picLocks noGrp="1" noRot="1" noChangeAspect="1" noMove="1" noResize="1" noEditPoints="1" noAdjustHandles="1" noChangeArrowheads="1" noChangeShapeType="1" noCrop="1"/>
            </p:cNvPicPr>
            <p:nvPr/>
          </p:nvPicPr>
          <p:blipFill>
            <a:blip r:embed="rId14">
              <a:extLst>
                <a:ext uri="{96DAC541-7B7A-43D3-8B79-37D633B846F1}">
                  <asvg:svgBlip xmlns:asvg="http://schemas.microsoft.com/office/drawing/2016/SVG/main" r:embed="rId15"/>
                </a:ext>
              </a:extLst>
            </a:blip>
            <a:stretch>
              <a:fillRect/>
            </a:stretch>
          </p:blipFill>
          <p:spPr>
            <a:xfrm>
              <a:off x="6816242" y="2150530"/>
              <a:ext cx="660400" cy="660400"/>
            </a:xfrm>
            <a:prstGeom prst="rect">
              <a:avLst/>
            </a:prstGeom>
          </p:spPr>
        </p:pic>
        <p:pic>
          <p:nvPicPr>
            <p:cNvPr id="40" name="Graphic 39">
              <a:extLst>
                <a:ext uri="{FF2B5EF4-FFF2-40B4-BE49-F238E27FC236}">
                  <a16:creationId xmlns:a16="http://schemas.microsoft.com/office/drawing/2014/main" id="{7B133CD2-2746-1AC2-AD4F-C337E06F1C17}"/>
                </a:ext>
              </a:extLst>
            </p:cNvPr>
            <p:cNvPicPr>
              <a:picLocks noGrp="1" noRot="1" noChangeAspect="1" noMove="1" noResize="1" noEditPoints="1" noAdjustHandles="1" noChangeArrowheads="1" noChangeShapeType="1" noCrop="1"/>
            </p:cNvPicPr>
            <p:nvPr/>
          </p:nvPicPr>
          <p:blipFill>
            <a:blip r:embed="rId16">
              <a:extLst>
                <a:ext uri="{96DAC541-7B7A-43D3-8B79-37D633B846F1}">
                  <asvg:svgBlip xmlns:asvg="http://schemas.microsoft.com/office/drawing/2016/SVG/main" r:embed="rId17"/>
                </a:ext>
              </a:extLst>
            </a:blip>
            <a:stretch>
              <a:fillRect/>
            </a:stretch>
          </p:blipFill>
          <p:spPr>
            <a:xfrm>
              <a:off x="8882108" y="3200399"/>
              <a:ext cx="660400" cy="660400"/>
            </a:xfrm>
            <a:prstGeom prst="rect">
              <a:avLst/>
            </a:prstGeom>
          </p:spPr>
        </p:pic>
        <p:pic>
          <p:nvPicPr>
            <p:cNvPr id="42" name="Graphic 41">
              <a:extLst>
                <a:ext uri="{FF2B5EF4-FFF2-40B4-BE49-F238E27FC236}">
                  <a16:creationId xmlns:a16="http://schemas.microsoft.com/office/drawing/2014/main" id="{97B143A5-5E0A-2AE9-1890-F94141DD332B}"/>
                </a:ext>
              </a:extLst>
            </p:cNvPr>
            <p:cNvPicPr>
              <a:picLocks noGrp="1" noRot="1" noChangeAspect="1" noMove="1" noResize="1" noEditPoints="1" noAdjustHandles="1" noChangeArrowheads="1" noChangeShapeType="1" noCrop="1"/>
            </p:cNvPicPr>
            <p:nvPr/>
          </p:nvPicPr>
          <p:blipFill>
            <a:blip r:embed="rId18">
              <a:extLst>
                <a:ext uri="{96DAC541-7B7A-43D3-8B79-37D633B846F1}">
                  <asvg:svgBlip xmlns:asvg="http://schemas.microsoft.com/office/drawing/2016/SVG/main" r:embed="rId19"/>
                </a:ext>
              </a:extLst>
            </a:blip>
            <a:stretch>
              <a:fillRect/>
            </a:stretch>
          </p:blipFill>
          <p:spPr>
            <a:xfrm>
              <a:off x="9889641" y="3200399"/>
              <a:ext cx="660400" cy="660400"/>
            </a:xfrm>
            <a:prstGeom prst="rect">
              <a:avLst/>
            </a:prstGeom>
          </p:spPr>
        </p:pic>
        <p:pic>
          <p:nvPicPr>
            <p:cNvPr id="52" name="Graphic 51">
              <a:extLst>
                <a:ext uri="{FF2B5EF4-FFF2-40B4-BE49-F238E27FC236}">
                  <a16:creationId xmlns:a16="http://schemas.microsoft.com/office/drawing/2014/main" id="{F40189B1-5905-83E9-C158-CF7E5D61265E}"/>
                </a:ext>
              </a:extLst>
            </p:cNvPr>
            <p:cNvPicPr>
              <a:picLocks noGrp="1" noRot="1" noChangeAspect="1" noMove="1" noResize="1" noEditPoints="1" noAdjustHandles="1" noChangeArrowheads="1" noChangeShapeType="1" noCrop="1"/>
            </p:cNvPicPr>
            <p:nvPr/>
          </p:nvPicPr>
          <p:blipFill>
            <a:blip r:embed="rId20">
              <a:extLst>
                <a:ext uri="{96DAC541-7B7A-43D3-8B79-37D633B846F1}">
                  <asvg:svgBlip xmlns:asvg="http://schemas.microsoft.com/office/drawing/2016/SVG/main" r:embed="rId21"/>
                </a:ext>
              </a:extLst>
            </a:blip>
            <a:stretch>
              <a:fillRect/>
            </a:stretch>
          </p:blipFill>
          <p:spPr>
            <a:xfrm>
              <a:off x="7851996" y="4250268"/>
              <a:ext cx="660400" cy="660400"/>
            </a:xfrm>
            <a:prstGeom prst="rect">
              <a:avLst/>
            </a:prstGeom>
          </p:spPr>
        </p:pic>
        <p:pic>
          <p:nvPicPr>
            <p:cNvPr id="54" name="Graphic 53">
              <a:extLst>
                <a:ext uri="{FF2B5EF4-FFF2-40B4-BE49-F238E27FC236}">
                  <a16:creationId xmlns:a16="http://schemas.microsoft.com/office/drawing/2014/main" id="{D7E8C586-81D2-6594-F04C-3D460E37BED9}"/>
                </a:ext>
              </a:extLst>
            </p:cNvPr>
            <p:cNvPicPr>
              <a:picLocks noGrp="1" noRot="1" noChangeAspect="1" noMove="1" noResize="1" noEditPoints="1" noAdjustHandles="1" noChangeArrowheads="1" noChangeShapeType="1" noCrop="1"/>
            </p:cNvPicPr>
            <p:nvPr/>
          </p:nvPicPr>
          <p:blipFill>
            <a:blip r:embed="rId22">
              <a:extLst>
                <a:ext uri="{96DAC541-7B7A-43D3-8B79-37D633B846F1}">
                  <asvg:svgBlip xmlns:asvg="http://schemas.microsoft.com/office/drawing/2016/SVG/main" r:embed="rId23"/>
                </a:ext>
              </a:extLst>
            </a:blip>
            <a:stretch>
              <a:fillRect/>
            </a:stretch>
          </p:blipFill>
          <p:spPr>
            <a:xfrm>
              <a:off x="6833174" y="4250268"/>
              <a:ext cx="660400" cy="660400"/>
            </a:xfrm>
            <a:prstGeom prst="rect">
              <a:avLst/>
            </a:prstGeom>
          </p:spPr>
        </p:pic>
        <p:pic>
          <p:nvPicPr>
            <p:cNvPr id="56" name="Graphic 55">
              <a:extLst>
                <a:ext uri="{FF2B5EF4-FFF2-40B4-BE49-F238E27FC236}">
                  <a16:creationId xmlns:a16="http://schemas.microsoft.com/office/drawing/2014/main" id="{C2056164-357C-39B7-0129-F6F0498E72E4}"/>
                </a:ext>
              </a:extLst>
            </p:cNvPr>
            <p:cNvPicPr>
              <a:picLocks noGrp="1" noRot="1" noChangeAspect="1" noMove="1" noResize="1" noEditPoints="1" noAdjustHandles="1" noChangeArrowheads="1" noChangeShapeType="1" noCrop="1"/>
            </p:cNvPicPr>
            <p:nvPr/>
          </p:nvPicPr>
          <p:blipFill>
            <a:blip r:embed="rId24">
              <a:extLst>
                <a:ext uri="{96DAC541-7B7A-43D3-8B79-37D633B846F1}">
                  <asvg:svgBlip xmlns:asvg="http://schemas.microsoft.com/office/drawing/2016/SVG/main" r:embed="rId25"/>
                </a:ext>
              </a:extLst>
            </a:blip>
            <a:stretch>
              <a:fillRect/>
            </a:stretch>
          </p:blipFill>
          <p:spPr>
            <a:xfrm>
              <a:off x="7857641" y="3200399"/>
              <a:ext cx="660400" cy="660400"/>
            </a:xfrm>
            <a:prstGeom prst="rect">
              <a:avLst/>
            </a:prstGeom>
          </p:spPr>
        </p:pic>
        <p:pic>
          <p:nvPicPr>
            <p:cNvPr id="58" name="Graphic 57">
              <a:extLst>
                <a:ext uri="{FF2B5EF4-FFF2-40B4-BE49-F238E27FC236}">
                  <a16:creationId xmlns:a16="http://schemas.microsoft.com/office/drawing/2014/main" id="{8273C6C7-8D73-142F-3CE8-6ACDD3585A66}"/>
                </a:ext>
              </a:extLst>
            </p:cNvPr>
            <p:cNvPicPr>
              <a:picLocks noGrp="1" noRot="1" noChangeAspect="1" noMove="1" noResize="1" noEditPoints="1" noAdjustHandles="1" noChangeArrowheads="1" noChangeShapeType="1" noCrop="1"/>
            </p:cNvPicPr>
            <p:nvPr/>
          </p:nvPicPr>
          <p:blipFill>
            <a:blip r:embed="rId26">
              <a:extLst>
                <a:ext uri="{96DAC541-7B7A-43D3-8B79-37D633B846F1}">
                  <asvg:svgBlip xmlns:asvg="http://schemas.microsoft.com/office/drawing/2016/SVG/main" r:embed="rId27"/>
                </a:ext>
              </a:extLst>
            </a:blip>
            <a:stretch>
              <a:fillRect/>
            </a:stretch>
          </p:blipFill>
          <p:spPr>
            <a:xfrm>
              <a:off x="9912220" y="2150530"/>
              <a:ext cx="660400" cy="660400"/>
            </a:xfrm>
            <a:prstGeom prst="rect">
              <a:avLst/>
            </a:prstGeom>
          </p:spPr>
        </p:pic>
      </p:grpSp>
    </p:spTree>
    <p:extLst>
      <p:ext uri="{BB962C8B-B14F-4D97-AF65-F5344CB8AC3E}">
        <p14:creationId xmlns:p14="http://schemas.microsoft.com/office/powerpoint/2010/main" val="3369943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149F7-D532-6624-F827-64C917A62FE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5F855C9-CA88-B587-8D81-D19FD45EF1E6}"/>
              </a:ext>
            </a:extLst>
          </p:cNvPr>
          <p:cNvSpPr>
            <a:spLocks noGrp="1"/>
          </p:cNvSpPr>
          <p:nvPr>
            <p:ph type="title"/>
          </p:nvPr>
        </p:nvSpPr>
        <p:spPr>
          <a:xfrm>
            <a:off x="323850" y="298146"/>
            <a:ext cx="6492392" cy="492443"/>
          </a:xfrm>
        </p:spPr>
        <p:txBody>
          <a:bodyPr/>
          <a:lstStyle/>
          <a:p>
            <a:r>
              <a:rPr lang="en-US" sz="3200" dirty="0"/>
              <a:t>Photography</a:t>
            </a:r>
            <a:endParaRPr lang="en-US" dirty="0"/>
          </a:p>
        </p:txBody>
      </p:sp>
      <p:sp>
        <p:nvSpPr>
          <p:cNvPr id="14" name="TextBox 13">
            <a:extLst>
              <a:ext uri="{FF2B5EF4-FFF2-40B4-BE49-F238E27FC236}">
                <a16:creationId xmlns:a16="http://schemas.microsoft.com/office/drawing/2014/main" id="{9DB7D14B-9EDE-0073-3B37-54779EA8486A}"/>
              </a:ext>
            </a:extLst>
          </p:cNvPr>
          <p:cNvSpPr txBox="1"/>
          <p:nvPr/>
        </p:nvSpPr>
        <p:spPr>
          <a:xfrm>
            <a:off x="323849" y="5890697"/>
            <a:ext cx="4280047" cy="1692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100" b="1" i="1" dirty="0">
                <a:solidFill>
                  <a:schemeClr val="bg1">
                    <a:lumMod val="65000"/>
                  </a:schemeClr>
                </a:solidFill>
              </a:rPr>
              <a:t>Note: </a:t>
            </a:r>
            <a:r>
              <a:rPr lang="en-US" sz="1100" i="1" dirty="0">
                <a:solidFill>
                  <a:schemeClr val="bg1">
                    <a:lumMod val="65000"/>
                  </a:schemeClr>
                </a:solidFill>
              </a:rPr>
              <a:t>Employees only have access to these image assets.</a:t>
            </a:r>
          </a:p>
        </p:txBody>
      </p:sp>
      <p:sp>
        <p:nvSpPr>
          <p:cNvPr id="6" name="TextBox 5">
            <a:extLst>
              <a:ext uri="{FF2B5EF4-FFF2-40B4-BE49-F238E27FC236}">
                <a16:creationId xmlns:a16="http://schemas.microsoft.com/office/drawing/2014/main" id="{B8B0A084-79AC-EBF5-15C6-FD0E9CEAA3AB}"/>
              </a:ext>
            </a:extLst>
          </p:cNvPr>
          <p:cNvSpPr txBox="1"/>
          <p:nvPr/>
        </p:nvSpPr>
        <p:spPr>
          <a:xfrm>
            <a:off x="323850" y="2345879"/>
            <a:ext cx="4280048" cy="1692771"/>
          </a:xfrm>
          <a:prstGeom prst="rect">
            <a:avLst/>
          </a:prstGeom>
          <a:noFill/>
        </p:spPr>
        <p:txBody>
          <a:bodyPr wrap="square" lIns="0" tIns="0" rIns="0" bIns="0" rtlCol="0">
            <a:spAutoFit/>
          </a:bodyPr>
          <a:lstStyle/>
          <a:p>
            <a:pPr>
              <a:spcAft>
                <a:spcPts val="1200"/>
              </a:spcAft>
            </a:pPr>
            <a:r>
              <a:rPr lang="en-US" sz="2400" dirty="0">
                <a:latin typeface="Inter Light" panose="02000403000000020004" pitchFamily="2" charset="0"/>
                <a:ea typeface="Inter Light" panose="02000403000000020004" pitchFamily="2" charset="0"/>
                <a:cs typeface="Inter Light" panose="02000403000000020004" pitchFamily="2" charset="0"/>
              </a:rPr>
              <a:t>View our brand‑approved photography libraries on Brand Exchange.</a:t>
            </a:r>
          </a:p>
          <a:p>
            <a:r>
              <a:rPr lang="en-US" sz="1400" dirty="0"/>
              <a:t>This library includes </a:t>
            </a:r>
            <a:r>
              <a:rPr lang="en-US" sz="1400" dirty="0">
                <a:hlinkClick r:id="rId3">
                  <a:extLst>
                    <a:ext uri="{A12FA001-AC4F-418D-AE19-62706E023703}">
                      <ahyp:hlinkClr xmlns:ahyp="http://schemas.microsoft.com/office/drawing/2018/hyperlinkcolor" val="tx"/>
                    </a:ext>
                  </a:extLst>
                </a:hlinkClick>
              </a:rPr>
              <a:t>all available imagery </a:t>
            </a:r>
            <a:r>
              <a:rPr lang="en-US" sz="1400" dirty="0"/>
              <a:t>approved for use in Splunk presentations.</a:t>
            </a:r>
          </a:p>
        </p:txBody>
      </p:sp>
      <p:pic>
        <p:nvPicPr>
          <p:cNvPr id="5" name="Picture Placeholder 14" descr="A person wearing headphones on a conference call at an office desk">
            <a:extLst>
              <a:ext uri="{FF2B5EF4-FFF2-40B4-BE49-F238E27FC236}">
                <a16:creationId xmlns:a16="http://schemas.microsoft.com/office/drawing/2014/main" id="{BA5180D6-9912-FE7D-EC73-0DE05585534D}"/>
              </a:ext>
            </a:extLst>
          </p:cNvPr>
          <p:cNvPicPr>
            <a:picLocks noChangeAspect="1"/>
          </p:cNvPicPr>
          <p:nvPr/>
        </p:nvPicPr>
        <p:blipFill>
          <a:blip r:embed="rId4" cstate="print">
            <a:extLst>
              <a:ext uri="{28A0092B-C50C-407E-A947-70E740481C1C}">
                <a14:useLocalDpi xmlns:a14="http://schemas.microsoft.com/office/drawing/2010/main"/>
              </a:ext>
            </a:extLst>
          </a:blip>
          <a:srcRect l="26173" t="2527" b="2527"/>
          <a:stretch>
            <a:fillRect/>
          </a:stretch>
        </p:blipFill>
        <p:spPr>
          <a:xfrm>
            <a:off x="6095999" y="622300"/>
            <a:ext cx="5772149" cy="5453063"/>
          </a:xfrm>
          <a:prstGeom prst="roundRect">
            <a:avLst>
              <a:gd name="adj" fmla="val 1618"/>
            </a:avLst>
          </a:prstGeom>
        </p:spPr>
      </p:pic>
    </p:spTree>
    <p:extLst>
      <p:ext uri="{BB962C8B-B14F-4D97-AF65-F5344CB8AC3E}">
        <p14:creationId xmlns:p14="http://schemas.microsoft.com/office/powerpoint/2010/main" val="2365898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0DBD9-2632-5B84-DCF6-053813A1559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9D49AE0-2A94-A0D5-2D58-B7CAED09F181}"/>
              </a:ext>
            </a:extLst>
          </p:cNvPr>
          <p:cNvSpPr>
            <a:spLocks noGrp="1"/>
          </p:cNvSpPr>
          <p:nvPr>
            <p:ph type="title"/>
          </p:nvPr>
        </p:nvSpPr>
        <p:spPr>
          <a:xfrm>
            <a:off x="323849" y="2181224"/>
            <a:ext cx="7191048" cy="1554169"/>
          </a:xfrm>
        </p:spPr>
        <p:txBody>
          <a:bodyPr/>
          <a:lstStyle/>
          <a:p>
            <a:r>
              <a:rPr lang="en-US" dirty="0"/>
              <a:t>Presentation Slide Title Layout, One Speaker</a:t>
            </a:r>
          </a:p>
        </p:txBody>
      </p:sp>
      <p:sp>
        <p:nvSpPr>
          <p:cNvPr id="16" name="Text Placeholder 15">
            <a:extLst>
              <a:ext uri="{FF2B5EF4-FFF2-40B4-BE49-F238E27FC236}">
                <a16:creationId xmlns:a16="http://schemas.microsoft.com/office/drawing/2014/main" id="{F89ED1BE-D736-3762-8323-2390135348CC}"/>
              </a:ext>
            </a:extLst>
          </p:cNvPr>
          <p:cNvSpPr>
            <a:spLocks noGrp="1"/>
          </p:cNvSpPr>
          <p:nvPr>
            <p:ph type="body" sz="quarter" idx="13"/>
          </p:nvPr>
        </p:nvSpPr>
        <p:spPr/>
        <p:txBody>
          <a:bodyPr/>
          <a:lstStyle/>
          <a:p>
            <a:r>
              <a:rPr lang="en-US" dirty="0">
                <a:latin typeface="+mn-lt"/>
              </a:rPr>
              <a:t>Subtitle placeholder</a:t>
            </a:r>
          </a:p>
        </p:txBody>
      </p:sp>
      <p:sp>
        <p:nvSpPr>
          <p:cNvPr id="14" name="Text Placeholder 13">
            <a:extLst>
              <a:ext uri="{FF2B5EF4-FFF2-40B4-BE49-F238E27FC236}">
                <a16:creationId xmlns:a16="http://schemas.microsoft.com/office/drawing/2014/main" id="{22D3AEEE-3892-03DF-3F05-E9DE13235BB9}"/>
              </a:ext>
            </a:extLst>
          </p:cNvPr>
          <p:cNvSpPr>
            <a:spLocks noGrp="1"/>
          </p:cNvSpPr>
          <p:nvPr>
            <p:ph type="body" sz="quarter" idx="11"/>
          </p:nvPr>
        </p:nvSpPr>
        <p:spPr/>
        <p:txBody>
          <a:bodyPr/>
          <a:lstStyle/>
          <a:p>
            <a:pPr lvl="0"/>
            <a:r>
              <a:rPr lang="en-US" dirty="0"/>
              <a:t>Speaker Name</a:t>
            </a:r>
          </a:p>
          <a:p>
            <a:pPr lvl="0"/>
            <a:r>
              <a:rPr lang="en-US" dirty="0"/>
              <a:t>Speaker Title placeholder, @social</a:t>
            </a:r>
          </a:p>
        </p:txBody>
      </p:sp>
      <p:sp>
        <p:nvSpPr>
          <p:cNvPr id="15" name="Text Placeholder 14">
            <a:extLst>
              <a:ext uri="{FF2B5EF4-FFF2-40B4-BE49-F238E27FC236}">
                <a16:creationId xmlns:a16="http://schemas.microsoft.com/office/drawing/2014/main" id="{9267FFB6-D609-80E1-2551-4A0C0C23C323}"/>
              </a:ext>
            </a:extLst>
          </p:cNvPr>
          <p:cNvSpPr>
            <a:spLocks noGrp="1"/>
          </p:cNvSpPr>
          <p:nvPr>
            <p:ph type="body" sz="quarter" idx="12"/>
          </p:nvPr>
        </p:nvSpPr>
        <p:spPr/>
        <p:txBody>
          <a:bodyPr/>
          <a:lstStyle/>
          <a:p>
            <a:r>
              <a:rPr lang="en-US"/>
              <a:t>Date placeholder</a:t>
            </a:r>
            <a:endParaRPr lang="en-US" dirty="0"/>
          </a:p>
        </p:txBody>
      </p:sp>
    </p:spTree>
    <p:extLst>
      <p:ext uri="{BB962C8B-B14F-4D97-AF65-F5344CB8AC3E}">
        <p14:creationId xmlns:p14="http://schemas.microsoft.com/office/powerpoint/2010/main" val="2099303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418A-5291-B6A2-E0DA-DE04B92E6AC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9ADE09-0FB3-ED1C-54D2-F5BF446CA92B}"/>
              </a:ext>
            </a:extLst>
          </p:cNvPr>
          <p:cNvSpPr>
            <a:spLocks noGrp="1"/>
          </p:cNvSpPr>
          <p:nvPr>
            <p:ph type="title"/>
          </p:nvPr>
        </p:nvSpPr>
        <p:spPr>
          <a:xfrm>
            <a:off x="323849" y="2181224"/>
            <a:ext cx="6947807" cy="1554169"/>
          </a:xfrm>
        </p:spPr>
        <p:txBody>
          <a:bodyPr/>
          <a:lstStyle/>
          <a:p>
            <a:r>
              <a:rPr lang="en-US" dirty="0"/>
              <a:t>Presentation Slide Title Layout, Two Speakers</a:t>
            </a:r>
          </a:p>
        </p:txBody>
      </p:sp>
      <p:sp>
        <p:nvSpPr>
          <p:cNvPr id="16" name="Text Placeholder 15">
            <a:extLst>
              <a:ext uri="{FF2B5EF4-FFF2-40B4-BE49-F238E27FC236}">
                <a16:creationId xmlns:a16="http://schemas.microsoft.com/office/drawing/2014/main" id="{94CBAD5F-D31D-210E-8EF8-F4749EDBC128}"/>
              </a:ext>
            </a:extLst>
          </p:cNvPr>
          <p:cNvSpPr>
            <a:spLocks noGrp="1"/>
          </p:cNvSpPr>
          <p:nvPr>
            <p:ph type="body" sz="quarter" idx="13"/>
          </p:nvPr>
        </p:nvSpPr>
        <p:spPr/>
        <p:txBody>
          <a:bodyPr/>
          <a:lstStyle/>
          <a:p>
            <a:r>
              <a:rPr lang="en-US" dirty="0">
                <a:latin typeface="+mn-lt"/>
              </a:rPr>
              <a:t>Subtitle placeholder</a:t>
            </a:r>
          </a:p>
        </p:txBody>
      </p:sp>
      <p:sp>
        <p:nvSpPr>
          <p:cNvPr id="14" name="Text Placeholder 13">
            <a:extLst>
              <a:ext uri="{FF2B5EF4-FFF2-40B4-BE49-F238E27FC236}">
                <a16:creationId xmlns:a16="http://schemas.microsoft.com/office/drawing/2014/main" id="{25A97007-0C75-BB4C-3916-C66BC423C94B}"/>
              </a:ext>
            </a:extLst>
          </p:cNvPr>
          <p:cNvSpPr>
            <a:spLocks noGrp="1"/>
          </p:cNvSpPr>
          <p:nvPr>
            <p:ph type="body" sz="quarter" idx="11"/>
          </p:nvPr>
        </p:nvSpPr>
        <p:spPr/>
        <p:txBody>
          <a:bodyPr/>
          <a:lstStyle/>
          <a:p>
            <a:pPr lvl="0"/>
            <a:r>
              <a:rPr lang="en-US" dirty="0"/>
              <a:t>Speaker Name</a:t>
            </a:r>
          </a:p>
          <a:p>
            <a:pPr lvl="0"/>
            <a:r>
              <a:rPr lang="en-US" dirty="0"/>
              <a:t>Speaker Title placeholder, @social</a:t>
            </a:r>
          </a:p>
        </p:txBody>
      </p:sp>
      <p:sp>
        <p:nvSpPr>
          <p:cNvPr id="6" name="Text Placeholder 5">
            <a:extLst>
              <a:ext uri="{FF2B5EF4-FFF2-40B4-BE49-F238E27FC236}">
                <a16:creationId xmlns:a16="http://schemas.microsoft.com/office/drawing/2014/main" id="{488F66B3-28F1-B5F3-C9E8-6EFD8D066353}"/>
              </a:ext>
            </a:extLst>
          </p:cNvPr>
          <p:cNvSpPr>
            <a:spLocks noGrp="1"/>
          </p:cNvSpPr>
          <p:nvPr>
            <p:ph type="body" sz="quarter" idx="14"/>
          </p:nvPr>
        </p:nvSpPr>
        <p:spPr/>
        <p:txBody>
          <a:bodyPr/>
          <a:lstStyle/>
          <a:p>
            <a:pPr lvl="0"/>
            <a:r>
              <a:rPr lang="en-US" dirty="0">
                <a:latin typeface="+mn-lt"/>
              </a:rPr>
              <a:t>Speaker Name</a:t>
            </a:r>
          </a:p>
          <a:p>
            <a:pPr lvl="0"/>
            <a:r>
              <a:rPr lang="en-US" dirty="0">
                <a:latin typeface="+mn-lt"/>
              </a:rPr>
              <a:t>Speaker Title placeholder, @social</a:t>
            </a:r>
          </a:p>
          <a:p>
            <a:endParaRPr lang="en-US" dirty="0">
              <a:latin typeface="+mn-lt"/>
            </a:endParaRPr>
          </a:p>
        </p:txBody>
      </p:sp>
      <p:sp>
        <p:nvSpPr>
          <p:cNvPr id="15" name="Text Placeholder 14">
            <a:extLst>
              <a:ext uri="{FF2B5EF4-FFF2-40B4-BE49-F238E27FC236}">
                <a16:creationId xmlns:a16="http://schemas.microsoft.com/office/drawing/2014/main" id="{D35FF35B-9BDE-1DCE-6D31-6548CACB90CD}"/>
              </a:ext>
            </a:extLst>
          </p:cNvPr>
          <p:cNvSpPr>
            <a:spLocks noGrp="1"/>
          </p:cNvSpPr>
          <p:nvPr>
            <p:ph type="body" sz="quarter" idx="12"/>
          </p:nvPr>
        </p:nvSpPr>
        <p:spPr/>
        <p:txBody>
          <a:bodyPr/>
          <a:lstStyle/>
          <a:p>
            <a:r>
              <a:rPr lang="en-US"/>
              <a:t>Date placeholder</a:t>
            </a:r>
            <a:endParaRPr lang="en-US" dirty="0"/>
          </a:p>
        </p:txBody>
      </p:sp>
    </p:spTree>
    <p:extLst>
      <p:ext uri="{BB962C8B-B14F-4D97-AF65-F5344CB8AC3E}">
        <p14:creationId xmlns:p14="http://schemas.microsoft.com/office/powerpoint/2010/main" val="1149728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43E6DEE7-1C59-3B54-EB23-DCBCB2B0D0FB}"/>
              </a:ext>
            </a:extLst>
          </p:cNvPr>
          <p:cNvSpPr>
            <a:spLocks noGrp="1"/>
          </p:cNvSpPr>
          <p:nvPr>
            <p:ph type="body" sz="quarter" idx="20"/>
          </p:nvPr>
        </p:nvSpPr>
        <p:spPr>
          <a:xfrm>
            <a:off x="5096444" y="1166373"/>
            <a:ext cx="550862" cy="365125"/>
          </a:xfrm>
          <a:noFill/>
        </p:spPr>
        <p:txBody>
          <a:bodyPr/>
          <a:lstStyle/>
          <a:p>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01</a:t>
            </a:r>
          </a:p>
        </p:txBody>
      </p:sp>
      <p:sp>
        <p:nvSpPr>
          <p:cNvPr id="15" name="Text Placeholder 14">
            <a:extLst>
              <a:ext uri="{FF2B5EF4-FFF2-40B4-BE49-F238E27FC236}">
                <a16:creationId xmlns:a16="http://schemas.microsoft.com/office/drawing/2014/main" id="{3C947C27-4B3E-E3EE-FAFE-DB550BD5803E}"/>
              </a:ext>
            </a:extLst>
          </p:cNvPr>
          <p:cNvSpPr>
            <a:spLocks noGrp="1"/>
          </p:cNvSpPr>
          <p:nvPr>
            <p:ph type="body" sz="quarter" idx="18"/>
          </p:nvPr>
        </p:nvSpPr>
        <p:spPr>
          <a:xfrm>
            <a:off x="5796710" y="1166373"/>
            <a:ext cx="5683250" cy="365125"/>
          </a:xfrm>
        </p:spPr>
        <p:txBody>
          <a:bodyPr/>
          <a:lstStyle/>
          <a:p>
            <a:r>
              <a:rPr lang="en-US" sz="2400" dirty="0">
                <a:latin typeface="Inter Light" panose="02000403000000020004" pitchFamily="2" charset="0"/>
                <a:ea typeface="Inter Light" panose="02000403000000020004" pitchFamily="2" charset="0"/>
                <a:cs typeface="Inter Light" panose="02000403000000020004" pitchFamily="2" charset="0"/>
              </a:rPr>
              <a:t>List placeholder</a:t>
            </a:r>
          </a:p>
        </p:txBody>
      </p:sp>
      <p:sp>
        <p:nvSpPr>
          <p:cNvPr id="25" name="Text Placeholder 11">
            <a:extLst>
              <a:ext uri="{FF2B5EF4-FFF2-40B4-BE49-F238E27FC236}">
                <a16:creationId xmlns:a16="http://schemas.microsoft.com/office/drawing/2014/main" id="{6A67AE9A-8CC6-3FAC-19BD-9D1BC3EBA8A5}"/>
              </a:ext>
            </a:extLst>
          </p:cNvPr>
          <p:cNvSpPr txBox="1">
            <a:spLocks/>
          </p:cNvSpPr>
          <p:nvPr/>
        </p:nvSpPr>
        <p:spPr>
          <a:xfrm>
            <a:off x="5096444" y="178554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02</a:t>
            </a:r>
          </a:p>
        </p:txBody>
      </p:sp>
      <p:sp>
        <p:nvSpPr>
          <p:cNvPr id="26" name="Text Placeholder 14">
            <a:extLst>
              <a:ext uri="{FF2B5EF4-FFF2-40B4-BE49-F238E27FC236}">
                <a16:creationId xmlns:a16="http://schemas.microsoft.com/office/drawing/2014/main" id="{EB58D66F-EEA6-C098-8889-30573284AE55}"/>
              </a:ext>
            </a:extLst>
          </p:cNvPr>
          <p:cNvSpPr txBox="1">
            <a:spLocks/>
          </p:cNvSpPr>
          <p:nvPr/>
        </p:nvSpPr>
        <p:spPr>
          <a:xfrm>
            <a:off x="5796710" y="178554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Lore ipsum dolor sit </a:t>
            </a:r>
            <a:r>
              <a:rPr lang="en-US" sz="2400" dirty="0" err="1">
                <a:solidFill>
                  <a:schemeClr val="tx1"/>
                </a:solidFill>
                <a:latin typeface="Inter Light" panose="02000403000000020004" pitchFamily="2" charset="0"/>
                <a:ea typeface="Inter Light" panose="02000403000000020004" pitchFamily="2" charset="0"/>
                <a:cs typeface="Inter Light" panose="02000403000000020004" pitchFamily="2" charset="0"/>
              </a:rPr>
              <a:t>amet</a:t>
            </a:r>
            <a:endPar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endParaRPr>
          </a:p>
        </p:txBody>
      </p:sp>
      <p:sp>
        <p:nvSpPr>
          <p:cNvPr id="27" name="Text Placeholder 11">
            <a:extLst>
              <a:ext uri="{FF2B5EF4-FFF2-40B4-BE49-F238E27FC236}">
                <a16:creationId xmlns:a16="http://schemas.microsoft.com/office/drawing/2014/main" id="{CE49596C-A70F-68F3-ED2C-1B8FD810A32A}"/>
              </a:ext>
            </a:extLst>
          </p:cNvPr>
          <p:cNvSpPr txBox="1">
            <a:spLocks/>
          </p:cNvSpPr>
          <p:nvPr/>
        </p:nvSpPr>
        <p:spPr>
          <a:xfrm>
            <a:off x="5096444" y="240471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03</a:t>
            </a:r>
          </a:p>
        </p:txBody>
      </p:sp>
      <p:sp>
        <p:nvSpPr>
          <p:cNvPr id="28" name="Text Placeholder 14">
            <a:extLst>
              <a:ext uri="{FF2B5EF4-FFF2-40B4-BE49-F238E27FC236}">
                <a16:creationId xmlns:a16="http://schemas.microsoft.com/office/drawing/2014/main" id="{E3DC1E3C-25E2-4679-F436-61EE0B4F291E}"/>
              </a:ext>
            </a:extLst>
          </p:cNvPr>
          <p:cNvSpPr txBox="1">
            <a:spLocks/>
          </p:cNvSpPr>
          <p:nvPr/>
        </p:nvSpPr>
        <p:spPr>
          <a:xfrm>
            <a:off x="5796710" y="240471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Ut </a:t>
            </a:r>
            <a:r>
              <a:rPr lang="en-US" sz="2400" dirty="0" err="1">
                <a:solidFill>
                  <a:schemeClr val="tx1"/>
                </a:solidFill>
                <a:latin typeface="Inter Light" panose="02000403000000020004" pitchFamily="2" charset="0"/>
                <a:ea typeface="Inter Light" panose="02000403000000020004" pitchFamily="2" charset="0"/>
                <a:cs typeface="Inter Light" panose="02000403000000020004" pitchFamily="2" charset="0"/>
              </a:rPr>
              <a:t>laoreet</a:t>
            </a: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 dolore magna</a:t>
            </a:r>
          </a:p>
        </p:txBody>
      </p:sp>
      <p:sp>
        <p:nvSpPr>
          <p:cNvPr id="29" name="Text Placeholder 11">
            <a:extLst>
              <a:ext uri="{FF2B5EF4-FFF2-40B4-BE49-F238E27FC236}">
                <a16:creationId xmlns:a16="http://schemas.microsoft.com/office/drawing/2014/main" id="{F9CEE4E2-9748-97E6-C8CA-AE43D972EEF6}"/>
              </a:ext>
            </a:extLst>
          </p:cNvPr>
          <p:cNvSpPr txBox="1">
            <a:spLocks/>
          </p:cNvSpPr>
          <p:nvPr/>
        </p:nvSpPr>
        <p:spPr>
          <a:xfrm>
            <a:off x="5096444" y="302388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04</a:t>
            </a:r>
          </a:p>
        </p:txBody>
      </p:sp>
      <p:sp>
        <p:nvSpPr>
          <p:cNvPr id="30" name="Text Placeholder 14">
            <a:extLst>
              <a:ext uri="{FF2B5EF4-FFF2-40B4-BE49-F238E27FC236}">
                <a16:creationId xmlns:a16="http://schemas.microsoft.com/office/drawing/2014/main" id="{78C6708E-F842-8702-8210-325D0E01D0E0}"/>
              </a:ext>
            </a:extLst>
          </p:cNvPr>
          <p:cNvSpPr txBox="1">
            <a:spLocks/>
          </p:cNvSpPr>
          <p:nvPr/>
        </p:nvSpPr>
        <p:spPr>
          <a:xfrm>
            <a:off x="5796710" y="302388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pt-BR"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Duis autem vel eum iriure</a:t>
            </a:r>
            <a:endPar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endParaRPr>
          </a:p>
        </p:txBody>
      </p:sp>
      <p:sp>
        <p:nvSpPr>
          <p:cNvPr id="2" name="Text Placeholder 11">
            <a:extLst>
              <a:ext uri="{FF2B5EF4-FFF2-40B4-BE49-F238E27FC236}">
                <a16:creationId xmlns:a16="http://schemas.microsoft.com/office/drawing/2014/main" id="{B20B342A-8A28-61DB-B424-3CF11D738125}"/>
              </a:ext>
            </a:extLst>
          </p:cNvPr>
          <p:cNvSpPr txBox="1">
            <a:spLocks/>
          </p:cNvSpPr>
          <p:nvPr/>
        </p:nvSpPr>
        <p:spPr>
          <a:xfrm>
            <a:off x="5096444" y="364305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9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tx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05</a:t>
            </a:r>
          </a:p>
        </p:txBody>
      </p:sp>
      <p:sp>
        <p:nvSpPr>
          <p:cNvPr id="3" name="Text Placeholder 14">
            <a:extLst>
              <a:ext uri="{FF2B5EF4-FFF2-40B4-BE49-F238E27FC236}">
                <a16:creationId xmlns:a16="http://schemas.microsoft.com/office/drawing/2014/main" id="{B58ABED7-63BB-B615-F202-00F0BBF3B86D}"/>
              </a:ext>
            </a:extLst>
          </p:cNvPr>
          <p:cNvSpPr txBox="1">
            <a:spLocks/>
          </p:cNvSpPr>
          <p:nvPr/>
        </p:nvSpPr>
        <p:spPr>
          <a:xfrm>
            <a:off x="5796710" y="364305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Dolore magna sit</a:t>
            </a:r>
          </a:p>
        </p:txBody>
      </p:sp>
      <p:sp>
        <p:nvSpPr>
          <p:cNvPr id="4" name="Text Placeholder 11">
            <a:extLst>
              <a:ext uri="{FF2B5EF4-FFF2-40B4-BE49-F238E27FC236}">
                <a16:creationId xmlns:a16="http://schemas.microsoft.com/office/drawing/2014/main" id="{2D52F27B-9C6A-F7EC-C1B8-E95C03ACFC3A}"/>
              </a:ext>
            </a:extLst>
          </p:cNvPr>
          <p:cNvSpPr txBox="1">
            <a:spLocks/>
          </p:cNvSpPr>
          <p:nvPr/>
        </p:nvSpPr>
        <p:spPr>
          <a:xfrm>
            <a:off x="5096444" y="426222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06</a:t>
            </a:r>
          </a:p>
        </p:txBody>
      </p:sp>
      <p:sp>
        <p:nvSpPr>
          <p:cNvPr id="5" name="Text Placeholder 14">
            <a:extLst>
              <a:ext uri="{FF2B5EF4-FFF2-40B4-BE49-F238E27FC236}">
                <a16:creationId xmlns:a16="http://schemas.microsoft.com/office/drawing/2014/main" id="{B5C4FF45-BD38-A5B2-B4E8-3377D22238C6}"/>
              </a:ext>
            </a:extLst>
          </p:cNvPr>
          <p:cNvSpPr txBox="1">
            <a:spLocks/>
          </p:cNvSpPr>
          <p:nvPr/>
        </p:nvSpPr>
        <p:spPr>
          <a:xfrm>
            <a:off x="5796710" y="426222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Lore ipsum dolor sit </a:t>
            </a:r>
            <a:r>
              <a:rPr lang="en-US" sz="2400" dirty="0" err="1">
                <a:solidFill>
                  <a:schemeClr val="tx1"/>
                </a:solidFill>
                <a:latin typeface="Inter Light" panose="02000403000000020004" pitchFamily="2" charset="0"/>
                <a:ea typeface="Inter Light" panose="02000403000000020004" pitchFamily="2" charset="0"/>
                <a:cs typeface="Inter Light" panose="02000403000000020004" pitchFamily="2" charset="0"/>
              </a:rPr>
              <a:t>amet</a:t>
            </a:r>
            <a:endPar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endParaRPr>
          </a:p>
        </p:txBody>
      </p:sp>
      <p:sp>
        <p:nvSpPr>
          <p:cNvPr id="7" name="Text Placeholder 11">
            <a:extLst>
              <a:ext uri="{FF2B5EF4-FFF2-40B4-BE49-F238E27FC236}">
                <a16:creationId xmlns:a16="http://schemas.microsoft.com/office/drawing/2014/main" id="{ACE1F603-961F-DCC5-195A-F62956B4A9D8}"/>
              </a:ext>
            </a:extLst>
          </p:cNvPr>
          <p:cNvSpPr txBox="1">
            <a:spLocks/>
          </p:cNvSpPr>
          <p:nvPr/>
        </p:nvSpPr>
        <p:spPr>
          <a:xfrm>
            <a:off x="5096444" y="488139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07</a:t>
            </a:r>
          </a:p>
        </p:txBody>
      </p:sp>
      <p:sp>
        <p:nvSpPr>
          <p:cNvPr id="8" name="Text Placeholder 14">
            <a:extLst>
              <a:ext uri="{FF2B5EF4-FFF2-40B4-BE49-F238E27FC236}">
                <a16:creationId xmlns:a16="http://schemas.microsoft.com/office/drawing/2014/main" id="{BEDCBE39-409C-2C8A-509A-65EED1253FFC}"/>
              </a:ext>
            </a:extLst>
          </p:cNvPr>
          <p:cNvSpPr txBox="1">
            <a:spLocks/>
          </p:cNvSpPr>
          <p:nvPr/>
        </p:nvSpPr>
        <p:spPr>
          <a:xfrm>
            <a:off x="5796710" y="488139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Ut </a:t>
            </a:r>
            <a:r>
              <a:rPr lang="en-US" sz="2400" dirty="0" err="1">
                <a:solidFill>
                  <a:schemeClr val="tx1"/>
                </a:solidFill>
                <a:latin typeface="Inter Light" panose="02000403000000020004" pitchFamily="2" charset="0"/>
                <a:ea typeface="Inter Light" panose="02000403000000020004" pitchFamily="2" charset="0"/>
                <a:cs typeface="Inter Light" panose="02000403000000020004" pitchFamily="2" charset="0"/>
              </a:rPr>
              <a:t>laoreet</a:t>
            </a: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 dolore magna</a:t>
            </a:r>
          </a:p>
        </p:txBody>
      </p:sp>
      <p:sp>
        <p:nvSpPr>
          <p:cNvPr id="9" name="Text Placeholder 11">
            <a:extLst>
              <a:ext uri="{FF2B5EF4-FFF2-40B4-BE49-F238E27FC236}">
                <a16:creationId xmlns:a16="http://schemas.microsoft.com/office/drawing/2014/main" id="{E14B8FC5-F493-15EC-FD54-7FDE0AE092AB}"/>
              </a:ext>
            </a:extLst>
          </p:cNvPr>
          <p:cNvSpPr txBox="1">
            <a:spLocks/>
          </p:cNvSpPr>
          <p:nvPr/>
        </p:nvSpPr>
        <p:spPr>
          <a:xfrm>
            <a:off x="5096444" y="5500565"/>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08</a:t>
            </a:r>
          </a:p>
        </p:txBody>
      </p:sp>
      <p:sp>
        <p:nvSpPr>
          <p:cNvPr id="11" name="Text Placeholder 14">
            <a:extLst>
              <a:ext uri="{FF2B5EF4-FFF2-40B4-BE49-F238E27FC236}">
                <a16:creationId xmlns:a16="http://schemas.microsoft.com/office/drawing/2014/main" id="{083EFC8D-9C44-7975-CE88-939C6B06D610}"/>
              </a:ext>
            </a:extLst>
          </p:cNvPr>
          <p:cNvSpPr txBox="1">
            <a:spLocks/>
          </p:cNvSpPr>
          <p:nvPr/>
        </p:nvSpPr>
        <p:spPr>
          <a:xfrm>
            <a:off x="5796710" y="5500565"/>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pt-BR"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Duis autem vel eum iriure</a:t>
            </a:r>
            <a:endPar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endParaRPr>
          </a:p>
        </p:txBody>
      </p:sp>
      <p:sp>
        <p:nvSpPr>
          <p:cNvPr id="6" name="Title 2">
            <a:extLst>
              <a:ext uri="{FF2B5EF4-FFF2-40B4-BE49-F238E27FC236}">
                <a16:creationId xmlns:a16="http://schemas.microsoft.com/office/drawing/2014/main" id="{F6C8BC5F-DDF7-E372-3539-574932EEB8C8}"/>
              </a:ext>
            </a:extLst>
          </p:cNvPr>
          <p:cNvSpPr txBox="1">
            <a:spLocks/>
          </p:cNvSpPr>
          <p:nvPr/>
        </p:nvSpPr>
        <p:spPr>
          <a:xfrm>
            <a:off x="323850" y="2339181"/>
            <a:ext cx="4317161" cy="2179638"/>
          </a:xfrm>
          <a:prstGeom prst="rect">
            <a:avLst/>
          </a:prstGeom>
          <a:noFill/>
        </p:spPr>
        <p:txBody>
          <a:bodyPr vert="horz" lIns="0" tIns="0" rIns="0" bIns="0" rtlCol="0" anchor="ctr">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bg1"/>
                </a:solidFill>
                <a:latin typeface="Inter Light" panose="02000503000000020004" pitchFamily="2" charset="0"/>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4000" dirty="0">
                <a:solidFill>
                  <a:schemeClr val="tx1"/>
                </a:solidFill>
                <a:latin typeface="+mj-lt"/>
              </a:rPr>
              <a:t>Agenda</a:t>
            </a:r>
          </a:p>
        </p:txBody>
      </p:sp>
    </p:spTree>
    <p:extLst>
      <p:ext uri="{BB962C8B-B14F-4D97-AF65-F5344CB8AC3E}">
        <p14:creationId xmlns:p14="http://schemas.microsoft.com/office/powerpoint/2010/main" val="133052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1AC20-200C-823B-EE63-6F3B05282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24E00-9B9E-E7CC-407C-353A4476D8EE}"/>
              </a:ext>
            </a:extLst>
          </p:cNvPr>
          <p:cNvSpPr>
            <a:spLocks noGrp="1"/>
          </p:cNvSpPr>
          <p:nvPr>
            <p:ph type="title"/>
          </p:nvPr>
        </p:nvSpPr>
        <p:spPr/>
        <p:txBody>
          <a:bodyPr/>
          <a:lstStyle/>
          <a:p>
            <a:r>
              <a:rPr lang="da-DK" dirty="0" err="1"/>
              <a:t>Segue</a:t>
            </a:r>
            <a:r>
              <a:rPr lang="da-DK" dirty="0"/>
              <a:t> 1, lorem ipsum dolor sit amet consectetuer elit</a:t>
            </a:r>
            <a:endParaRPr lang="en-US" dirty="0"/>
          </a:p>
        </p:txBody>
      </p:sp>
    </p:spTree>
    <p:extLst>
      <p:ext uri="{BB962C8B-B14F-4D97-AF65-F5344CB8AC3E}">
        <p14:creationId xmlns:p14="http://schemas.microsoft.com/office/powerpoint/2010/main" val="245456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E5B53-D3B6-B57A-855E-75A72ADC47B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4AF6E4-862C-97F7-8674-4E8A2659BF81}"/>
              </a:ext>
            </a:extLst>
          </p:cNvPr>
          <p:cNvSpPr>
            <a:spLocks noGrp="1"/>
          </p:cNvSpPr>
          <p:nvPr>
            <p:ph type="title"/>
          </p:nvPr>
        </p:nvSpPr>
        <p:spPr/>
        <p:txBody>
          <a:bodyPr/>
          <a:lstStyle/>
          <a:p>
            <a:r>
              <a:rPr lang="en-US" dirty="0"/>
              <a:t>Statement slide,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a:t>
            </a:r>
          </a:p>
        </p:txBody>
      </p:sp>
      <p:sp>
        <p:nvSpPr>
          <p:cNvPr id="6" name="Text Placeholder 5">
            <a:extLst>
              <a:ext uri="{FF2B5EF4-FFF2-40B4-BE49-F238E27FC236}">
                <a16:creationId xmlns:a16="http://schemas.microsoft.com/office/drawing/2014/main" id="{B13BC3F7-1221-F5FA-ACE6-73A8B77571A1}"/>
              </a:ext>
            </a:extLst>
          </p:cNvPr>
          <p:cNvSpPr>
            <a:spLocks noGrp="1"/>
          </p:cNvSpPr>
          <p:nvPr>
            <p:ph type="body" sz="quarter" idx="11"/>
          </p:nvPr>
        </p:nvSpPr>
        <p:spPr/>
        <p:txBody>
          <a:bodyPr/>
          <a:lstStyle/>
          <a:p>
            <a:r>
              <a:rPr lang="en-US" dirty="0"/>
              <a:t>Lorem | Ipsum | Dolor</a:t>
            </a:r>
          </a:p>
        </p:txBody>
      </p:sp>
    </p:spTree>
    <p:extLst>
      <p:ext uri="{BB962C8B-B14F-4D97-AF65-F5344CB8AC3E}">
        <p14:creationId xmlns:p14="http://schemas.microsoft.com/office/powerpoint/2010/main" val="3421501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DFB0-C33D-2C14-4285-2586D7BA03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A9AD78-5A7F-DBCD-7205-8F19B31119E8}"/>
              </a:ext>
            </a:extLst>
          </p:cNvPr>
          <p:cNvSpPr>
            <a:spLocks noGrp="1"/>
          </p:cNvSpPr>
          <p:nvPr>
            <p:ph type="title"/>
          </p:nvPr>
        </p:nvSpPr>
        <p:spPr/>
        <p:txBody>
          <a:body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8" name="Text Placeholder 7">
            <a:extLst>
              <a:ext uri="{FF2B5EF4-FFF2-40B4-BE49-F238E27FC236}">
                <a16:creationId xmlns:a16="http://schemas.microsoft.com/office/drawing/2014/main" id="{290A03A8-3D16-D477-5C3C-06C585910746}"/>
              </a:ext>
            </a:extLst>
          </p:cNvPr>
          <p:cNvSpPr>
            <a:spLocks noGrp="1"/>
          </p:cNvSpPr>
          <p:nvPr>
            <p:ph type="body" sz="quarter" idx="12"/>
          </p:nvPr>
        </p:nvSpPr>
        <p:spPr/>
        <p:txBody>
          <a:bodyPr/>
          <a:lstStyle/>
          <a:p>
            <a:r>
              <a:rPr lang="en-US" dirty="0"/>
              <a:t>Speaker Name</a:t>
            </a:r>
          </a:p>
          <a:p>
            <a:r>
              <a:rPr lang="en-US" sz="1600" dirty="0">
                <a:solidFill>
                  <a:schemeClr val="bg1">
                    <a:lumMod val="75000"/>
                  </a:schemeClr>
                </a:solidFill>
              </a:rPr>
              <a:t>Speaker Role</a:t>
            </a:r>
          </a:p>
        </p:txBody>
      </p:sp>
    </p:spTree>
    <p:extLst>
      <p:ext uri="{BB962C8B-B14F-4D97-AF65-F5344CB8AC3E}">
        <p14:creationId xmlns:p14="http://schemas.microsoft.com/office/powerpoint/2010/main" val="475416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27B3F-EFE9-FB0F-6B00-F545960D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21186-4EB6-FEFA-7EE5-8296A03B9305}"/>
              </a:ext>
            </a:extLst>
          </p:cNvPr>
          <p:cNvSpPr>
            <a:spLocks noGrp="1"/>
          </p:cNvSpPr>
          <p:nvPr>
            <p:ph type="title"/>
          </p:nvPr>
        </p:nvSpPr>
        <p:spPr/>
        <p:txBody>
          <a:bodyPr/>
          <a:lstStyle/>
          <a:p>
            <a:r>
              <a:rPr lang="en-US" dirty="0"/>
              <a:t>Quote slide 2,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3" name="Text Placeholder 2">
            <a:extLst>
              <a:ext uri="{FF2B5EF4-FFF2-40B4-BE49-F238E27FC236}">
                <a16:creationId xmlns:a16="http://schemas.microsoft.com/office/drawing/2014/main" id="{14FDE061-8691-E2EF-BE03-4511C5BCE6BD}"/>
              </a:ext>
            </a:extLst>
          </p:cNvPr>
          <p:cNvSpPr>
            <a:spLocks noGrp="1"/>
          </p:cNvSpPr>
          <p:nvPr>
            <p:ph type="body" sz="quarter" idx="12"/>
          </p:nvPr>
        </p:nvSpPr>
        <p:spPr/>
        <p:txBody>
          <a:bodyPr/>
          <a:lstStyle/>
          <a:p>
            <a:r>
              <a:rPr lang="en-US" dirty="0"/>
              <a:t>Speaker Name</a:t>
            </a:r>
          </a:p>
          <a:p>
            <a:r>
              <a:rPr lang="en-US" sz="1600" dirty="0"/>
              <a:t>Speaker Role</a:t>
            </a:r>
          </a:p>
          <a:p>
            <a:endParaRPr lang="en-US" dirty="0"/>
          </a:p>
        </p:txBody>
      </p:sp>
    </p:spTree>
    <p:extLst>
      <p:ext uri="{BB962C8B-B14F-4D97-AF65-F5344CB8AC3E}">
        <p14:creationId xmlns:p14="http://schemas.microsoft.com/office/powerpoint/2010/main" val="136946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4857-F353-52F7-EFDA-F44DDF3410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8138422-FA5D-1C05-6A24-28613C3EDFDF}"/>
              </a:ext>
            </a:extLst>
          </p:cNvPr>
          <p:cNvSpPr>
            <a:spLocks noGrp="1"/>
          </p:cNvSpPr>
          <p:nvPr>
            <p:ph type="title"/>
          </p:nvPr>
        </p:nvSpPr>
        <p:spPr/>
        <p:txBody>
          <a:bodyPr/>
          <a:lstStyle/>
          <a:p>
            <a:r>
              <a:rPr lang="en-US" dirty="0"/>
              <a:t>Half slide title, body copy, gradient graphic</a:t>
            </a:r>
          </a:p>
        </p:txBody>
      </p:sp>
      <p:sp>
        <p:nvSpPr>
          <p:cNvPr id="7" name="Text Placeholder 6">
            <a:extLst>
              <a:ext uri="{FF2B5EF4-FFF2-40B4-BE49-F238E27FC236}">
                <a16:creationId xmlns:a16="http://schemas.microsoft.com/office/drawing/2014/main" id="{6B223993-6B1A-8A9B-90F8-52CFCA55D1EC}"/>
              </a:ext>
            </a:extLst>
          </p:cNvPr>
          <p:cNvSpPr>
            <a:spLocks noGrp="1"/>
          </p:cNvSpPr>
          <p:nvPr>
            <p:ph type="body" sz="quarter" idx="11"/>
          </p:nvPr>
        </p:nvSpPr>
        <p:spPr>
          <a:xfrm>
            <a:off x="323850" y="1839529"/>
            <a:ext cx="5683250" cy="923925"/>
          </a:xfrm>
        </p:spPr>
        <p:txBody>
          <a:bodyPr/>
          <a:lstStyle/>
          <a:p>
            <a:pPr algn="l" defTabSz="912276" rtl="0" eaLnBrk="1" fontAlgn="base" hangingPunct="1">
              <a:lnSpc>
                <a:spcPct val="100000"/>
              </a:lnSpc>
              <a:spcBef>
                <a:spcPts val="0"/>
              </a:spcBef>
              <a:spcAft>
                <a:spcPts val="1000"/>
              </a:spcAft>
              <a:buClr>
                <a:schemeClr val="bg1"/>
              </a:buClr>
              <a:buSzPct val="100000"/>
            </a:pPr>
            <a:r>
              <a:rPr lang="en-US" sz="1600" kern="1200" dirty="0">
                <a:ea typeface="ＭＳ Ｐゴシック" charset="0"/>
              </a:rPr>
              <a:t>Body copy placeholder lorem ipsum dolor sit </a:t>
            </a:r>
            <a:r>
              <a:rPr lang="en-US" sz="1600" kern="1200" dirty="0" err="1">
                <a:ea typeface="ＭＳ Ｐゴシック" charset="0"/>
              </a:rPr>
              <a:t>amet</a:t>
            </a:r>
            <a:r>
              <a:rPr lang="en-US" sz="1600" kern="1200" dirty="0">
                <a:ea typeface="ＭＳ Ｐゴシック" charset="0"/>
              </a:rPr>
              <a:t>, </a:t>
            </a:r>
            <a:r>
              <a:rPr lang="en-US" sz="1600" kern="1200" dirty="0" err="1">
                <a:ea typeface="ＭＳ Ｐゴシック" charset="0"/>
              </a:rPr>
              <a:t>consectetuer</a:t>
            </a:r>
            <a:r>
              <a:rPr lang="en-US" sz="1600" kern="1200" dirty="0">
                <a:ea typeface="ＭＳ Ｐゴシック" charset="0"/>
              </a:rPr>
              <a:t> </a:t>
            </a:r>
            <a:r>
              <a:rPr lang="en-US" sz="1600" kern="1200" dirty="0" err="1">
                <a:ea typeface="ＭＳ Ｐゴシック" charset="0"/>
              </a:rPr>
              <a:t>adipiscing</a:t>
            </a:r>
            <a:r>
              <a:rPr lang="en-US" sz="1600" kern="1200" dirty="0">
                <a:ea typeface="ＭＳ Ｐゴシック" charset="0"/>
              </a:rPr>
              <a:t> </a:t>
            </a:r>
            <a:r>
              <a:rPr lang="en-US" sz="1600" kern="1200" dirty="0" err="1">
                <a:ea typeface="ＭＳ Ｐゴシック" charset="0"/>
              </a:rPr>
              <a:t>elit</a:t>
            </a:r>
            <a:r>
              <a:rPr lang="en-US" sz="1600" kern="1200" dirty="0">
                <a:ea typeface="ＭＳ Ｐゴシック" charset="0"/>
              </a:rPr>
              <a:t>, sed diam </a:t>
            </a:r>
            <a:r>
              <a:rPr lang="en-US" sz="1600" kern="1200" dirty="0" err="1">
                <a:ea typeface="ＭＳ Ｐゴシック" charset="0"/>
              </a:rPr>
              <a:t>nonummy</a:t>
            </a:r>
            <a:r>
              <a:rPr lang="en-US" sz="1600" kern="1200" dirty="0">
                <a:ea typeface="ＭＳ Ｐゴシック" charset="0"/>
              </a:rPr>
              <a:t> </a:t>
            </a:r>
            <a:r>
              <a:rPr lang="en-US" sz="1600" kern="1200" dirty="0" err="1">
                <a:ea typeface="ＭＳ Ｐゴシック" charset="0"/>
              </a:rPr>
              <a:t>nibh</a:t>
            </a:r>
            <a:r>
              <a:rPr lang="en-US" sz="1600" kern="1200" dirty="0">
                <a:ea typeface="ＭＳ Ｐゴシック" charset="0"/>
              </a:rPr>
              <a:t> </a:t>
            </a:r>
            <a:r>
              <a:rPr lang="en-US" sz="1600" kern="1200" dirty="0" err="1">
                <a:ea typeface="ＭＳ Ｐゴシック" charset="0"/>
              </a:rPr>
              <a:t>euismod</a:t>
            </a:r>
            <a:r>
              <a:rPr lang="en-US" sz="1600" kern="1200" dirty="0">
                <a:ea typeface="ＭＳ Ｐゴシック" charset="0"/>
              </a:rPr>
              <a:t> </a:t>
            </a:r>
            <a:r>
              <a:rPr lang="en-US" sz="1600" kern="1200" dirty="0" err="1">
                <a:ea typeface="ＭＳ Ｐゴシック" charset="0"/>
              </a:rPr>
              <a:t>tincidunt</a:t>
            </a:r>
            <a:r>
              <a:rPr lang="en-US" sz="1600" kern="1200" dirty="0">
                <a:ea typeface="ＭＳ Ｐゴシック" charset="0"/>
              </a:rPr>
              <a:t> </a:t>
            </a:r>
            <a:r>
              <a:rPr lang="en-US" sz="1600" kern="1200" dirty="0" err="1">
                <a:ea typeface="ＭＳ Ｐゴシック" charset="0"/>
              </a:rPr>
              <a:t>ut</a:t>
            </a:r>
            <a:r>
              <a:rPr lang="en-US" sz="1600" kern="1200" dirty="0">
                <a:ea typeface="ＭＳ Ｐゴシック" charset="0"/>
              </a:rPr>
              <a:t> </a:t>
            </a:r>
            <a:r>
              <a:rPr lang="en-US" sz="1600" kern="1200" dirty="0" err="1">
                <a:ea typeface="ＭＳ Ｐゴシック" charset="0"/>
              </a:rPr>
              <a:t>laoreet</a:t>
            </a:r>
            <a:r>
              <a:rPr lang="en-US" sz="1600" kern="1200" dirty="0">
                <a:ea typeface="ＭＳ Ｐゴシック" charset="0"/>
              </a:rPr>
              <a:t> dolore magna </a:t>
            </a:r>
            <a:r>
              <a:rPr lang="en-US" sz="1600" kern="1200" dirty="0" err="1">
                <a:ea typeface="ＭＳ Ｐゴシック" charset="0"/>
              </a:rPr>
              <a:t>aliquam</a:t>
            </a:r>
            <a:r>
              <a:rPr lang="en-US" sz="1600" kern="1200" dirty="0">
                <a:ea typeface="ＭＳ Ｐゴシック" charset="0"/>
              </a:rPr>
              <a:t> </a:t>
            </a:r>
            <a:r>
              <a:rPr lang="en-US" sz="1600" kern="1200" dirty="0" err="1">
                <a:ea typeface="ＭＳ Ｐゴシック" charset="0"/>
              </a:rPr>
              <a:t>erat</a:t>
            </a:r>
            <a:r>
              <a:rPr lang="en-US" sz="1600" kern="1200" dirty="0">
                <a:ea typeface="ＭＳ Ｐゴシック" charset="0"/>
              </a:rPr>
              <a:t> </a:t>
            </a:r>
            <a:r>
              <a:rPr lang="en-US" sz="1600" kern="1200" dirty="0" err="1">
                <a:ea typeface="ＭＳ Ｐゴシック" charset="0"/>
              </a:rPr>
              <a:t>volutpat</a:t>
            </a:r>
            <a:r>
              <a:rPr lang="en-US" sz="1600" dirty="0">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ea typeface="ＭＳ Ｐゴシック" charset="0"/>
              </a:rPr>
              <a:t>Lorem ipsum dolor sit </a:t>
            </a:r>
            <a:r>
              <a:rPr lang="en-US" sz="1600" kern="1200" dirty="0" err="1">
                <a:ea typeface="ＭＳ Ｐゴシック" charset="0"/>
              </a:rPr>
              <a:t>amet</a:t>
            </a:r>
            <a:r>
              <a:rPr lang="en-US" sz="1600" kern="1200" dirty="0">
                <a:ea typeface="ＭＳ Ｐゴシック" charset="0"/>
              </a:rPr>
              <a:t>, </a:t>
            </a:r>
            <a:r>
              <a:rPr lang="en-US" sz="1600" kern="1200" dirty="0" err="1">
                <a:ea typeface="ＭＳ Ｐゴシック" charset="0"/>
              </a:rPr>
              <a:t>consectetuer</a:t>
            </a:r>
            <a:r>
              <a:rPr lang="en-US" sz="1600" kern="1200" dirty="0">
                <a:ea typeface="ＭＳ Ｐゴシック" charset="0"/>
              </a:rPr>
              <a:t> </a:t>
            </a:r>
            <a:r>
              <a:rPr lang="en-US" sz="1600" kern="1200" dirty="0" err="1">
                <a:ea typeface="ＭＳ Ｐゴシック" charset="0"/>
              </a:rPr>
              <a:t>adipiscing</a:t>
            </a:r>
            <a:r>
              <a:rPr lang="en-US" sz="1600" kern="1200" dirty="0">
                <a:ea typeface="ＭＳ Ｐゴシック" charset="0"/>
              </a:rPr>
              <a:t> </a:t>
            </a:r>
            <a:r>
              <a:rPr lang="en-US" sz="1600" kern="1200" dirty="0" err="1">
                <a:ea typeface="ＭＳ Ｐゴシック" charset="0"/>
              </a:rPr>
              <a:t>elit</a:t>
            </a:r>
            <a:r>
              <a:rPr lang="en-US" sz="1600" kern="1200" dirty="0">
                <a:ea typeface="ＭＳ Ｐゴシック" charset="0"/>
              </a:rPr>
              <a:t>, sed diam </a:t>
            </a:r>
            <a:r>
              <a:rPr lang="en-US" sz="1600" kern="1200" dirty="0" err="1">
                <a:ea typeface="ＭＳ Ｐゴシック" charset="0"/>
              </a:rPr>
              <a:t>nonummy</a:t>
            </a:r>
            <a:r>
              <a:rPr lang="en-US" sz="1600" kern="1200" dirty="0">
                <a:ea typeface="ＭＳ Ｐゴシック" charset="0"/>
              </a:rPr>
              <a:t> </a:t>
            </a:r>
            <a:r>
              <a:rPr lang="en-US" sz="1600" kern="1200" dirty="0" err="1">
                <a:ea typeface="ＭＳ Ｐゴシック" charset="0"/>
              </a:rPr>
              <a:t>nibh</a:t>
            </a:r>
            <a:r>
              <a:rPr lang="en-US" sz="1600" kern="1200" dirty="0">
                <a:ea typeface="ＭＳ Ｐゴシック" charset="0"/>
              </a:rPr>
              <a:t> </a:t>
            </a:r>
            <a:r>
              <a:rPr lang="en-US" sz="1600" kern="1200" dirty="0" err="1">
                <a:ea typeface="ＭＳ Ｐゴシック" charset="0"/>
              </a:rPr>
              <a:t>euismod</a:t>
            </a:r>
            <a:r>
              <a:rPr lang="en-US" sz="1600" kern="1200" dirty="0">
                <a:ea typeface="ＭＳ Ｐゴシック" charset="0"/>
              </a:rPr>
              <a:t> </a:t>
            </a:r>
            <a:r>
              <a:rPr lang="en-US" sz="1600" kern="1200" dirty="0" err="1">
                <a:ea typeface="ＭＳ Ｐゴシック" charset="0"/>
              </a:rPr>
              <a:t>tincidunt</a:t>
            </a:r>
            <a:r>
              <a:rPr lang="en-US" sz="1600" kern="1200" dirty="0">
                <a:ea typeface="ＭＳ Ｐゴシック" charset="0"/>
              </a:rPr>
              <a:t> </a:t>
            </a:r>
            <a:r>
              <a:rPr lang="en-US" sz="1600" kern="1200" dirty="0" err="1">
                <a:ea typeface="ＭＳ Ｐゴシック" charset="0"/>
              </a:rPr>
              <a:t>ut</a:t>
            </a:r>
            <a:r>
              <a:rPr lang="en-US" sz="1600" kern="1200" dirty="0">
                <a:ea typeface="ＭＳ Ｐゴシック" charset="0"/>
              </a:rPr>
              <a:t> </a:t>
            </a:r>
            <a:r>
              <a:rPr lang="en-US" sz="1600" kern="1200" dirty="0" err="1">
                <a:ea typeface="ＭＳ Ｐゴシック" charset="0"/>
              </a:rPr>
              <a:t>laoreet</a:t>
            </a:r>
            <a:r>
              <a:rPr lang="en-US" sz="1600" kern="1200" dirty="0">
                <a:ea typeface="ＭＳ Ｐゴシック" charset="0"/>
              </a:rPr>
              <a:t> dolore magna </a:t>
            </a:r>
            <a:r>
              <a:rPr lang="en-US" sz="1600" kern="1200" dirty="0" err="1">
                <a:ea typeface="ＭＳ Ｐゴシック" charset="0"/>
              </a:rPr>
              <a:t>aliquam</a:t>
            </a:r>
            <a:r>
              <a:rPr lang="en-US" sz="1600" kern="1200" dirty="0">
                <a:ea typeface="ＭＳ Ｐゴシック" charset="0"/>
              </a:rPr>
              <a:t> </a:t>
            </a:r>
            <a:r>
              <a:rPr lang="en-US" sz="1600" kern="1200" dirty="0" err="1">
                <a:ea typeface="ＭＳ Ｐゴシック" charset="0"/>
              </a:rPr>
              <a:t>erat</a:t>
            </a:r>
            <a:r>
              <a:rPr lang="en-US" sz="1600" kern="1200" dirty="0">
                <a:ea typeface="ＭＳ Ｐゴシック" charset="0"/>
              </a:rPr>
              <a:t> </a:t>
            </a:r>
            <a:r>
              <a:rPr lang="en-US" sz="1600" kern="1200" dirty="0" err="1">
                <a:ea typeface="ＭＳ Ｐゴシック" charset="0"/>
              </a:rPr>
              <a:t>volutpat</a:t>
            </a:r>
            <a:r>
              <a:rPr lang="en-US" sz="1600" dirty="0">
                <a:ea typeface="ＭＳ Ｐゴシック" charset="0"/>
              </a:rPr>
              <a:t> sed dolor.</a:t>
            </a:r>
            <a:endParaRPr lang="en-US" sz="1600" kern="1200" dirty="0">
              <a:ea typeface="ＭＳ Ｐゴシック" charset="0"/>
            </a:endParaRPr>
          </a:p>
        </p:txBody>
      </p:sp>
    </p:spTree>
    <p:extLst>
      <p:ext uri="{BB962C8B-B14F-4D97-AF65-F5344CB8AC3E}">
        <p14:creationId xmlns:p14="http://schemas.microsoft.com/office/powerpoint/2010/main" val="2889061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67F8-AFC7-63C0-5A6A-058AA7D9247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F6C89E9-A3D9-1876-BD55-A86D3AA0C72A}"/>
              </a:ext>
            </a:extLst>
          </p:cNvPr>
          <p:cNvSpPr>
            <a:spLocks noGrp="1"/>
          </p:cNvSpPr>
          <p:nvPr>
            <p:ph type="body" sz="quarter" idx="13"/>
          </p:nvPr>
        </p:nvSpPr>
        <p:spPr/>
        <p:txBody>
          <a:bodyPr/>
          <a:lstStyle/>
          <a:p>
            <a:r>
              <a:rPr lang="en-US"/>
              <a:t>Section title placeholder</a:t>
            </a:r>
            <a:endParaRPr lang="en-US" dirty="0"/>
          </a:p>
        </p:txBody>
      </p:sp>
      <p:sp>
        <p:nvSpPr>
          <p:cNvPr id="4" name="Title 3">
            <a:extLst>
              <a:ext uri="{FF2B5EF4-FFF2-40B4-BE49-F238E27FC236}">
                <a16:creationId xmlns:a16="http://schemas.microsoft.com/office/drawing/2014/main" id="{77720E3A-0272-4F4E-3479-3D8338E84929}"/>
              </a:ext>
            </a:extLst>
          </p:cNvPr>
          <p:cNvSpPr>
            <a:spLocks noGrp="1"/>
          </p:cNvSpPr>
          <p:nvPr>
            <p:ph type="title"/>
          </p:nvPr>
        </p:nvSpPr>
        <p:spPr>
          <a:xfrm>
            <a:off x="2270919" y="952500"/>
            <a:ext cx="7650162" cy="917575"/>
          </a:xfrm>
        </p:spPr>
        <p:txBody>
          <a:bodyPr/>
          <a:lstStyle/>
          <a:p>
            <a:r>
              <a:rPr lang="en-US" dirty="0"/>
              <a:t>Full-bleed photo slide with no photo and gradient-colored boxes with icons</a:t>
            </a:r>
          </a:p>
        </p:txBody>
      </p:sp>
      <p:grpSp>
        <p:nvGrpSpPr>
          <p:cNvPr id="2" name="Group 1" descr="Sample boxed text with icon">
            <a:extLst>
              <a:ext uri="{FF2B5EF4-FFF2-40B4-BE49-F238E27FC236}">
                <a16:creationId xmlns:a16="http://schemas.microsoft.com/office/drawing/2014/main" id="{2DEDA832-2639-91C0-C371-1F334F687472}"/>
              </a:ext>
            </a:extLst>
          </p:cNvPr>
          <p:cNvGrpSpPr/>
          <p:nvPr/>
        </p:nvGrpSpPr>
        <p:grpSpPr>
          <a:xfrm>
            <a:off x="722312" y="2500311"/>
            <a:ext cx="3468661" cy="2182814"/>
            <a:chOff x="722312" y="2500311"/>
            <a:chExt cx="3468661" cy="2182814"/>
          </a:xfrm>
        </p:grpSpPr>
        <p:sp>
          <p:nvSpPr>
            <p:cNvPr id="25" name="Rectangle: Rounded Corners 24">
              <a:extLst>
                <a:ext uri="{FF2B5EF4-FFF2-40B4-BE49-F238E27FC236}">
                  <a16:creationId xmlns:a16="http://schemas.microsoft.com/office/drawing/2014/main" id="{4D545CBA-DE24-AABC-FA70-2594ACE50366}"/>
                </a:ext>
                <a:ext uri="{C183D7F6-B498-43B3-948B-1728B52AA6E4}">
                  <adec:decorative xmlns:adec="http://schemas.microsoft.com/office/drawing/2017/decorative" val="1"/>
                </a:ext>
              </a:extLst>
            </p:cNvPr>
            <p:cNvSpPr/>
            <p:nvPr/>
          </p:nvSpPr>
          <p:spPr>
            <a:xfrm>
              <a:off x="722313" y="2500311"/>
              <a:ext cx="3468660" cy="2182814"/>
            </a:xfrm>
            <a:prstGeom prst="roundRect">
              <a:avLst>
                <a:gd name="adj" fmla="val 5045"/>
              </a:avLst>
            </a:prstGeom>
            <a:noFill/>
            <a:ln w="15875">
              <a:gradFill flip="none" rotWithShape="1">
                <a:gsLst>
                  <a:gs pos="0">
                    <a:schemeClr val="accent3"/>
                  </a:gs>
                  <a:gs pos="100000">
                    <a:schemeClr val="accent4"/>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600" dirty="0">
                <a:solidFill>
                  <a:schemeClr val="bg1"/>
                </a:solidFill>
                <a:latin typeface="Inter" panose="02000503000000020004" pitchFamily="2" charset="0"/>
              </a:endParaRPr>
            </a:p>
          </p:txBody>
        </p:sp>
        <p:grpSp>
          <p:nvGrpSpPr>
            <p:cNvPr id="51" name="Group 50">
              <a:extLst>
                <a:ext uri="{FF2B5EF4-FFF2-40B4-BE49-F238E27FC236}">
                  <a16:creationId xmlns:a16="http://schemas.microsoft.com/office/drawing/2014/main" id="{5D7DFE53-1B46-ED3B-213C-EAC5D8E942C2}"/>
                </a:ext>
              </a:extLst>
            </p:cNvPr>
            <p:cNvGrpSpPr/>
            <p:nvPr/>
          </p:nvGrpSpPr>
          <p:grpSpPr>
            <a:xfrm>
              <a:off x="722312" y="3008203"/>
              <a:ext cx="3467183" cy="1185227"/>
              <a:chOff x="722312" y="3311417"/>
              <a:chExt cx="3467183" cy="1185227"/>
            </a:xfrm>
          </p:grpSpPr>
          <p:sp>
            <p:nvSpPr>
              <p:cNvPr id="31" name="TextBox 30">
                <a:extLst>
                  <a:ext uri="{FF2B5EF4-FFF2-40B4-BE49-F238E27FC236}">
                    <a16:creationId xmlns:a16="http://schemas.microsoft.com/office/drawing/2014/main" id="{C99A3E21-933E-67DB-CD45-5FECD22DE912}"/>
                  </a:ext>
                </a:extLst>
              </p:cNvPr>
              <p:cNvSpPr txBox="1"/>
              <p:nvPr/>
            </p:nvSpPr>
            <p:spPr>
              <a:xfrm>
                <a:off x="722312" y="4188867"/>
                <a:ext cx="3467183" cy="307777"/>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000" dirty="0">
                    <a:latin typeface="Inter" panose="02000503000000020004" pitchFamily="2" charset="0"/>
                    <a:ea typeface="ＭＳ Ｐゴシック" charset="0"/>
                  </a:rPr>
                  <a:t>Lorem ipsum donor</a:t>
                </a:r>
                <a:endParaRPr lang="en-US" sz="2000" kern="1200" dirty="0">
                  <a:latin typeface="Inter" panose="02000503000000020004" pitchFamily="2" charset="0"/>
                  <a:ea typeface="ＭＳ Ｐゴシック" charset="0"/>
                </a:endParaRPr>
              </a:p>
            </p:txBody>
          </p:sp>
          <p:sp>
            <p:nvSpPr>
              <p:cNvPr id="34" name="Freeform 101" descr="Icon of two people talking representing &quot;Advisory&quot;">
                <a:extLst>
                  <a:ext uri="{FF2B5EF4-FFF2-40B4-BE49-F238E27FC236}">
                    <a16:creationId xmlns:a16="http://schemas.microsoft.com/office/drawing/2014/main" id="{462FA9EF-A423-2AA9-C2E2-95DFF999E826}"/>
                  </a:ext>
                </a:extLst>
              </p:cNvPr>
              <p:cNvSpPr>
                <a:spLocks noChangeAspect="1"/>
              </p:cNvSpPr>
              <p:nvPr/>
            </p:nvSpPr>
            <p:spPr>
              <a:xfrm>
                <a:off x="2141737" y="3311417"/>
                <a:ext cx="628332" cy="64008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grpSp>
      </p:grpSp>
      <p:grpSp>
        <p:nvGrpSpPr>
          <p:cNvPr id="3" name="Group 2" descr="Sample boxed text with icon">
            <a:extLst>
              <a:ext uri="{FF2B5EF4-FFF2-40B4-BE49-F238E27FC236}">
                <a16:creationId xmlns:a16="http://schemas.microsoft.com/office/drawing/2014/main" id="{B8057598-019E-FDE7-2A98-D23C301D957A}"/>
              </a:ext>
            </a:extLst>
          </p:cNvPr>
          <p:cNvGrpSpPr/>
          <p:nvPr/>
        </p:nvGrpSpPr>
        <p:grpSpPr>
          <a:xfrm>
            <a:off x="4359455" y="2500311"/>
            <a:ext cx="3470137" cy="2182814"/>
            <a:chOff x="4359455" y="2500311"/>
            <a:chExt cx="3470137" cy="2182814"/>
          </a:xfrm>
        </p:grpSpPr>
        <p:sp>
          <p:nvSpPr>
            <p:cNvPr id="26" name="Rectangle: Rounded Corners 25">
              <a:extLst>
                <a:ext uri="{FF2B5EF4-FFF2-40B4-BE49-F238E27FC236}">
                  <a16:creationId xmlns:a16="http://schemas.microsoft.com/office/drawing/2014/main" id="{5E615CDB-C531-F8C7-0EBF-D349B4E09E5F}"/>
                </a:ext>
                <a:ext uri="{C183D7F6-B498-43B3-948B-1728B52AA6E4}">
                  <adec:decorative xmlns:adec="http://schemas.microsoft.com/office/drawing/2017/decorative" val="1"/>
                </a:ext>
              </a:extLst>
            </p:cNvPr>
            <p:cNvSpPr/>
            <p:nvPr/>
          </p:nvSpPr>
          <p:spPr>
            <a:xfrm>
              <a:off x="4359455" y="2500311"/>
              <a:ext cx="3470137" cy="2182814"/>
            </a:xfrm>
            <a:prstGeom prst="roundRect">
              <a:avLst>
                <a:gd name="adj" fmla="val 5045"/>
              </a:avLst>
            </a:prstGeom>
            <a:noFill/>
            <a:ln w="15875">
              <a:gradFill flip="none" rotWithShape="1">
                <a:gsLst>
                  <a:gs pos="0">
                    <a:schemeClr val="accent3"/>
                  </a:gs>
                  <a:gs pos="100000">
                    <a:schemeClr val="accent4"/>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600" dirty="0">
                <a:solidFill>
                  <a:schemeClr val="bg1"/>
                </a:solidFill>
                <a:latin typeface="Inter" panose="02000503000000020004" pitchFamily="2" charset="0"/>
              </a:endParaRPr>
            </a:p>
          </p:txBody>
        </p:sp>
        <p:sp>
          <p:nvSpPr>
            <p:cNvPr id="32" name="TextBox 31">
              <a:extLst>
                <a:ext uri="{FF2B5EF4-FFF2-40B4-BE49-F238E27FC236}">
                  <a16:creationId xmlns:a16="http://schemas.microsoft.com/office/drawing/2014/main" id="{B42AD75B-992E-0267-31DF-C43F9B74C475}"/>
                </a:ext>
              </a:extLst>
            </p:cNvPr>
            <p:cNvSpPr txBox="1"/>
            <p:nvPr/>
          </p:nvSpPr>
          <p:spPr>
            <a:xfrm>
              <a:off x="4362409" y="3885653"/>
              <a:ext cx="3467183" cy="307777"/>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000" dirty="0">
                  <a:latin typeface="Inter" panose="02000503000000020004" pitchFamily="2" charset="0"/>
                  <a:ea typeface="ＭＳ Ｐゴシック" charset="0"/>
                </a:rPr>
                <a:t>Sit </a:t>
              </a:r>
              <a:r>
                <a:rPr lang="en-US" sz="2000" dirty="0" err="1">
                  <a:latin typeface="Inter" panose="02000503000000020004" pitchFamily="2" charset="0"/>
                  <a:ea typeface="ＭＳ Ｐゴシック" charset="0"/>
                </a:rPr>
                <a:t>amet</a:t>
              </a:r>
              <a:r>
                <a:rPr lang="en-US" sz="2000" dirty="0">
                  <a:latin typeface="Inter" panose="02000503000000020004" pitchFamily="2" charset="0"/>
                  <a:ea typeface="ＭＳ Ｐゴシック" charset="0"/>
                </a:rPr>
                <a:t> </a:t>
              </a:r>
              <a:r>
                <a:rPr lang="en-US" sz="2000" dirty="0" err="1">
                  <a:latin typeface="Inter" panose="02000503000000020004" pitchFamily="2" charset="0"/>
                  <a:ea typeface="ＭＳ Ｐゴシック" charset="0"/>
                </a:rPr>
                <a:t>consectetur</a:t>
              </a:r>
              <a:endParaRPr lang="en-US" sz="2000" kern="1200" dirty="0">
                <a:latin typeface="Inter" panose="02000503000000020004" pitchFamily="2" charset="0"/>
                <a:ea typeface="ＭＳ Ｐゴシック" charset="0"/>
              </a:endParaRPr>
            </a:p>
          </p:txBody>
        </p:sp>
        <p:sp>
          <p:nvSpPr>
            <p:cNvPr id="35" name="Freeform 212" descr="Icon of a group of people's head in a circle  representing &quot;Collaboration&quot;">
              <a:extLst>
                <a:ext uri="{FF2B5EF4-FFF2-40B4-BE49-F238E27FC236}">
                  <a16:creationId xmlns:a16="http://schemas.microsoft.com/office/drawing/2014/main" id="{C26F8D78-1AA1-7D59-DCFF-8252088A7449}"/>
                </a:ext>
              </a:extLst>
            </p:cNvPr>
            <p:cNvSpPr>
              <a:spLocks noChangeAspect="1"/>
            </p:cNvSpPr>
            <p:nvPr/>
          </p:nvSpPr>
          <p:spPr>
            <a:xfrm>
              <a:off x="5775960" y="3008203"/>
              <a:ext cx="640080" cy="64008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grpSp>
      <p:grpSp>
        <p:nvGrpSpPr>
          <p:cNvPr id="7" name="Group 6" descr="Sample boxed text with icon">
            <a:extLst>
              <a:ext uri="{FF2B5EF4-FFF2-40B4-BE49-F238E27FC236}">
                <a16:creationId xmlns:a16="http://schemas.microsoft.com/office/drawing/2014/main" id="{B525A65A-8CF1-6F74-A1D3-7DB66314458B}"/>
              </a:ext>
            </a:extLst>
          </p:cNvPr>
          <p:cNvGrpSpPr/>
          <p:nvPr/>
        </p:nvGrpSpPr>
        <p:grpSpPr>
          <a:xfrm>
            <a:off x="7999552" y="2500311"/>
            <a:ext cx="3470136" cy="2182814"/>
            <a:chOff x="7999552" y="2500311"/>
            <a:chExt cx="3470136" cy="2182814"/>
          </a:xfrm>
        </p:grpSpPr>
        <p:sp>
          <p:nvSpPr>
            <p:cNvPr id="27" name="Rectangle: Rounded Corners 26">
              <a:extLst>
                <a:ext uri="{FF2B5EF4-FFF2-40B4-BE49-F238E27FC236}">
                  <a16:creationId xmlns:a16="http://schemas.microsoft.com/office/drawing/2014/main" id="{8D30A6CE-AC91-DA03-B0E5-ED4D2AAB717F}"/>
                </a:ext>
                <a:ext uri="{C183D7F6-B498-43B3-948B-1728B52AA6E4}">
                  <adec:decorative xmlns:adec="http://schemas.microsoft.com/office/drawing/2017/decorative" val="1"/>
                </a:ext>
              </a:extLst>
            </p:cNvPr>
            <p:cNvSpPr/>
            <p:nvPr/>
          </p:nvSpPr>
          <p:spPr>
            <a:xfrm>
              <a:off x="7999552" y="2500311"/>
              <a:ext cx="3470136" cy="2182814"/>
            </a:xfrm>
            <a:prstGeom prst="roundRect">
              <a:avLst>
                <a:gd name="adj" fmla="val 5045"/>
              </a:avLst>
            </a:prstGeom>
            <a:noFill/>
            <a:ln w="15875">
              <a:gradFill flip="none" rotWithShape="1">
                <a:gsLst>
                  <a:gs pos="0">
                    <a:schemeClr val="accent3"/>
                  </a:gs>
                  <a:gs pos="100000">
                    <a:schemeClr val="accent4"/>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endParaRPr lang="en-US" sz="1600" dirty="0">
                <a:solidFill>
                  <a:schemeClr val="bg1"/>
                </a:solidFill>
                <a:latin typeface="Inter" panose="02000503000000020004" pitchFamily="2" charset="0"/>
              </a:endParaRPr>
            </a:p>
          </p:txBody>
        </p:sp>
        <p:sp>
          <p:nvSpPr>
            <p:cNvPr id="33" name="TextBox 32">
              <a:extLst>
                <a:ext uri="{FF2B5EF4-FFF2-40B4-BE49-F238E27FC236}">
                  <a16:creationId xmlns:a16="http://schemas.microsoft.com/office/drawing/2014/main" id="{C9323786-DD0E-3BAF-3A6B-38E71AFD3CCE}"/>
                </a:ext>
              </a:extLst>
            </p:cNvPr>
            <p:cNvSpPr txBox="1"/>
            <p:nvPr/>
          </p:nvSpPr>
          <p:spPr>
            <a:xfrm>
              <a:off x="8002505" y="3885653"/>
              <a:ext cx="3467183" cy="307777"/>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000" dirty="0" err="1">
                  <a:latin typeface="Inter" panose="02000503000000020004" pitchFamily="2" charset="0"/>
                  <a:ea typeface="ＭＳ Ｐゴシック" charset="0"/>
                </a:rPr>
                <a:t>Suscipit</a:t>
              </a:r>
              <a:r>
                <a:rPr lang="en-US" sz="2000" dirty="0">
                  <a:latin typeface="Inter" panose="02000503000000020004" pitchFamily="2" charset="0"/>
                  <a:ea typeface="ＭＳ Ｐゴシック" charset="0"/>
                </a:rPr>
                <a:t> </a:t>
              </a:r>
              <a:r>
                <a:rPr lang="en-US" sz="2000" dirty="0" err="1">
                  <a:latin typeface="Inter" panose="02000503000000020004" pitchFamily="2" charset="0"/>
                  <a:ea typeface="ＭＳ Ｐゴシック" charset="0"/>
                </a:rPr>
                <a:t>lobortis</a:t>
              </a:r>
              <a:r>
                <a:rPr lang="en-US" sz="2000" dirty="0">
                  <a:latin typeface="Inter" panose="02000503000000020004" pitchFamily="2" charset="0"/>
                  <a:ea typeface="ＭＳ Ｐゴシック" charset="0"/>
                </a:rPr>
                <a:t> </a:t>
              </a:r>
              <a:endParaRPr lang="en-US" sz="2000" kern="1200" dirty="0">
                <a:latin typeface="Inter" panose="02000503000000020004" pitchFamily="2" charset="0"/>
                <a:ea typeface="ＭＳ Ｐゴシック" charset="0"/>
              </a:endParaRPr>
            </a:p>
          </p:txBody>
        </p:sp>
        <p:sp>
          <p:nvSpPr>
            <p:cNvPr id="36" name="Freeform 238" descr="Icon of a magnifying glass zooming in on a pie chart representing &quot;data driven insights&quot;">
              <a:extLst>
                <a:ext uri="{FF2B5EF4-FFF2-40B4-BE49-F238E27FC236}">
                  <a16:creationId xmlns:a16="http://schemas.microsoft.com/office/drawing/2014/main" id="{3EE4C6AC-0AB5-2818-4FE8-2E8CA05641E5}"/>
                </a:ext>
              </a:extLst>
            </p:cNvPr>
            <p:cNvSpPr>
              <a:spLocks noChangeAspect="1"/>
            </p:cNvSpPr>
            <p:nvPr/>
          </p:nvSpPr>
          <p:spPr>
            <a:xfrm>
              <a:off x="9414580" y="3008203"/>
              <a:ext cx="640080" cy="64008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grpSp>
    </p:spTree>
    <p:extLst>
      <p:ext uri="{BB962C8B-B14F-4D97-AF65-F5344CB8AC3E}">
        <p14:creationId xmlns:p14="http://schemas.microsoft.com/office/powerpoint/2010/main" val="4113801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EC112-59AA-4F4B-CE4C-04EE845E97A1}"/>
              </a:ext>
            </a:extLst>
          </p:cNvPr>
          <p:cNvSpPr>
            <a:spLocks noGrp="1"/>
          </p:cNvSpPr>
          <p:nvPr>
            <p:ph type="title"/>
          </p:nvPr>
        </p:nvSpPr>
        <p:spPr/>
        <p:txBody>
          <a:bodyPr/>
          <a:lstStyle/>
          <a:p>
            <a:r>
              <a:rPr lang="en-US" dirty="0"/>
              <a:t>Diagram graphic sample lorem ipsum dolor sit </a:t>
            </a:r>
            <a:r>
              <a:rPr lang="en-US" dirty="0" err="1"/>
              <a:t>amet</a:t>
            </a:r>
            <a:endParaRPr lang="en-US" dirty="0"/>
          </a:p>
        </p:txBody>
      </p:sp>
      <p:sp>
        <p:nvSpPr>
          <p:cNvPr id="198" name="Text Placeholder 197">
            <a:extLst>
              <a:ext uri="{FF2B5EF4-FFF2-40B4-BE49-F238E27FC236}">
                <a16:creationId xmlns:a16="http://schemas.microsoft.com/office/drawing/2014/main" id="{3016CABD-D3EA-FCB4-4C73-DCE082D5A86D}"/>
              </a:ext>
            </a:extLst>
          </p:cNvPr>
          <p:cNvSpPr>
            <a:spLocks noGrp="1"/>
          </p:cNvSpPr>
          <p:nvPr>
            <p:ph type="body" sz="quarter" idx="11"/>
          </p:nvPr>
        </p:nvSpPr>
        <p:spPr/>
        <p:txBody>
          <a:bodyPr/>
          <a:lstStyle/>
          <a:p>
            <a:r>
              <a:rPr lang="en-US" dirty="0"/>
              <a:t>Technical diagram name placeholder</a:t>
            </a:r>
          </a:p>
        </p:txBody>
      </p:sp>
      <p:sp>
        <p:nvSpPr>
          <p:cNvPr id="3" name="TextBox 2">
            <a:extLst>
              <a:ext uri="{FF2B5EF4-FFF2-40B4-BE49-F238E27FC236}">
                <a16:creationId xmlns:a16="http://schemas.microsoft.com/office/drawing/2014/main" id="{99B2F59A-B6FC-C9CE-4F10-2C90CE14465C}"/>
              </a:ext>
            </a:extLst>
          </p:cNvPr>
          <p:cNvSpPr txBox="1"/>
          <p:nvPr/>
        </p:nvSpPr>
        <p:spPr>
          <a:xfrm>
            <a:off x="1221698" y="3889948"/>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309" name="Line">
            <a:extLst>
              <a:ext uri="{FF2B5EF4-FFF2-40B4-BE49-F238E27FC236}">
                <a16:creationId xmlns:a16="http://schemas.microsoft.com/office/drawing/2014/main" id="{725ACAF2-AC6A-FB68-18A0-41A1A8CB4CF0}"/>
              </a:ext>
            </a:extLst>
          </p:cNvPr>
          <p:cNvSpPr/>
          <p:nvPr/>
        </p:nvSpPr>
        <p:spPr>
          <a:xfrm>
            <a:off x="3095221" y="3553122"/>
            <a:ext cx="168952"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4491" y="128"/>
                </a:lnTo>
                <a:cubicBezTo>
                  <a:pt x="6362" y="-42"/>
                  <a:pt x="8169" y="1759"/>
                  <a:pt x="9411" y="5028"/>
                </a:cubicBezTo>
                <a:cubicBezTo>
                  <a:pt x="10960" y="9107"/>
                  <a:pt x="11381" y="14794"/>
                  <a:pt x="13043" y="18455"/>
                </a:cubicBezTo>
                <a:cubicBezTo>
                  <a:pt x="13796" y="20113"/>
                  <a:pt x="14754" y="21183"/>
                  <a:pt x="15781" y="21558"/>
                </a:cubicBezTo>
                <a:lnTo>
                  <a:pt x="21600" y="21558"/>
                </a:lnTo>
              </a:path>
            </a:pathLst>
          </a:cu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310" name="Line">
            <a:extLst>
              <a:ext uri="{FF2B5EF4-FFF2-40B4-BE49-F238E27FC236}">
                <a16:creationId xmlns:a16="http://schemas.microsoft.com/office/drawing/2014/main" id="{2881836F-C356-1F4A-EEED-590854126583}"/>
              </a:ext>
            </a:extLst>
          </p:cNvPr>
          <p:cNvSpPr/>
          <p:nvPr/>
        </p:nvSpPr>
        <p:spPr>
          <a:xfrm flipV="1">
            <a:off x="2654078" y="3702018"/>
            <a:ext cx="419953" cy="1"/>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311" name="TextBox 310">
            <a:extLst>
              <a:ext uri="{FF2B5EF4-FFF2-40B4-BE49-F238E27FC236}">
                <a16:creationId xmlns:a16="http://schemas.microsoft.com/office/drawing/2014/main" id="{FB364553-E77D-39E4-DFF2-C7734B2C78FE}"/>
              </a:ext>
            </a:extLst>
          </p:cNvPr>
          <p:cNvSpPr txBox="1"/>
          <p:nvPr/>
        </p:nvSpPr>
        <p:spPr>
          <a:xfrm>
            <a:off x="1956908" y="5466602"/>
            <a:ext cx="4223272" cy="276999"/>
          </a:xfrm>
          <a:prstGeom prst="rect">
            <a:avLst/>
          </a:prstGeom>
          <a:noFill/>
        </p:spPr>
        <p:txBody>
          <a:bodyPr wrap="square" rtlCol="0">
            <a:sp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200" u="none" strike="noStrike" kern="1200" cap="none" spc="0" normalizeH="0" baseline="0" noProof="0" dirty="0" err="1">
                <a:ln>
                  <a:noFill/>
                </a:ln>
                <a:solidFill>
                  <a:schemeClr val="bg1">
                    <a:lumMod val="50000"/>
                  </a:schemeClr>
                </a:solidFill>
                <a:effectLst/>
                <a:uLnTx/>
                <a:uFillTx/>
                <a:latin typeface="Inter" panose="02000503000000020004" pitchFamily="2" charset="0"/>
                <a:ea typeface="ＭＳ Ｐゴシック" charset="0"/>
              </a:rPr>
              <a:t>Tempor</a:t>
            </a:r>
            <a:r>
              <a:rPr kumimoji="0" lang="en-US" sz="1200" u="none" strike="noStrike" kern="1200" cap="none" spc="0" normalizeH="0" baseline="0" noProof="0" dirty="0">
                <a:ln>
                  <a:noFill/>
                </a:ln>
                <a:solidFill>
                  <a:schemeClr val="bg1">
                    <a:lumMod val="50000"/>
                  </a:schemeClr>
                </a:solidFill>
                <a:effectLst/>
                <a:uLnTx/>
                <a:uFillTx/>
                <a:latin typeface="Inter" panose="02000503000000020004" pitchFamily="2" charset="0"/>
                <a:ea typeface="ＭＳ Ｐゴシック" charset="0"/>
              </a:rPr>
              <a:t>  |  </a:t>
            </a:r>
            <a:r>
              <a:rPr kumimoji="0" lang="en-US" sz="1200" u="none" strike="noStrike" kern="1200" cap="none" spc="0" normalizeH="0" baseline="0" noProof="0" dirty="0" err="1">
                <a:ln>
                  <a:noFill/>
                </a:ln>
                <a:solidFill>
                  <a:schemeClr val="bg1">
                    <a:lumMod val="50000"/>
                  </a:schemeClr>
                </a:solidFill>
                <a:effectLst/>
                <a:uLnTx/>
                <a:uFillTx/>
                <a:latin typeface="Inter" panose="02000503000000020004" pitchFamily="2" charset="0"/>
                <a:ea typeface="ＭＳ Ｐゴシック" charset="0"/>
              </a:rPr>
              <a:t>Dorem</a:t>
            </a:r>
            <a:r>
              <a:rPr kumimoji="0" lang="en-US" sz="1200" u="none" strike="noStrike" kern="1200" cap="none" spc="0" normalizeH="0" baseline="0" noProof="0" dirty="0">
                <a:ln>
                  <a:noFill/>
                </a:ln>
                <a:solidFill>
                  <a:schemeClr val="bg1">
                    <a:lumMod val="50000"/>
                  </a:schemeClr>
                </a:solidFill>
                <a:effectLst/>
                <a:uLnTx/>
                <a:uFillTx/>
                <a:latin typeface="Inter" panose="02000503000000020004" pitchFamily="2" charset="0"/>
                <a:ea typeface="ＭＳ Ｐゴシック" charset="0"/>
              </a:rPr>
              <a:t>  |  </a:t>
            </a:r>
            <a:r>
              <a:rPr kumimoji="0" lang="en-US" sz="1200" u="none" strike="noStrike" kern="1200" cap="none" spc="0" normalizeH="0" baseline="0" noProof="0" dirty="0" err="1">
                <a:ln>
                  <a:noFill/>
                </a:ln>
                <a:solidFill>
                  <a:schemeClr val="bg1">
                    <a:lumMod val="50000"/>
                  </a:schemeClr>
                </a:solidFill>
                <a:effectLst/>
                <a:uLnTx/>
                <a:uFillTx/>
                <a:latin typeface="Inter" panose="02000503000000020004" pitchFamily="2" charset="0"/>
                <a:ea typeface="ＭＳ Ｐゴシック" charset="0"/>
              </a:rPr>
              <a:t>Consectetur</a:t>
            </a:r>
            <a:endParaRPr kumimoji="0" lang="en-US" sz="1200" u="none" strike="noStrike" kern="1200" cap="none" spc="0" normalizeH="0" baseline="0" noProof="0" dirty="0">
              <a:ln>
                <a:noFill/>
              </a:ln>
              <a:solidFill>
                <a:schemeClr val="bg1">
                  <a:lumMod val="50000"/>
                </a:schemeClr>
              </a:solidFill>
              <a:effectLst/>
              <a:uLnTx/>
              <a:uFillTx/>
              <a:latin typeface="Inter" panose="02000503000000020004" pitchFamily="2" charset="0"/>
              <a:ea typeface="ＭＳ Ｐゴシック" charset="0"/>
            </a:endParaRPr>
          </a:p>
        </p:txBody>
      </p:sp>
      <p:sp>
        <p:nvSpPr>
          <p:cNvPr id="312" name="Rectangle: Rounded Corners 322">
            <a:extLst>
              <a:ext uri="{FF2B5EF4-FFF2-40B4-BE49-F238E27FC236}">
                <a16:creationId xmlns:a16="http://schemas.microsoft.com/office/drawing/2014/main" id="{65D36EAC-606D-E55A-EE19-B4D636524506}"/>
              </a:ext>
            </a:extLst>
          </p:cNvPr>
          <p:cNvSpPr/>
          <p:nvPr/>
        </p:nvSpPr>
        <p:spPr>
          <a:xfrm>
            <a:off x="553720" y="1681962"/>
            <a:ext cx="7029650" cy="3688307"/>
          </a:xfrm>
          <a:prstGeom prst="roundRect">
            <a:avLst>
              <a:gd name="adj" fmla="val 2438"/>
            </a:avLst>
          </a:prstGeom>
          <a:noFill/>
          <a:ln w="19050" cap="flat">
            <a:gradFill>
              <a:gsLst>
                <a:gs pos="20000">
                  <a:schemeClr val="accent3"/>
                </a:gs>
                <a:gs pos="82000">
                  <a:schemeClr val="accent4"/>
                </a:gs>
              </a:gsLst>
              <a:lin ang="5400000" scaled="1"/>
            </a:grad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799" u="none" strike="noStrike" kern="1200" cap="none" spc="0" normalizeH="0" baseline="0" noProof="0" dirty="0">
              <a:ln>
                <a:noFill/>
              </a:ln>
              <a:solidFill>
                <a:srgbClr val="FFFFFF"/>
              </a:solidFill>
              <a:effectLst/>
              <a:uLnTx/>
              <a:uFillTx/>
              <a:latin typeface="Inter" panose="02000503000000020004" pitchFamily="2" charset="0"/>
              <a:ea typeface="+mn-ea"/>
              <a:cs typeface="+mn-cs"/>
            </a:endParaRPr>
          </a:p>
        </p:txBody>
      </p:sp>
      <p:cxnSp>
        <p:nvCxnSpPr>
          <p:cNvPr id="313" name="Elbow Connector 53">
            <a:extLst>
              <a:ext uri="{FF2B5EF4-FFF2-40B4-BE49-F238E27FC236}">
                <a16:creationId xmlns:a16="http://schemas.microsoft.com/office/drawing/2014/main" id="{AF6C2C3A-5E35-328E-D78C-EC5D2CB57DE1}"/>
              </a:ext>
            </a:extLst>
          </p:cNvPr>
          <p:cNvCxnSpPr>
            <a:cxnSpLocks/>
          </p:cNvCxnSpPr>
          <p:nvPr/>
        </p:nvCxnSpPr>
        <p:spPr>
          <a:xfrm>
            <a:off x="1176093" y="2261543"/>
            <a:ext cx="6407276" cy="1225678"/>
          </a:xfrm>
          <a:prstGeom prst="bentConnector3">
            <a:avLst>
              <a:gd name="adj1" fmla="val 96259"/>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 name="Elbow Connector 59">
            <a:extLst>
              <a:ext uri="{FF2B5EF4-FFF2-40B4-BE49-F238E27FC236}">
                <a16:creationId xmlns:a16="http://schemas.microsoft.com/office/drawing/2014/main" id="{10136BCF-E366-11F8-3F8A-2D00710E503B}"/>
              </a:ext>
            </a:extLst>
          </p:cNvPr>
          <p:cNvCxnSpPr>
            <a:cxnSpLocks/>
          </p:cNvCxnSpPr>
          <p:nvPr/>
        </p:nvCxnSpPr>
        <p:spPr>
          <a:xfrm>
            <a:off x="4150437" y="2769794"/>
            <a:ext cx="3155394" cy="715889"/>
          </a:xfrm>
          <a:prstGeom prst="bentConnector3">
            <a:avLst>
              <a:gd name="adj1" fmla="val 8486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Elbow Connector 447">
            <a:extLst>
              <a:ext uri="{FF2B5EF4-FFF2-40B4-BE49-F238E27FC236}">
                <a16:creationId xmlns:a16="http://schemas.microsoft.com/office/drawing/2014/main" id="{343B84D7-F89B-42BC-4C07-18FA252C85A4}"/>
              </a:ext>
            </a:extLst>
          </p:cNvPr>
          <p:cNvCxnSpPr>
            <a:cxnSpLocks/>
          </p:cNvCxnSpPr>
          <p:nvPr/>
        </p:nvCxnSpPr>
        <p:spPr>
          <a:xfrm>
            <a:off x="2843356" y="2575713"/>
            <a:ext cx="4584089" cy="909970"/>
          </a:xfrm>
          <a:prstGeom prst="bentConnector3">
            <a:avLst>
              <a:gd name="adj1" fmla="val 92699"/>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16" name="TextBox 315">
            <a:extLst>
              <a:ext uri="{FF2B5EF4-FFF2-40B4-BE49-F238E27FC236}">
                <a16:creationId xmlns:a16="http://schemas.microsoft.com/office/drawing/2014/main" id="{628D3E03-9571-C14E-F31F-CF2E681A3A81}"/>
              </a:ext>
            </a:extLst>
          </p:cNvPr>
          <p:cNvSpPr txBox="1"/>
          <p:nvPr/>
        </p:nvSpPr>
        <p:spPr>
          <a:xfrm>
            <a:off x="1172050" y="1821899"/>
            <a:ext cx="5792990" cy="261610"/>
          </a:xfrm>
          <a:prstGeom prst="rect">
            <a:avLst/>
          </a:prstGeom>
          <a:noFill/>
        </p:spPr>
        <p:txBody>
          <a:bodyPr wrap="square" lIns="91440" tIns="45720" rIns="91440" bIns="45720" rtlCol="0" anchor="t">
            <a:sp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100" strike="noStrike" kern="1200" cap="none" spc="0" normalizeH="0" baseline="0" noProof="0" dirty="0">
                <a:ln>
                  <a:noFill/>
                </a:ln>
                <a:effectLst/>
                <a:uLnTx/>
                <a:uFillTx/>
                <a:latin typeface="Inter" panose="02000503000000020004" pitchFamily="2" charset="0"/>
                <a:ea typeface="ＭＳ Ｐゴシック"/>
              </a:rPr>
              <a:t>Lorem ipsum        </a:t>
            </a:r>
            <a:r>
              <a:rPr kumimoji="0" lang="en-US" sz="1100" u="none" strike="noStrike" kern="1200" cap="none" spc="0" normalizeH="0" baseline="0" noProof="0" dirty="0" err="1">
                <a:ln>
                  <a:noFill/>
                </a:ln>
                <a:effectLst/>
                <a:uLnTx/>
                <a:uFillTx/>
                <a:latin typeface="Inter" panose="02000503000000020004" pitchFamily="2" charset="0"/>
                <a:ea typeface="ＭＳ Ｐゴシック"/>
              </a:rPr>
              <a:t>Consectetur</a:t>
            </a:r>
            <a:r>
              <a:rPr kumimoji="0" lang="en-US" sz="1100" u="none" strike="noStrike" kern="1200" cap="none" spc="0" normalizeH="0" baseline="0" noProof="0" dirty="0">
                <a:ln>
                  <a:noFill/>
                </a:ln>
                <a:effectLst/>
                <a:uLnTx/>
                <a:uFillTx/>
                <a:latin typeface="Inter" panose="02000503000000020004" pitchFamily="2" charset="0"/>
                <a:ea typeface="ＭＳ Ｐゴシック"/>
              </a:rPr>
              <a:t>        </a:t>
            </a:r>
            <a:r>
              <a:rPr lang="en-US" sz="1100" dirty="0" err="1">
                <a:latin typeface="Inter" panose="02000503000000020004" pitchFamily="2" charset="0"/>
                <a:ea typeface="ＭＳ Ｐゴシック"/>
              </a:rPr>
              <a:t>Elitsedo</a:t>
            </a:r>
            <a:r>
              <a:rPr lang="en-US" sz="1100" dirty="0">
                <a:latin typeface="Inter" panose="02000503000000020004" pitchFamily="2" charset="0"/>
                <a:ea typeface="ＭＳ Ｐゴシック"/>
              </a:rPr>
              <a:t>        </a:t>
            </a:r>
            <a:r>
              <a:rPr lang="en-US" sz="1100" dirty="0" err="1">
                <a:latin typeface="Inter" panose="02000503000000020004" pitchFamily="2" charset="0"/>
                <a:ea typeface="ＭＳ Ｐゴシック"/>
              </a:rPr>
              <a:t>Tempor</a:t>
            </a:r>
            <a:endParaRPr kumimoji="0" lang="en-US" sz="1100" u="none" strike="noStrike" kern="1200" cap="none" spc="0" normalizeH="0" baseline="0" noProof="0" dirty="0">
              <a:ln>
                <a:noFill/>
              </a:ln>
              <a:effectLst/>
              <a:uLnTx/>
              <a:uFillTx/>
              <a:latin typeface="Inter" panose="02000503000000020004" pitchFamily="2" charset="0"/>
              <a:ea typeface="ＭＳ Ｐゴシック" charset="0"/>
            </a:endParaRPr>
          </a:p>
        </p:txBody>
      </p:sp>
      <p:sp>
        <p:nvSpPr>
          <p:cNvPr id="317" name="TextBox 316">
            <a:extLst>
              <a:ext uri="{FF2B5EF4-FFF2-40B4-BE49-F238E27FC236}">
                <a16:creationId xmlns:a16="http://schemas.microsoft.com/office/drawing/2014/main" id="{A555EEC1-FB3D-CCF8-B1F1-EBD57998991B}"/>
              </a:ext>
            </a:extLst>
          </p:cNvPr>
          <p:cNvSpPr txBox="1"/>
          <p:nvPr/>
        </p:nvSpPr>
        <p:spPr>
          <a:xfrm>
            <a:off x="1020843" y="4992841"/>
            <a:ext cx="6095402" cy="261610"/>
          </a:xfrm>
          <a:prstGeom prst="rect">
            <a:avLst/>
          </a:prstGeom>
          <a:noFill/>
        </p:spPr>
        <p:txBody>
          <a:bodyPr wrap="square" lIns="91440" tIns="45720" rIns="91440" bIns="45720" rtlCol="0" anchor="t">
            <a:sp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100" strike="noStrike" kern="1200" cap="none" spc="0" normalizeH="0" baseline="0" noProof="0" dirty="0" err="1">
                <a:ln>
                  <a:noFill/>
                </a:ln>
                <a:effectLst/>
                <a:uLnTx/>
                <a:uFillTx/>
                <a:latin typeface="Inter" panose="02000503000000020004" pitchFamily="2" charset="0"/>
                <a:ea typeface="ＭＳ Ｐゴシック"/>
              </a:rPr>
              <a:t>Dorem</a:t>
            </a:r>
            <a:r>
              <a:rPr kumimoji="0" lang="en-US" sz="1100" strike="noStrike" kern="1200" cap="none" spc="0" normalizeH="0" baseline="0" noProof="0" dirty="0">
                <a:ln>
                  <a:noFill/>
                </a:ln>
                <a:effectLst/>
                <a:uLnTx/>
                <a:uFillTx/>
                <a:latin typeface="Inter" panose="02000503000000020004" pitchFamily="2" charset="0"/>
                <a:ea typeface="ＭＳ Ｐゴシック"/>
              </a:rPr>
              <a:t> ipsum        </a:t>
            </a:r>
            <a:r>
              <a:rPr kumimoji="0" lang="en-US" sz="1100" u="none" strike="noStrike" kern="1200" cap="none" spc="0" normalizeH="0" baseline="0" noProof="0" dirty="0" err="1">
                <a:ln>
                  <a:noFill/>
                </a:ln>
                <a:effectLst/>
                <a:uLnTx/>
                <a:uFillTx/>
                <a:latin typeface="Inter" panose="02000503000000020004" pitchFamily="2" charset="0"/>
                <a:ea typeface="ＭＳ Ｐゴシック"/>
              </a:rPr>
              <a:t>Monsectetur</a:t>
            </a:r>
            <a:r>
              <a:rPr kumimoji="0" lang="en-US" sz="1100" u="none" strike="noStrike" kern="1200" cap="none" spc="0" normalizeH="0" baseline="0" noProof="0" dirty="0">
                <a:ln>
                  <a:noFill/>
                </a:ln>
                <a:effectLst/>
                <a:uLnTx/>
                <a:uFillTx/>
                <a:latin typeface="Inter" panose="02000503000000020004" pitchFamily="2" charset="0"/>
                <a:ea typeface="ＭＳ Ｐゴシック"/>
              </a:rPr>
              <a:t>        </a:t>
            </a:r>
            <a:r>
              <a:rPr lang="en-US" sz="1100" dirty="0" err="1">
                <a:latin typeface="Inter" panose="02000503000000020004" pitchFamily="2" charset="0"/>
                <a:ea typeface="ＭＳ Ｐゴシック"/>
              </a:rPr>
              <a:t>Rlitsedo</a:t>
            </a:r>
            <a:r>
              <a:rPr lang="en-US" sz="1100" dirty="0">
                <a:latin typeface="Inter" panose="02000503000000020004" pitchFamily="2" charset="0"/>
                <a:ea typeface="ＭＳ Ｐゴシック"/>
              </a:rPr>
              <a:t>        </a:t>
            </a:r>
            <a:r>
              <a:rPr lang="en-US" sz="1100" dirty="0" err="1">
                <a:latin typeface="Inter" panose="02000503000000020004" pitchFamily="2" charset="0"/>
                <a:ea typeface="ＭＳ Ｐゴシック"/>
              </a:rPr>
              <a:t>Sempor</a:t>
            </a:r>
            <a:endParaRPr kumimoji="0" lang="en-US" sz="1100" u="none" strike="noStrike" kern="1200" cap="none" spc="0" normalizeH="0" baseline="0" noProof="0" dirty="0">
              <a:ln>
                <a:noFill/>
              </a:ln>
              <a:effectLst/>
              <a:uLnTx/>
              <a:uFillTx/>
              <a:latin typeface="Inter" panose="02000503000000020004" pitchFamily="2" charset="0"/>
              <a:ea typeface="ＭＳ Ｐゴシック" charset="0"/>
            </a:endParaRPr>
          </a:p>
        </p:txBody>
      </p:sp>
      <p:sp>
        <p:nvSpPr>
          <p:cNvPr id="318" name="Rectangle: Rounded Corners 328">
            <a:extLst>
              <a:ext uri="{FF2B5EF4-FFF2-40B4-BE49-F238E27FC236}">
                <a16:creationId xmlns:a16="http://schemas.microsoft.com/office/drawing/2014/main" id="{439D53D6-3460-CF92-57ED-D3601E8CAFC3}"/>
              </a:ext>
            </a:extLst>
          </p:cNvPr>
          <p:cNvSpPr/>
          <p:nvPr/>
        </p:nvSpPr>
        <p:spPr>
          <a:xfrm>
            <a:off x="8963352" y="2575713"/>
            <a:ext cx="1760107" cy="1760106"/>
          </a:xfrm>
          <a:prstGeom prst="roundRect">
            <a:avLst>
              <a:gd name="adj" fmla="val 50000"/>
            </a:avLst>
          </a:prstGeom>
          <a:noFill/>
          <a:ln w="22225" cap="flat">
            <a:gradFill>
              <a:gsLst>
                <a:gs pos="0">
                  <a:schemeClr val="accent3"/>
                </a:gs>
                <a:gs pos="100000">
                  <a:schemeClr val="accent4"/>
                </a:gs>
              </a:gsLst>
              <a:lin ang="5400000" scaled="1"/>
            </a:grad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Inter" panose="02000503000000020004" pitchFamily="2" charset="0"/>
                <a:ea typeface="+mn-ea"/>
                <a:cs typeface="+mn-cs"/>
              </a:rPr>
              <a:t>Lorem</a:t>
            </a:r>
            <a:br>
              <a:rPr kumimoji="0" lang="en-US" sz="1800" u="none" strike="noStrike" kern="1200" cap="none" spc="0" normalizeH="0" baseline="0" noProof="0" dirty="0">
                <a:ln>
                  <a:noFill/>
                </a:ln>
                <a:solidFill>
                  <a:schemeClr val="tx1"/>
                </a:solidFill>
                <a:effectLst/>
                <a:uLnTx/>
                <a:uFillTx/>
                <a:latin typeface="Inter" panose="02000503000000020004" pitchFamily="2" charset="0"/>
                <a:ea typeface="+mn-ea"/>
                <a:cs typeface="+mn-cs"/>
              </a:rPr>
            </a:br>
            <a:r>
              <a:rPr kumimoji="0" lang="en-US" sz="1800" u="none" strike="noStrike" kern="1200" cap="none" spc="0" normalizeH="0" baseline="0" noProof="0" dirty="0">
                <a:ln>
                  <a:noFill/>
                </a:ln>
                <a:solidFill>
                  <a:schemeClr val="tx1"/>
                </a:solidFill>
                <a:effectLst/>
                <a:uLnTx/>
                <a:uFillTx/>
                <a:latin typeface="Inter" panose="02000503000000020004" pitchFamily="2" charset="0"/>
                <a:ea typeface="+mn-ea"/>
                <a:cs typeface="+mn-cs"/>
              </a:rPr>
              <a:t>ipsum</a:t>
            </a:r>
          </a:p>
        </p:txBody>
      </p:sp>
      <p:sp>
        <p:nvSpPr>
          <p:cNvPr id="512" name="Rectangle: Rounded Corners 329">
            <a:extLst>
              <a:ext uri="{FF2B5EF4-FFF2-40B4-BE49-F238E27FC236}">
                <a16:creationId xmlns:a16="http://schemas.microsoft.com/office/drawing/2014/main" id="{22483544-E54B-F58E-5B86-42649001DD62}"/>
              </a:ext>
            </a:extLst>
          </p:cNvPr>
          <p:cNvSpPr/>
          <p:nvPr/>
        </p:nvSpPr>
        <p:spPr>
          <a:xfrm>
            <a:off x="8066817" y="2651018"/>
            <a:ext cx="1074639" cy="358827"/>
          </a:xfrm>
          <a:prstGeom prst="roundRect">
            <a:avLst/>
          </a:prstGeom>
          <a:noFill/>
          <a:ln w="12700"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err="1">
                <a:ln>
                  <a:noFill/>
                </a:ln>
                <a:solidFill>
                  <a:schemeClr val="tx1"/>
                </a:solidFill>
                <a:effectLst/>
                <a:uLnTx/>
                <a:uFillTx/>
                <a:latin typeface="Inter" panose="02000503000000020004" pitchFamily="2" charset="0"/>
                <a:ea typeface="+mn-ea"/>
                <a:cs typeface="+mn-cs"/>
              </a:rPr>
              <a:t>Te</a:t>
            </a:r>
            <a:r>
              <a:rPr lang="en-US" dirty="0" err="1">
                <a:solidFill>
                  <a:schemeClr val="tx1"/>
                </a:solidFill>
                <a:latin typeface="Inter" panose="02000503000000020004" pitchFamily="2" charset="0"/>
              </a:rPr>
              <a:t>mpor</a:t>
            </a:r>
            <a:endParaRPr kumimoji="0" lang="en-US" sz="1800" u="none" strike="noStrike" kern="1200" cap="none" spc="0" normalizeH="0" baseline="0" noProof="0" dirty="0">
              <a:ln>
                <a:noFill/>
              </a:ln>
              <a:solidFill>
                <a:schemeClr val="tx1"/>
              </a:solidFill>
              <a:effectLst/>
              <a:uLnTx/>
              <a:uFillTx/>
              <a:latin typeface="Inter" panose="02000503000000020004" pitchFamily="2" charset="0"/>
              <a:ea typeface="+mn-ea"/>
              <a:cs typeface="+mn-cs"/>
            </a:endParaRPr>
          </a:p>
        </p:txBody>
      </p:sp>
      <p:sp>
        <p:nvSpPr>
          <p:cNvPr id="513" name="Oval 512">
            <a:extLst>
              <a:ext uri="{FF2B5EF4-FFF2-40B4-BE49-F238E27FC236}">
                <a16:creationId xmlns:a16="http://schemas.microsoft.com/office/drawing/2014/main" id="{4B5BD896-44D8-034B-7513-FF2F961E7256}"/>
              </a:ext>
            </a:extLst>
          </p:cNvPr>
          <p:cNvSpPr>
            <a:spLocks noChangeAspect="1"/>
          </p:cNvSpPr>
          <p:nvPr/>
        </p:nvSpPr>
        <p:spPr>
          <a:xfrm>
            <a:off x="9777401" y="4269815"/>
            <a:ext cx="132008" cy="132008"/>
          </a:xfrm>
          <a:prstGeom prst="ellipse">
            <a:avLst/>
          </a:prstGeom>
          <a:solidFill>
            <a:schemeClr val="bg1"/>
          </a:solidFill>
          <a:ln w="15875">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800" u="none" strike="noStrike" kern="1200" cap="none" spc="0" normalizeH="0" baseline="0" noProof="0" dirty="0">
              <a:ln>
                <a:noFill/>
              </a:ln>
              <a:solidFill>
                <a:srgbClr val="414244"/>
              </a:solidFill>
              <a:effectLst/>
              <a:uLnTx/>
              <a:uFillTx/>
              <a:latin typeface="Inter" panose="02000503000000020004" pitchFamily="2" charset="0"/>
              <a:ea typeface="+mn-ea"/>
              <a:cs typeface="+mn-cs"/>
            </a:endParaRPr>
          </a:p>
        </p:txBody>
      </p:sp>
      <p:sp>
        <p:nvSpPr>
          <p:cNvPr id="514" name="Rectangle: Rounded Corners 331">
            <a:extLst>
              <a:ext uri="{FF2B5EF4-FFF2-40B4-BE49-F238E27FC236}">
                <a16:creationId xmlns:a16="http://schemas.microsoft.com/office/drawing/2014/main" id="{770B99DE-DCD2-BB4A-3B17-FD714F0DE87E}"/>
              </a:ext>
            </a:extLst>
          </p:cNvPr>
          <p:cNvSpPr/>
          <p:nvPr/>
        </p:nvSpPr>
        <p:spPr>
          <a:xfrm>
            <a:off x="10554599" y="2651018"/>
            <a:ext cx="1083681" cy="358827"/>
          </a:xfrm>
          <a:prstGeom prst="roundRect">
            <a:avLst/>
          </a:prstGeom>
          <a:noFill/>
          <a:ln w="12700"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err="1">
                <a:ln>
                  <a:noFill/>
                </a:ln>
                <a:solidFill>
                  <a:schemeClr val="tx1"/>
                </a:solidFill>
                <a:effectLst/>
                <a:uLnTx/>
                <a:uFillTx/>
                <a:latin typeface="Inter" panose="02000503000000020004" pitchFamily="2" charset="0"/>
                <a:ea typeface="+mn-ea"/>
                <a:cs typeface="+mn-cs"/>
              </a:rPr>
              <a:t>Semoris</a:t>
            </a:r>
            <a:endParaRPr kumimoji="0" lang="en-US" sz="1800" u="none" strike="noStrike" kern="1200" cap="none" spc="0" normalizeH="0" baseline="0" noProof="0" dirty="0">
              <a:ln>
                <a:noFill/>
              </a:ln>
              <a:solidFill>
                <a:schemeClr val="tx1"/>
              </a:solidFill>
              <a:effectLst/>
              <a:uLnTx/>
              <a:uFillTx/>
              <a:latin typeface="Inter" panose="02000503000000020004" pitchFamily="2" charset="0"/>
              <a:ea typeface="+mn-ea"/>
              <a:cs typeface="+mn-cs"/>
            </a:endParaRPr>
          </a:p>
        </p:txBody>
      </p:sp>
      <p:sp>
        <p:nvSpPr>
          <p:cNvPr id="515" name="Oval 514">
            <a:extLst>
              <a:ext uri="{FF2B5EF4-FFF2-40B4-BE49-F238E27FC236}">
                <a16:creationId xmlns:a16="http://schemas.microsoft.com/office/drawing/2014/main" id="{5D88D965-23F0-B0D4-13F7-24FDC9877478}"/>
              </a:ext>
            </a:extLst>
          </p:cNvPr>
          <p:cNvSpPr>
            <a:spLocks noChangeAspect="1"/>
          </p:cNvSpPr>
          <p:nvPr/>
        </p:nvSpPr>
        <p:spPr>
          <a:xfrm>
            <a:off x="9132737" y="2776915"/>
            <a:ext cx="132008" cy="132008"/>
          </a:xfrm>
          <a:prstGeom prst="ellipse">
            <a:avLst/>
          </a:prstGeom>
          <a:solidFill>
            <a:schemeClr val="bg1"/>
          </a:solidFill>
          <a:ln w="158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800" u="none" strike="noStrike" kern="1200" cap="none" spc="0" normalizeH="0" baseline="0" noProof="0" dirty="0">
              <a:ln>
                <a:noFill/>
              </a:ln>
              <a:solidFill>
                <a:srgbClr val="414244"/>
              </a:solidFill>
              <a:effectLst/>
              <a:uLnTx/>
              <a:uFillTx/>
              <a:latin typeface="Inter" panose="02000503000000020004" pitchFamily="2" charset="0"/>
              <a:ea typeface="+mn-ea"/>
              <a:cs typeface="+mn-cs"/>
            </a:endParaRPr>
          </a:p>
        </p:txBody>
      </p:sp>
      <p:sp>
        <p:nvSpPr>
          <p:cNvPr id="516" name="Oval 515">
            <a:extLst>
              <a:ext uri="{FF2B5EF4-FFF2-40B4-BE49-F238E27FC236}">
                <a16:creationId xmlns:a16="http://schemas.microsoft.com/office/drawing/2014/main" id="{9DEA73AF-32BD-9C0D-8578-8AE7A94BB045}"/>
              </a:ext>
            </a:extLst>
          </p:cNvPr>
          <p:cNvSpPr>
            <a:spLocks noChangeAspect="1"/>
          </p:cNvSpPr>
          <p:nvPr/>
        </p:nvSpPr>
        <p:spPr>
          <a:xfrm>
            <a:off x="10422591" y="2776915"/>
            <a:ext cx="132008" cy="132008"/>
          </a:xfrm>
          <a:prstGeom prst="ellipse">
            <a:avLst/>
          </a:prstGeom>
          <a:solidFill>
            <a:schemeClr val="bg1"/>
          </a:solidFill>
          <a:ln w="158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endParaRPr kumimoji="0" lang="en-US" sz="1800" u="none" strike="noStrike" kern="1200" cap="none" spc="0" normalizeH="0" baseline="0" noProof="0" dirty="0">
              <a:ln>
                <a:noFill/>
              </a:ln>
              <a:solidFill>
                <a:srgbClr val="414244"/>
              </a:solidFill>
              <a:effectLst/>
              <a:uLnTx/>
              <a:uFillTx/>
              <a:latin typeface="Inter" panose="02000503000000020004" pitchFamily="2" charset="0"/>
              <a:ea typeface="+mn-ea"/>
              <a:cs typeface="+mn-cs"/>
            </a:endParaRPr>
          </a:p>
        </p:txBody>
      </p:sp>
      <p:sp>
        <p:nvSpPr>
          <p:cNvPr id="517" name="Rectangle: Rounded Corners 334">
            <a:extLst>
              <a:ext uri="{FF2B5EF4-FFF2-40B4-BE49-F238E27FC236}">
                <a16:creationId xmlns:a16="http://schemas.microsoft.com/office/drawing/2014/main" id="{1F3D35D7-6ED7-7FA5-F96D-2CF246B0579D}"/>
              </a:ext>
            </a:extLst>
          </p:cNvPr>
          <p:cNvSpPr/>
          <p:nvPr/>
        </p:nvSpPr>
        <p:spPr>
          <a:xfrm>
            <a:off x="9078124" y="4401823"/>
            <a:ext cx="1523605" cy="358827"/>
          </a:xfrm>
          <a:prstGeom prst="roundRect">
            <a:avLst/>
          </a:prstGeom>
          <a:noFill/>
          <a:ln w="12700"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lIns="45709" rIns="45709" rtlCol="0" anchor="ct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800" u="none" strike="noStrike" kern="1200" cap="none" spc="0" normalizeH="0" baseline="0" noProof="0" dirty="0" err="1">
                <a:ln>
                  <a:noFill/>
                </a:ln>
                <a:solidFill>
                  <a:schemeClr val="tx1"/>
                </a:solidFill>
                <a:effectLst/>
                <a:uLnTx/>
                <a:uFillTx/>
                <a:latin typeface="Inter" panose="02000503000000020004" pitchFamily="2" charset="0"/>
                <a:ea typeface="+mn-ea"/>
                <a:cs typeface="+mn-cs"/>
              </a:rPr>
              <a:t>Consectetur</a:t>
            </a:r>
            <a:endParaRPr kumimoji="0" lang="en-US" sz="1800" u="none" strike="noStrike" kern="1200" cap="none" spc="0" normalizeH="0" baseline="0" noProof="0" dirty="0">
              <a:ln>
                <a:noFill/>
              </a:ln>
              <a:solidFill>
                <a:schemeClr val="tx1"/>
              </a:solidFill>
              <a:effectLst/>
              <a:uLnTx/>
              <a:uFillTx/>
              <a:latin typeface="Inter" panose="02000503000000020004" pitchFamily="2" charset="0"/>
              <a:ea typeface="+mn-ea"/>
              <a:cs typeface="+mn-cs"/>
            </a:endParaRPr>
          </a:p>
        </p:txBody>
      </p:sp>
      <p:sp>
        <p:nvSpPr>
          <p:cNvPr id="518" name="Line">
            <a:extLst>
              <a:ext uri="{FF2B5EF4-FFF2-40B4-BE49-F238E27FC236}">
                <a16:creationId xmlns:a16="http://schemas.microsoft.com/office/drawing/2014/main" id="{654BB1F2-BEA7-1173-6F3E-9944D6993325}"/>
              </a:ext>
            </a:extLst>
          </p:cNvPr>
          <p:cNvSpPr/>
          <p:nvPr/>
        </p:nvSpPr>
        <p:spPr>
          <a:xfrm>
            <a:off x="4660127" y="3114817"/>
            <a:ext cx="197120"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19" name="Line">
            <a:extLst>
              <a:ext uri="{FF2B5EF4-FFF2-40B4-BE49-F238E27FC236}">
                <a16:creationId xmlns:a16="http://schemas.microsoft.com/office/drawing/2014/main" id="{833E34B3-2A6D-548C-418E-51924F3BCA72}"/>
              </a:ext>
            </a:extLst>
          </p:cNvPr>
          <p:cNvSpPr/>
          <p:nvPr/>
        </p:nvSpPr>
        <p:spPr>
          <a:xfrm>
            <a:off x="4660127" y="3114817"/>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0" name="Line">
            <a:extLst>
              <a:ext uri="{FF2B5EF4-FFF2-40B4-BE49-F238E27FC236}">
                <a16:creationId xmlns:a16="http://schemas.microsoft.com/office/drawing/2014/main" id="{72F50DA6-66D1-F9FD-B52A-5452E5247BE7}"/>
              </a:ext>
            </a:extLst>
          </p:cNvPr>
          <p:cNvSpPr/>
          <p:nvPr/>
        </p:nvSpPr>
        <p:spPr>
          <a:xfrm rot="10800000" flipH="1">
            <a:off x="3095221" y="3627695"/>
            <a:ext cx="168952" cy="75331"/>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4491" y="128"/>
                </a:lnTo>
                <a:cubicBezTo>
                  <a:pt x="6362" y="-42"/>
                  <a:pt x="8169" y="1759"/>
                  <a:pt x="9411" y="5028"/>
                </a:cubicBezTo>
                <a:cubicBezTo>
                  <a:pt x="10960" y="9107"/>
                  <a:pt x="11381" y="14794"/>
                  <a:pt x="13043" y="18455"/>
                </a:cubicBezTo>
                <a:cubicBezTo>
                  <a:pt x="13796" y="20113"/>
                  <a:pt x="14754" y="21183"/>
                  <a:pt x="15781" y="21558"/>
                </a:cubicBezTo>
                <a:lnTo>
                  <a:pt x="21600" y="21558"/>
                </a:ln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1" name="Line">
            <a:extLst>
              <a:ext uri="{FF2B5EF4-FFF2-40B4-BE49-F238E27FC236}">
                <a16:creationId xmlns:a16="http://schemas.microsoft.com/office/drawing/2014/main" id="{8FE6B6EE-2692-F488-D0B1-FC0BAAF5929F}"/>
              </a:ext>
            </a:extLst>
          </p:cNvPr>
          <p:cNvSpPr/>
          <p:nvPr/>
        </p:nvSpPr>
        <p:spPr>
          <a:xfrm>
            <a:off x="2216922" y="3554941"/>
            <a:ext cx="417688"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22" name="Line">
            <a:extLst>
              <a:ext uri="{FF2B5EF4-FFF2-40B4-BE49-F238E27FC236}">
                <a16:creationId xmlns:a16="http://schemas.microsoft.com/office/drawing/2014/main" id="{9E43192E-CBF1-8793-F499-175CF6E44B31}"/>
              </a:ext>
            </a:extLst>
          </p:cNvPr>
          <p:cNvSpPr/>
          <p:nvPr/>
        </p:nvSpPr>
        <p:spPr>
          <a:xfrm>
            <a:off x="2638025" y="3554941"/>
            <a:ext cx="417688"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23" name="Line">
            <a:extLst>
              <a:ext uri="{FF2B5EF4-FFF2-40B4-BE49-F238E27FC236}">
                <a16:creationId xmlns:a16="http://schemas.microsoft.com/office/drawing/2014/main" id="{75F0129A-E043-47DF-8F45-1D070B86ED9D}"/>
              </a:ext>
            </a:extLst>
          </p:cNvPr>
          <p:cNvSpPr/>
          <p:nvPr/>
        </p:nvSpPr>
        <p:spPr>
          <a:xfrm>
            <a:off x="2638025" y="3554941"/>
            <a:ext cx="417688"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4" name="Line">
            <a:extLst>
              <a:ext uri="{FF2B5EF4-FFF2-40B4-BE49-F238E27FC236}">
                <a16:creationId xmlns:a16="http://schemas.microsoft.com/office/drawing/2014/main" id="{3D09F3CB-D837-47A7-892D-EBDAE8FF7396}"/>
              </a:ext>
            </a:extLst>
          </p:cNvPr>
          <p:cNvSpPr/>
          <p:nvPr/>
        </p:nvSpPr>
        <p:spPr>
          <a:xfrm>
            <a:off x="2216922" y="3554941"/>
            <a:ext cx="417688"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5" name="Line">
            <a:extLst>
              <a:ext uri="{FF2B5EF4-FFF2-40B4-BE49-F238E27FC236}">
                <a16:creationId xmlns:a16="http://schemas.microsoft.com/office/drawing/2014/main" id="{A6E4EEFB-852D-332A-A13F-1719D21AF119}"/>
              </a:ext>
            </a:extLst>
          </p:cNvPr>
          <p:cNvSpPr/>
          <p:nvPr/>
        </p:nvSpPr>
        <p:spPr>
          <a:xfrm flipH="1">
            <a:off x="5535372" y="3627702"/>
            <a:ext cx="288064" cy="295251"/>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6" name="Line">
            <a:extLst>
              <a:ext uri="{FF2B5EF4-FFF2-40B4-BE49-F238E27FC236}">
                <a16:creationId xmlns:a16="http://schemas.microsoft.com/office/drawing/2014/main" id="{26241BB6-5890-FF9B-AD66-AD3FE97F44D3}"/>
              </a:ext>
            </a:extLst>
          </p:cNvPr>
          <p:cNvSpPr/>
          <p:nvPr/>
        </p:nvSpPr>
        <p:spPr>
          <a:xfrm rot="10800000">
            <a:off x="5532622" y="3262325"/>
            <a:ext cx="288064" cy="364330"/>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7" name="Line">
            <a:extLst>
              <a:ext uri="{FF2B5EF4-FFF2-40B4-BE49-F238E27FC236}">
                <a16:creationId xmlns:a16="http://schemas.microsoft.com/office/drawing/2014/main" id="{B4689632-14FF-1007-98DF-D309731DAD0F}"/>
              </a:ext>
            </a:extLst>
          </p:cNvPr>
          <p:cNvSpPr/>
          <p:nvPr/>
        </p:nvSpPr>
        <p:spPr>
          <a:xfrm rot="10800000">
            <a:off x="5538172" y="3116238"/>
            <a:ext cx="317391" cy="510416"/>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8" name="Line">
            <a:extLst>
              <a:ext uri="{FF2B5EF4-FFF2-40B4-BE49-F238E27FC236}">
                <a16:creationId xmlns:a16="http://schemas.microsoft.com/office/drawing/2014/main" id="{BC31BF4F-440E-4160-B637-2E0BB2BFC750}"/>
              </a:ext>
            </a:extLst>
          </p:cNvPr>
          <p:cNvSpPr/>
          <p:nvPr/>
        </p:nvSpPr>
        <p:spPr>
          <a:xfrm flipH="1">
            <a:off x="5527752" y="3628964"/>
            <a:ext cx="266318" cy="146437"/>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lnTo>
                  <a:pt x="7529" y="0"/>
                </a:lnTo>
                <a:cubicBezTo>
                  <a:pt x="8017" y="26"/>
                  <a:pt x="8504" y="48"/>
                  <a:pt x="8992" y="64"/>
                </a:cubicBezTo>
                <a:cubicBezTo>
                  <a:pt x="9544" y="82"/>
                  <a:pt x="10106" y="94"/>
                  <a:pt x="10642" y="318"/>
                </a:cubicBezTo>
                <a:cubicBezTo>
                  <a:pt x="11903" y="846"/>
                  <a:pt x="12997" y="2516"/>
                  <a:pt x="13659" y="5025"/>
                </a:cubicBezTo>
                <a:cubicBezTo>
                  <a:pt x="14733" y="9095"/>
                  <a:pt x="14694" y="14994"/>
                  <a:pt x="16026" y="18444"/>
                </a:cubicBezTo>
                <a:cubicBezTo>
                  <a:pt x="16637" y="20028"/>
                  <a:pt x="17526" y="20898"/>
                  <a:pt x="18442" y="21277"/>
                </a:cubicBezTo>
                <a:cubicBezTo>
                  <a:pt x="18859" y="21449"/>
                  <a:pt x="19281" y="21511"/>
                  <a:pt x="19705" y="21546"/>
                </a:cubicBezTo>
                <a:cubicBezTo>
                  <a:pt x="20336" y="21598"/>
                  <a:pt x="20969"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29" name="Line">
            <a:extLst>
              <a:ext uri="{FF2B5EF4-FFF2-40B4-BE49-F238E27FC236}">
                <a16:creationId xmlns:a16="http://schemas.microsoft.com/office/drawing/2014/main" id="{27DC2A85-C432-B5ED-F6DD-CA7E755F9321}"/>
              </a:ext>
            </a:extLst>
          </p:cNvPr>
          <p:cNvSpPr/>
          <p:nvPr/>
        </p:nvSpPr>
        <p:spPr>
          <a:xfrm flipH="1">
            <a:off x="5800926" y="3333193"/>
            <a:ext cx="288064" cy="295251"/>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30" name="Line">
            <a:extLst>
              <a:ext uri="{FF2B5EF4-FFF2-40B4-BE49-F238E27FC236}">
                <a16:creationId xmlns:a16="http://schemas.microsoft.com/office/drawing/2014/main" id="{7BE786FD-078B-B99C-ED71-A7C2FD50CF03}"/>
              </a:ext>
            </a:extLst>
          </p:cNvPr>
          <p:cNvSpPr/>
          <p:nvPr/>
        </p:nvSpPr>
        <p:spPr>
          <a:xfrm rot="10800000">
            <a:off x="5800926" y="3629984"/>
            <a:ext cx="288064" cy="510417"/>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31" name="Line">
            <a:extLst>
              <a:ext uri="{FF2B5EF4-FFF2-40B4-BE49-F238E27FC236}">
                <a16:creationId xmlns:a16="http://schemas.microsoft.com/office/drawing/2014/main" id="{879959A5-9A1A-99EE-0C10-0F465B074DD3}"/>
              </a:ext>
            </a:extLst>
          </p:cNvPr>
          <p:cNvSpPr/>
          <p:nvPr/>
        </p:nvSpPr>
        <p:spPr>
          <a:xfrm>
            <a:off x="5834346" y="3629277"/>
            <a:ext cx="240445" cy="140962"/>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32" name="Line">
            <a:extLst>
              <a:ext uri="{FF2B5EF4-FFF2-40B4-BE49-F238E27FC236}">
                <a16:creationId xmlns:a16="http://schemas.microsoft.com/office/drawing/2014/main" id="{3B91712C-15D9-E66B-3F5A-887408A38511}"/>
              </a:ext>
            </a:extLst>
          </p:cNvPr>
          <p:cNvSpPr/>
          <p:nvPr/>
        </p:nvSpPr>
        <p:spPr>
          <a:xfrm flipH="1">
            <a:off x="5775190" y="2970266"/>
            <a:ext cx="313845" cy="656388"/>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3" name="Line">
            <a:extLst>
              <a:ext uri="{FF2B5EF4-FFF2-40B4-BE49-F238E27FC236}">
                <a16:creationId xmlns:a16="http://schemas.microsoft.com/office/drawing/2014/main" id="{2B64A845-F3F0-A92E-1883-BBC4887E4804}"/>
              </a:ext>
            </a:extLst>
          </p:cNvPr>
          <p:cNvSpPr/>
          <p:nvPr/>
        </p:nvSpPr>
        <p:spPr>
          <a:xfrm>
            <a:off x="5525010" y="3627575"/>
            <a:ext cx="258785"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4" name="Line">
            <a:extLst>
              <a:ext uri="{FF2B5EF4-FFF2-40B4-BE49-F238E27FC236}">
                <a16:creationId xmlns:a16="http://schemas.microsoft.com/office/drawing/2014/main" id="{2B1FCC83-8AAE-0BD7-C998-3F5AE6157BB7}"/>
              </a:ext>
            </a:extLst>
          </p:cNvPr>
          <p:cNvSpPr/>
          <p:nvPr/>
        </p:nvSpPr>
        <p:spPr>
          <a:xfrm>
            <a:off x="5515736" y="3408448"/>
            <a:ext cx="222599" cy="220357"/>
          </a:xfrm>
          <a:custGeom>
            <a:avLst/>
            <a:gdLst/>
            <a:ahLst/>
            <a:cxnLst>
              <a:cxn ang="0">
                <a:pos x="wd2" y="hd2"/>
              </a:cxn>
              <a:cxn ang="5400000">
                <a:pos x="wd2" y="hd2"/>
              </a:cxn>
              <a:cxn ang="10800000">
                <a:pos x="wd2" y="hd2"/>
              </a:cxn>
              <a:cxn ang="16200000">
                <a:pos x="wd2" y="hd2"/>
              </a:cxn>
            </a:cxnLst>
            <a:rect l="0" t="0" r="r" b="b"/>
            <a:pathLst>
              <a:path w="21600" h="21450" extrusionOk="0">
                <a:moveTo>
                  <a:pt x="0" y="9"/>
                </a:moveTo>
                <a:cubicBezTo>
                  <a:pt x="696" y="-10"/>
                  <a:pt x="1388" y="1"/>
                  <a:pt x="2075" y="42"/>
                </a:cubicBezTo>
                <a:cubicBezTo>
                  <a:pt x="3449" y="124"/>
                  <a:pt x="4843" y="327"/>
                  <a:pt x="6088" y="989"/>
                </a:cubicBezTo>
                <a:cubicBezTo>
                  <a:pt x="7053" y="1503"/>
                  <a:pt x="7865" y="2265"/>
                  <a:pt x="8552" y="3133"/>
                </a:cubicBezTo>
                <a:cubicBezTo>
                  <a:pt x="10100" y="5089"/>
                  <a:pt x="10965" y="7488"/>
                  <a:pt x="11609" y="9922"/>
                </a:cubicBezTo>
                <a:cubicBezTo>
                  <a:pt x="12432" y="13033"/>
                  <a:pt x="12984" y="16340"/>
                  <a:pt x="15089" y="18716"/>
                </a:cubicBezTo>
                <a:cubicBezTo>
                  <a:pt x="16745" y="20585"/>
                  <a:pt x="19135" y="21590"/>
                  <a:pt x="21600" y="21434"/>
                </a:cubicBezTo>
              </a:path>
            </a:pathLst>
          </a:custGeom>
          <a:ln w="15875" cap="rnd">
            <a:solidFill>
              <a:schemeClr val="tx2"/>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5" name="Line">
            <a:extLst>
              <a:ext uri="{FF2B5EF4-FFF2-40B4-BE49-F238E27FC236}">
                <a16:creationId xmlns:a16="http://schemas.microsoft.com/office/drawing/2014/main" id="{89A70719-59A6-92D2-CBB8-8B12B3B5F5B5}"/>
              </a:ext>
            </a:extLst>
          </p:cNvPr>
          <p:cNvSpPr/>
          <p:nvPr/>
        </p:nvSpPr>
        <p:spPr>
          <a:xfrm>
            <a:off x="5289947" y="3628074"/>
            <a:ext cx="229817"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6" name="Line">
            <a:extLst>
              <a:ext uri="{FF2B5EF4-FFF2-40B4-BE49-F238E27FC236}">
                <a16:creationId xmlns:a16="http://schemas.microsoft.com/office/drawing/2014/main" id="{185C2E4E-C766-FFE5-7D06-7FE1586F291A}"/>
              </a:ext>
            </a:extLst>
          </p:cNvPr>
          <p:cNvSpPr/>
          <p:nvPr/>
        </p:nvSpPr>
        <p:spPr>
          <a:xfrm>
            <a:off x="5289947" y="3628074"/>
            <a:ext cx="229817" cy="0"/>
          </a:xfrm>
          <a:prstGeom prst="line">
            <a:avLst/>
          </a:pr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7" name="Line">
            <a:extLst>
              <a:ext uri="{FF2B5EF4-FFF2-40B4-BE49-F238E27FC236}">
                <a16:creationId xmlns:a16="http://schemas.microsoft.com/office/drawing/2014/main" id="{FF1CF345-A4A4-8024-98DF-51BF0C506118}"/>
              </a:ext>
            </a:extLst>
          </p:cNvPr>
          <p:cNvSpPr/>
          <p:nvPr/>
        </p:nvSpPr>
        <p:spPr>
          <a:xfrm flipH="1">
            <a:off x="4742648" y="3260691"/>
            <a:ext cx="320731" cy="367595"/>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5875" cap="rnd">
            <a:solidFill>
              <a:schemeClr val="bg1">
                <a:lumMod val="50000"/>
              </a:schemeClr>
            </a:solidFill>
            <a:prstDash val="sysDot"/>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8" name="Line">
            <a:extLst>
              <a:ext uri="{FF2B5EF4-FFF2-40B4-BE49-F238E27FC236}">
                <a16:creationId xmlns:a16="http://schemas.microsoft.com/office/drawing/2014/main" id="{6A42100E-7A8E-608A-BEC2-1924C20858B8}"/>
              </a:ext>
            </a:extLst>
          </p:cNvPr>
          <p:cNvSpPr/>
          <p:nvPr/>
        </p:nvSpPr>
        <p:spPr>
          <a:xfrm>
            <a:off x="4751272" y="3628074"/>
            <a:ext cx="570569"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39" name="Line">
            <a:extLst>
              <a:ext uri="{FF2B5EF4-FFF2-40B4-BE49-F238E27FC236}">
                <a16:creationId xmlns:a16="http://schemas.microsoft.com/office/drawing/2014/main" id="{1F0B44D9-E5F3-8182-DF1B-6847D68DA9D8}"/>
              </a:ext>
            </a:extLst>
          </p:cNvPr>
          <p:cNvSpPr/>
          <p:nvPr/>
        </p:nvSpPr>
        <p:spPr>
          <a:xfrm>
            <a:off x="4741667" y="3628074"/>
            <a:ext cx="580173"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40" name="Line">
            <a:extLst>
              <a:ext uri="{FF2B5EF4-FFF2-40B4-BE49-F238E27FC236}">
                <a16:creationId xmlns:a16="http://schemas.microsoft.com/office/drawing/2014/main" id="{377B2289-E1B4-957C-884B-EE95B96E936F}"/>
              </a:ext>
            </a:extLst>
          </p:cNvPr>
          <p:cNvSpPr/>
          <p:nvPr/>
        </p:nvSpPr>
        <p:spPr>
          <a:xfrm>
            <a:off x="4028991" y="3629277"/>
            <a:ext cx="173489" cy="140962"/>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41" name="Line">
            <a:extLst>
              <a:ext uri="{FF2B5EF4-FFF2-40B4-BE49-F238E27FC236}">
                <a16:creationId xmlns:a16="http://schemas.microsoft.com/office/drawing/2014/main" id="{33C12447-1490-AB2B-90A1-B32B811700E0}"/>
              </a:ext>
            </a:extLst>
          </p:cNvPr>
          <p:cNvSpPr/>
          <p:nvPr/>
        </p:nvSpPr>
        <p:spPr>
          <a:xfrm>
            <a:off x="4020338" y="3628563"/>
            <a:ext cx="685428"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ＭＳ Ｐゴシック" charset="0"/>
              <a:cs typeface="CiscoSansTT"/>
            </a:endParaRPr>
          </a:p>
        </p:txBody>
      </p:sp>
      <p:sp>
        <p:nvSpPr>
          <p:cNvPr id="542" name="Line">
            <a:extLst>
              <a:ext uri="{FF2B5EF4-FFF2-40B4-BE49-F238E27FC236}">
                <a16:creationId xmlns:a16="http://schemas.microsoft.com/office/drawing/2014/main" id="{2A35A930-85C6-9A59-7770-4406B9CB8B5F}"/>
              </a:ext>
            </a:extLst>
          </p:cNvPr>
          <p:cNvSpPr/>
          <p:nvPr/>
        </p:nvSpPr>
        <p:spPr>
          <a:xfrm>
            <a:off x="3651396" y="3628563"/>
            <a:ext cx="346825"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3" name="Line">
            <a:extLst>
              <a:ext uri="{FF2B5EF4-FFF2-40B4-BE49-F238E27FC236}">
                <a16:creationId xmlns:a16="http://schemas.microsoft.com/office/drawing/2014/main" id="{24B0F8C3-C52C-2E7D-CA02-BC8654646297}"/>
              </a:ext>
            </a:extLst>
          </p:cNvPr>
          <p:cNvSpPr/>
          <p:nvPr/>
        </p:nvSpPr>
        <p:spPr>
          <a:xfrm>
            <a:off x="3651396" y="3628563"/>
            <a:ext cx="346825"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44" name="Line">
            <a:extLst>
              <a:ext uri="{FF2B5EF4-FFF2-40B4-BE49-F238E27FC236}">
                <a16:creationId xmlns:a16="http://schemas.microsoft.com/office/drawing/2014/main" id="{B4CFFBFB-F056-21E6-8662-A61979FA4B1B}"/>
              </a:ext>
            </a:extLst>
          </p:cNvPr>
          <p:cNvSpPr/>
          <p:nvPr/>
        </p:nvSpPr>
        <p:spPr>
          <a:xfrm>
            <a:off x="3302053" y="3628563"/>
            <a:ext cx="328077"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5" name="Circle">
            <a:extLst>
              <a:ext uri="{FF2B5EF4-FFF2-40B4-BE49-F238E27FC236}">
                <a16:creationId xmlns:a16="http://schemas.microsoft.com/office/drawing/2014/main" id="{316478B0-9B96-C81F-3E65-DAF97D4904A5}"/>
              </a:ext>
            </a:extLst>
          </p:cNvPr>
          <p:cNvSpPr/>
          <p:nvPr/>
        </p:nvSpPr>
        <p:spPr>
          <a:xfrm>
            <a:off x="3046641" y="3676508"/>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46" name="Line">
            <a:extLst>
              <a:ext uri="{FF2B5EF4-FFF2-40B4-BE49-F238E27FC236}">
                <a16:creationId xmlns:a16="http://schemas.microsoft.com/office/drawing/2014/main" id="{392F5AE6-84F5-5916-BEEE-FF768D5F333E}"/>
              </a:ext>
            </a:extLst>
          </p:cNvPr>
          <p:cNvSpPr/>
          <p:nvPr/>
        </p:nvSpPr>
        <p:spPr>
          <a:xfrm>
            <a:off x="1832832" y="3554941"/>
            <a:ext cx="380370" cy="0"/>
          </a:xfrm>
          <a:prstGeom prst="line">
            <a:avLst/>
          </a:pr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7" name="Line">
            <a:extLst>
              <a:ext uri="{FF2B5EF4-FFF2-40B4-BE49-F238E27FC236}">
                <a16:creationId xmlns:a16="http://schemas.microsoft.com/office/drawing/2014/main" id="{810CBED4-BBC4-8D7A-A420-92D5A2FC4DE9}"/>
              </a:ext>
            </a:extLst>
          </p:cNvPr>
          <p:cNvSpPr/>
          <p:nvPr/>
        </p:nvSpPr>
        <p:spPr>
          <a:xfrm>
            <a:off x="2233265" y="3554854"/>
            <a:ext cx="405069" cy="14644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cubicBezTo>
                  <a:pt x="679" y="-45"/>
                  <a:pt x="1313" y="927"/>
                  <a:pt x="1759" y="2638"/>
                </a:cubicBezTo>
                <a:cubicBezTo>
                  <a:pt x="2373" y="4994"/>
                  <a:pt x="2474" y="8162"/>
                  <a:pt x="2520" y="11230"/>
                </a:cubicBezTo>
                <a:cubicBezTo>
                  <a:pt x="2561" y="13915"/>
                  <a:pt x="2606" y="16723"/>
                  <a:pt x="3174" y="18790"/>
                </a:cubicBezTo>
                <a:cubicBezTo>
                  <a:pt x="3658" y="20553"/>
                  <a:pt x="4422" y="21459"/>
                  <a:pt x="5214" y="21555"/>
                </a:cubicBezTo>
                <a:lnTo>
                  <a:pt x="21600" y="21555"/>
                </a:lnTo>
              </a:path>
            </a:pathLst>
          </a:cu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8" name="Line">
            <a:extLst>
              <a:ext uri="{FF2B5EF4-FFF2-40B4-BE49-F238E27FC236}">
                <a16:creationId xmlns:a16="http://schemas.microsoft.com/office/drawing/2014/main" id="{CF235F92-F37B-26D5-6D25-C3F0610EC593}"/>
              </a:ext>
            </a:extLst>
          </p:cNvPr>
          <p:cNvSpPr/>
          <p:nvPr/>
        </p:nvSpPr>
        <p:spPr>
          <a:xfrm>
            <a:off x="1145912" y="3336316"/>
            <a:ext cx="257221" cy="289005"/>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9050">
            <a:solidFill>
              <a:schemeClr val="bg1">
                <a:lumMod val="85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49" name="Line">
            <a:extLst>
              <a:ext uri="{FF2B5EF4-FFF2-40B4-BE49-F238E27FC236}">
                <a16:creationId xmlns:a16="http://schemas.microsoft.com/office/drawing/2014/main" id="{07A88E02-9B72-846A-92F3-AC493F6801BC}"/>
              </a:ext>
            </a:extLst>
          </p:cNvPr>
          <p:cNvSpPr/>
          <p:nvPr/>
        </p:nvSpPr>
        <p:spPr>
          <a:xfrm rot="10800000" flipH="1">
            <a:off x="1145912" y="3630600"/>
            <a:ext cx="252168" cy="146443"/>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0" name="Line">
            <a:extLst>
              <a:ext uri="{FF2B5EF4-FFF2-40B4-BE49-F238E27FC236}">
                <a16:creationId xmlns:a16="http://schemas.microsoft.com/office/drawing/2014/main" id="{97963977-293B-AC21-1414-CA086D29AA13}"/>
              </a:ext>
            </a:extLst>
          </p:cNvPr>
          <p:cNvSpPr/>
          <p:nvPr/>
        </p:nvSpPr>
        <p:spPr>
          <a:xfrm flipH="1">
            <a:off x="1439325" y="3554853"/>
            <a:ext cx="398791" cy="7445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lnTo>
                  <a:pt x="8787" y="1"/>
                </a:lnTo>
                <a:cubicBezTo>
                  <a:pt x="9260" y="-45"/>
                  <a:pt x="9703" y="927"/>
                  <a:pt x="10014" y="2638"/>
                </a:cubicBezTo>
                <a:cubicBezTo>
                  <a:pt x="10442" y="4994"/>
                  <a:pt x="10513" y="8162"/>
                  <a:pt x="10545" y="11230"/>
                </a:cubicBezTo>
                <a:cubicBezTo>
                  <a:pt x="10574" y="13915"/>
                  <a:pt x="10605" y="16723"/>
                  <a:pt x="11001" y="18790"/>
                </a:cubicBezTo>
                <a:cubicBezTo>
                  <a:pt x="11339" y="20553"/>
                  <a:pt x="11873" y="21459"/>
                  <a:pt x="12425" y="21555"/>
                </a:cubicBezTo>
                <a:lnTo>
                  <a:pt x="21600" y="21555"/>
                </a:lnTo>
              </a:path>
            </a:pathLst>
          </a:custGeom>
          <a:ln w="12700">
            <a:solidFill>
              <a:schemeClr val="bg1"/>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51" name="Line">
            <a:extLst>
              <a:ext uri="{FF2B5EF4-FFF2-40B4-BE49-F238E27FC236}">
                <a16:creationId xmlns:a16="http://schemas.microsoft.com/office/drawing/2014/main" id="{85972BA1-1762-80C7-59B0-10F0C9F665B4}"/>
              </a:ext>
            </a:extLst>
          </p:cNvPr>
          <p:cNvSpPr/>
          <p:nvPr/>
        </p:nvSpPr>
        <p:spPr>
          <a:xfrm rot="10800000" flipH="1">
            <a:off x="4747503" y="3774057"/>
            <a:ext cx="181965" cy="3674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066" y="28"/>
                  <a:pt x="4052" y="473"/>
                  <a:pt x="5677" y="1263"/>
                </a:cubicBezTo>
                <a:cubicBezTo>
                  <a:pt x="7781" y="2286"/>
                  <a:pt x="9075" y="3782"/>
                  <a:pt x="9736" y="5378"/>
                </a:cubicBezTo>
                <a:cubicBezTo>
                  <a:pt x="10405" y="6992"/>
                  <a:pt x="10415" y="8669"/>
                  <a:pt x="10433" y="10333"/>
                </a:cubicBezTo>
                <a:cubicBezTo>
                  <a:pt x="10452" y="12134"/>
                  <a:pt x="10502" y="13974"/>
                  <a:pt x="11144" y="15696"/>
                </a:cubicBezTo>
                <a:cubicBezTo>
                  <a:pt x="11568" y="16831"/>
                  <a:pt x="12240" y="17894"/>
                  <a:pt x="13337" y="18823"/>
                </a:cubicBezTo>
                <a:cubicBezTo>
                  <a:pt x="15470" y="20630"/>
                  <a:pt x="18585" y="21488"/>
                  <a:pt x="21600" y="21600"/>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2" name="Line">
            <a:extLst>
              <a:ext uri="{FF2B5EF4-FFF2-40B4-BE49-F238E27FC236}">
                <a16:creationId xmlns:a16="http://schemas.microsoft.com/office/drawing/2014/main" id="{C7F5FB6D-26E1-B3BC-0F72-62565C1970FB}"/>
              </a:ext>
            </a:extLst>
          </p:cNvPr>
          <p:cNvSpPr/>
          <p:nvPr/>
        </p:nvSpPr>
        <p:spPr>
          <a:xfrm flipH="1">
            <a:off x="4530731" y="4141769"/>
            <a:ext cx="173489" cy="146685"/>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cubicBezTo>
                  <a:pt x="749" y="26"/>
                  <a:pt x="1497" y="48"/>
                  <a:pt x="2246" y="64"/>
                </a:cubicBezTo>
                <a:cubicBezTo>
                  <a:pt x="3093" y="82"/>
                  <a:pt x="3956" y="94"/>
                  <a:pt x="4778" y="318"/>
                </a:cubicBezTo>
                <a:cubicBezTo>
                  <a:pt x="6714" y="846"/>
                  <a:pt x="8394" y="2516"/>
                  <a:pt x="9411" y="5026"/>
                </a:cubicBezTo>
                <a:cubicBezTo>
                  <a:pt x="11059" y="9096"/>
                  <a:pt x="10999" y="14996"/>
                  <a:pt x="13043" y="18447"/>
                </a:cubicBezTo>
                <a:cubicBezTo>
                  <a:pt x="13982" y="20031"/>
                  <a:pt x="15346" y="20900"/>
                  <a:pt x="16753" y="21279"/>
                </a:cubicBezTo>
                <a:cubicBezTo>
                  <a:pt x="17392" y="21452"/>
                  <a:pt x="18040" y="21514"/>
                  <a:pt x="18690" y="21548"/>
                </a:cubicBezTo>
                <a:cubicBezTo>
                  <a:pt x="19660" y="21600"/>
                  <a:pt x="20631" y="21600"/>
                  <a:pt x="21600" y="21548"/>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3" name="Line">
            <a:extLst>
              <a:ext uri="{FF2B5EF4-FFF2-40B4-BE49-F238E27FC236}">
                <a16:creationId xmlns:a16="http://schemas.microsoft.com/office/drawing/2014/main" id="{48E0310B-F61A-9F67-E3CE-7F92BE2D8B51}"/>
              </a:ext>
            </a:extLst>
          </p:cNvPr>
          <p:cNvSpPr/>
          <p:nvPr/>
        </p:nvSpPr>
        <p:spPr>
          <a:xfrm>
            <a:off x="4165884" y="4141769"/>
            <a:ext cx="337983" cy="146687"/>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lnTo>
                  <a:pt x="5510" y="0"/>
                </a:lnTo>
                <a:cubicBezTo>
                  <a:pt x="5894" y="26"/>
                  <a:pt x="6279" y="48"/>
                  <a:pt x="6663" y="64"/>
                </a:cubicBezTo>
                <a:cubicBezTo>
                  <a:pt x="7098" y="82"/>
                  <a:pt x="7541" y="94"/>
                  <a:pt x="7963" y="318"/>
                </a:cubicBezTo>
                <a:cubicBezTo>
                  <a:pt x="8956" y="846"/>
                  <a:pt x="9819" y="2516"/>
                  <a:pt x="10341" y="5026"/>
                </a:cubicBezTo>
                <a:cubicBezTo>
                  <a:pt x="11187" y="9096"/>
                  <a:pt x="11156" y="14996"/>
                  <a:pt x="12205" y="18446"/>
                </a:cubicBezTo>
                <a:cubicBezTo>
                  <a:pt x="12687" y="20031"/>
                  <a:pt x="13387" y="20900"/>
                  <a:pt x="14110" y="21279"/>
                </a:cubicBezTo>
                <a:cubicBezTo>
                  <a:pt x="14438" y="21451"/>
                  <a:pt x="14770" y="21513"/>
                  <a:pt x="15104" y="21548"/>
                </a:cubicBezTo>
                <a:cubicBezTo>
                  <a:pt x="15602" y="21600"/>
                  <a:pt x="16100" y="21600"/>
                  <a:pt x="16598" y="21548"/>
                </a:cubicBezTo>
                <a:lnTo>
                  <a:pt x="21600" y="2154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54" name="Line">
            <a:extLst>
              <a:ext uri="{FF2B5EF4-FFF2-40B4-BE49-F238E27FC236}">
                <a16:creationId xmlns:a16="http://schemas.microsoft.com/office/drawing/2014/main" id="{AFDAA25E-E12C-8BEC-F8C5-1A1AF1CEEC2C}"/>
              </a:ext>
            </a:extLst>
          </p:cNvPr>
          <p:cNvSpPr/>
          <p:nvPr/>
        </p:nvSpPr>
        <p:spPr>
          <a:xfrm flipH="1">
            <a:off x="5104250" y="3113422"/>
            <a:ext cx="173489" cy="146443"/>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5875" cap="rnd">
            <a:solidFill>
              <a:schemeClr val="bg1">
                <a:lumMod val="50000"/>
              </a:schemeClr>
            </a:solidFill>
            <a:prstDash val="sysDot"/>
            <a:miter lim="400000"/>
          </a:ln>
        </p:spPr>
        <p:txBody>
          <a:bodyPr lIns="10837" tIns="10837" rIns="10837" bIns="10837" anchor="ctr"/>
          <a:lstStyle/>
          <a:p>
            <a:pPr marL="160322" indent="-152385" defTabSz="412367" fontAlgn="base">
              <a:spcBef>
                <a:spcPts val="125"/>
              </a:spcBef>
              <a:spcAft>
                <a:spcPct val="0"/>
              </a:spcAft>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5" name="Line">
            <a:extLst>
              <a:ext uri="{FF2B5EF4-FFF2-40B4-BE49-F238E27FC236}">
                <a16:creationId xmlns:a16="http://schemas.microsoft.com/office/drawing/2014/main" id="{CCE23B89-DA17-F7B6-2EB7-95D9BB19E407}"/>
              </a:ext>
            </a:extLst>
          </p:cNvPr>
          <p:cNvSpPr/>
          <p:nvPr/>
        </p:nvSpPr>
        <p:spPr>
          <a:xfrm>
            <a:off x="1936796" y="3114024"/>
            <a:ext cx="293676"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6" name="Line">
            <a:extLst>
              <a:ext uri="{FF2B5EF4-FFF2-40B4-BE49-F238E27FC236}">
                <a16:creationId xmlns:a16="http://schemas.microsoft.com/office/drawing/2014/main" id="{5D74E9C7-1213-B256-BF79-7154284ECA79}"/>
              </a:ext>
            </a:extLst>
          </p:cNvPr>
          <p:cNvSpPr/>
          <p:nvPr/>
        </p:nvSpPr>
        <p:spPr>
          <a:xfrm>
            <a:off x="1706388" y="2894504"/>
            <a:ext cx="231413" cy="219656"/>
          </a:xfrm>
          <a:custGeom>
            <a:avLst/>
            <a:gdLst/>
            <a:ahLst/>
            <a:cxnLst>
              <a:cxn ang="0">
                <a:pos x="wd2" y="hd2"/>
              </a:cxn>
              <a:cxn ang="5400000">
                <a:pos x="wd2" y="hd2"/>
              </a:cxn>
              <a:cxn ang="10800000">
                <a:pos x="wd2" y="hd2"/>
              </a:cxn>
              <a:cxn ang="16200000">
                <a:pos x="wd2" y="hd2"/>
              </a:cxn>
            </a:cxnLst>
            <a:rect l="0" t="0" r="r" b="b"/>
            <a:pathLst>
              <a:path w="21600" h="21575" extrusionOk="0">
                <a:moveTo>
                  <a:pt x="0" y="9"/>
                </a:moveTo>
                <a:cubicBezTo>
                  <a:pt x="670" y="-10"/>
                  <a:pt x="1335" y="1"/>
                  <a:pt x="1996" y="42"/>
                </a:cubicBezTo>
                <a:cubicBezTo>
                  <a:pt x="3317" y="125"/>
                  <a:pt x="4659" y="328"/>
                  <a:pt x="5856" y="993"/>
                </a:cubicBezTo>
                <a:cubicBezTo>
                  <a:pt x="6784" y="1508"/>
                  <a:pt x="7566" y="2272"/>
                  <a:pt x="8226" y="3142"/>
                </a:cubicBezTo>
                <a:cubicBezTo>
                  <a:pt x="9715" y="5105"/>
                  <a:pt x="10547" y="7512"/>
                  <a:pt x="11167" y="9953"/>
                </a:cubicBezTo>
                <a:cubicBezTo>
                  <a:pt x="11959" y="13073"/>
                  <a:pt x="12491" y="16389"/>
                  <a:pt x="14514" y="18775"/>
                </a:cubicBezTo>
                <a:cubicBezTo>
                  <a:pt x="15501" y="19938"/>
                  <a:pt x="16774" y="20774"/>
                  <a:pt x="18188" y="21193"/>
                </a:cubicBezTo>
                <a:cubicBezTo>
                  <a:pt x="18701" y="21344"/>
                  <a:pt x="19226" y="21439"/>
                  <a:pt x="19756" y="21499"/>
                </a:cubicBezTo>
                <a:cubicBezTo>
                  <a:pt x="20368" y="21568"/>
                  <a:pt x="20984" y="21590"/>
                  <a:pt x="21600" y="2156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7" name="Circle">
            <a:extLst>
              <a:ext uri="{FF2B5EF4-FFF2-40B4-BE49-F238E27FC236}">
                <a16:creationId xmlns:a16="http://schemas.microsoft.com/office/drawing/2014/main" id="{C53C1A24-6204-F5F6-D9CC-4778526546AE}"/>
              </a:ext>
            </a:extLst>
          </p:cNvPr>
          <p:cNvSpPr/>
          <p:nvPr/>
        </p:nvSpPr>
        <p:spPr>
          <a:xfrm>
            <a:off x="1660933" y="2870029"/>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58" name="Line">
            <a:extLst>
              <a:ext uri="{FF2B5EF4-FFF2-40B4-BE49-F238E27FC236}">
                <a16:creationId xmlns:a16="http://schemas.microsoft.com/office/drawing/2014/main" id="{64135D1C-0ED7-9D03-1F35-421B6E0C53C8}"/>
              </a:ext>
            </a:extLst>
          </p:cNvPr>
          <p:cNvSpPr/>
          <p:nvPr/>
        </p:nvSpPr>
        <p:spPr>
          <a:xfrm>
            <a:off x="1833391" y="4141526"/>
            <a:ext cx="594431"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59" name="Line">
            <a:extLst>
              <a:ext uri="{FF2B5EF4-FFF2-40B4-BE49-F238E27FC236}">
                <a16:creationId xmlns:a16="http://schemas.microsoft.com/office/drawing/2014/main" id="{7C146637-AD22-25F3-5774-EAE14518A00A}"/>
              </a:ext>
            </a:extLst>
          </p:cNvPr>
          <p:cNvSpPr/>
          <p:nvPr/>
        </p:nvSpPr>
        <p:spPr>
          <a:xfrm>
            <a:off x="2422535" y="4141526"/>
            <a:ext cx="651086"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0" name="Line">
            <a:extLst>
              <a:ext uri="{FF2B5EF4-FFF2-40B4-BE49-F238E27FC236}">
                <a16:creationId xmlns:a16="http://schemas.microsoft.com/office/drawing/2014/main" id="{EFF1545D-63A1-3872-0BF6-37EE8A835312}"/>
              </a:ext>
            </a:extLst>
          </p:cNvPr>
          <p:cNvSpPr/>
          <p:nvPr/>
        </p:nvSpPr>
        <p:spPr>
          <a:xfrm>
            <a:off x="2210948" y="3114024"/>
            <a:ext cx="286441"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1" name="Circle">
            <a:extLst>
              <a:ext uri="{FF2B5EF4-FFF2-40B4-BE49-F238E27FC236}">
                <a16:creationId xmlns:a16="http://schemas.microsoft.com/office/drawing/2014/main" id="{3F8D198C-6586-477E-C832-8C19153B47C4}"/>
              </a:ext>
            </a:extLst>
          </p:cNvPr>
          <p:cNvSpPr/>
          <p:nvPr/>
        </p:nvSpPr>
        <p:spPr>
          <a:xfrm>
            <a:off x="2184725" y="308857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62" name="Circle">
            <a:extLst>
              <a:ext uri="{FF2B5EF4-FFF2-40B4-BE49-F238E27FC236}">
                <a16:creationId xmlns:a16="http://schemas.microsoft.com/office/drawing/2014/main" id="{8E900D03-50F7-DBA9-6F44-51A54BCC1992}"/>
              </a:ext>
            </a:extLst>
          </p:cNvPr>
          <p:cNvSpPr/>
          <p:nvPr/>
        </p:nvSpPr>
        <p:spPr>
          <a:xfrm>
            <a:off x="2468707" y="308857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63" name="Line">
            <a:extLst>
              <a:ext uri="{FF2B5EF4-FFF2-40B4-BE49-F238E27FC236}">
                <a16:creationId xmlns:a16="http://schemas.microsoft.com/office/drawing/2014/main" id="{622BD504-9CB7-4A5F-8B29-6BBEDB9D2273}"/>
              </a:ext>
            </a:extLst>
          </p:cNvPr>
          <p:cNvSpPr/>
          <p:nvPr/>
        </p:nvSpPr>
        <p:spPr>
          <a:xfrm>
            <a:off x="2305911" y="3114083"/>
            <a:ext cx="164076" cy="147717"/>
          </a:xfrm>
          <a:custGeom>
            <a:avLst/>
            <a:gdLst/>
            <a:ahLst/>
            <a:cxnLst>
              <a:cxn ang="0">
                <a:pos x="wd2" y="hd2"/>
              </a:cxn>
              <a:cxn ang="5400000">
                <a:pos x="wd2" y="hd2"/>
              </a:cxn>
              <a:cxn ang="10800000">
                <a:pos x="wd2" y="hd2"/>
              </a:cxn>
              <a:cxn ang="16200000">
                <a:pos x="wd2" y="hd2"/>
              </a:cxn>
            </a:cxnLst>
            <a:rect l="0" t="0" r="r" b="b"/>
            <a:pathLst>
              <a:path w="21600" h="21537" extrusionOk="0">
                <a:moveTo>
                  <a:pt x="0" y="8"/>
                </a:moveTo>
                <a:cubicBezTo>
                  <a:pt x="1556" y="-63"/>
                  <a:pt x="3100" y="344"/>
                  <a:pt x="4442" y="1127"/>
                </a:cubicBezTo>
                <a:cubicBezTo>
                  <a:pt x="7943" y="3169"/>
                  <a:pt x="9234" y="7356"/>
                  <a:pt x="10533" y="11246"/>
                </a:cubicBezTo>
                <a:cubicBezTo>
                  <a:pt x="11784" y="14992"/>
                  <a:pt x="13414" y="18823"/>
                  <a:pt x="16762" y="20503"/>
                </a:cubicBezTo>
                <a:cubicBezTo>
                  <a:pt x="18250" y="21249"/>
                  <a:pt x="19928" y="21491"/>
                  <a:pt x="21600" y="21537"/>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4" name="Circle">
            <a:extLst>
              <a:ext uri="{FF2B5EF4-FFF2-40B4-BE49-F238E27FC236}">
                <a16:creationId xmlns:a16="http://schemas.microsoft.com/office/drawing/2014/main" id="{9A8E1CFF-2DE0-8802-EA35-7870DDA5E63B}"/>
              </a:ext>
            </a:extLst>
          </p:cNvPr>
          <p:cNvSpPr/>
          <p:nvPr/>
        </p:nvSpPr>
        <p:spPr>
          <a:xfrm>
            <a:off x="2468707" y="3236322"/>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65" name="Line">
            <a:extLst>
              <a:ext uri="{FF2B5EF4-FFF2-40B4-BE49-F238E27FC236}">
                <a16:creationId xmlns:a16="http://schemas.microsoft.com/office/drawing/2014/main" id="{80FEEB38-30F6-C54C-5CEF-45C3EA06FF41}"/>
              </a:ext>
            </a:extLst>
          </p:cNvPr>
          <p:cNvSpPr/>
          <p:nvPr/>
        </p:nvSpPr>
        <p:spPr>
          <a:xfrm>
            <a:off x="2515452" y="3113820"/>
            <a:ext cx="540270"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14845" y="0"/>
                </a:lnTo>
                <a:lnTo>
                  <a:pt x="16250" y="128"/>
                </a:lnTo>
                <a:cubicBezTo>
                  <a:pt x="16835" y="-42"/>
                  <a:pt x="17400" y="1759"/>
                  <a:pt x="17788" y="5028"/>
                </a:cubicBezTo>
                <a:cubicBezTo>
                  <a:pt x="18273" y="9107"/>
                  <a:pt x="18404" y="14794"/>
                  <a:pt x="18924" y="18455"/>
                </a:cubicBezTo>
                <a:cubicBezTo>
                  <a:pt x="19159" y="20113"/>
                  <a:pt x="19459" y="21183"/>
                  <a:pt x="1978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66" name="Line">
            <a:extLst>
              <a:ext uri="{FF2B5EF4-FFF2-40B4-BE49-F238E27FC236}">
                <a16:creationId xmlns:a16="http://schemas.microsoft.com/office/drawing/2014/main" id="{A9A2AC25-9B3D-699E-A4D1-74C2337790E9}"/>
              </a:ext>
            </a:extLst>
          </p:cNvPr>
          <p:cNvSpPr/>
          <p:nvPr/>
        </p:nvSpPr>
        <p:spPr>
          <a:xfrm rot="10800000" flipH="1">
            <a:off x="2515452" y="3189271"/>
            <a:ext cx="540270"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14845" y="0"/>
                </a:lnTo>
                <a:lnTo>
                  <a:pt x="16250" y="128"/>
                </a:lnTo>
                <a:cubicBezTo>
                  <a:pt x="16835" y="-42"/>
                  <a:pt x="17400" y="1759"/>
                  <a:pt x="17788" y="5028"/>
                </a:cubicBezTo>
                <a:cubicBezTo>
                  <a:pt x="18273" y="9107"/>
                  <a:pt x="18404" y="14794"/>
                  <a:pt x="18924" y="18455"/>
                </a:cubicBezTo>
                <a:cubicBezTo>
                  <a:pt x="19159" y="20113"/>
                  <a:pt x="19459" y="21183"/>
                  <a:pt x="1978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r>
              <a:rPr kumimoji="0" lang="en-US"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rPr>
              <a:t>/</a:t>
            </a: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67" name="Line">
            <a:extLst>
              <a:ext uri="{FF2B5EF4-FFF2-40B4-BE49-F238E27FC236}">
                <a16:creationId xmlns:a16="http://schemas.microsoft.com/office/drawing/2014/main" id="{B46476BB-EE95-A418-E5B2-324FB59CDA39}"/>
              </a:ext>
            </a:extLst>
          </p:cNvPr>
          <p:cNvSpPr/>
          <p:nvPr/>
        </p:nvSpPr>
        <p:spPr>
          <a:xfrm>
            <a:off x="3091514" y="4141526"/>
            <a:ext cx="625847"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8" name="Line">
            <a:extLst>
              <a:ext uri="{FF2B5EF4-FFF2-40B4-BE49-F238E27FC236}">
                <a16:creationId xmlns:a16="http://schemas.microsoft.com/office/drawing/2014/main" id="{E78E2DA8-4E81-12CD-3541-EC6F47503DAA}"/>
              </a:ext>
            </a:extLst>
          </p:cNvPr>
          <p:cNvSpPr/>
          <p:nvPr/>
        </p:nvSpPr>
        <p:spPr>
          <a:xfrm>
            <a:off x="3715252" y="4141526"/>
            <a:ext cx="293676"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69" name="Line">
            <a:extLst>
              <a:ext uri="{FF2B5EF4-FFF2-40B4-BE49-F238E27FC236}">
                <a16:creationId xmlns:a16="http://schemas.microsoft.com/office/drawing/2014/main" id="{F317A3A5-7026-BA71-EBA9-134AC8E7C826}"/>
              </a:ext>
            </a:extLst>
          </p:cNvPr>
          <p:cNvSpPr/>
          <p:nvPr/>
        </p:nvSpPr>
        <p:spPr>
          <a:xfrm>
            <a:off x="4014056" y="4141526"/>
            <a:ext cx="136381" cy="0"/>
          </a:xfrm>
          <a:prstGeom prst="line">
            <a:avLst/>
          </a:pr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70" name="Line">
            <a:extLst>
              <a:ext uri="{FF2B5EF4-FFF2-40B4-BE49-F238E27FC236}">
                <a16:creationId xmlns:a16="http://schemas.microsoft.com/office/drawing/2014/main" id="{7FFBA632-FFFF-1913-6AAB-1233D2346668}"/>
              </a:ext>
            </a:extLst>
          </p:cNvPr>
          <p:cNvSpPr/>
          <p:nvPr/>
        </p:nvSpPr>
        <p:spPr>
          <a:xfrm>
            <a:off x="3079543" y="3187949"/>
            <a:ext cx="200285"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1" name="Line">
            <a:extLst>
              <a:ext uri="{FF2B5EF4-FFF2-40B4-BE49-F238E27FC236}">
                <a16:creationId xmlns:a16="http://schemas.microsoft.com/office/drawing/2014/main" id="{15D6C533-C955-FA42-1A09-CDED8DF110C4}"/>
              </a:ext>
            </a:extLst>
          </p:cNvPr>
          <p:cNvSpPr/>
          <p:nvPr/>
        </p:nvSpPr>
        <p:spPr>
          <a:xfrm flipH="1">
            <a:off x="3306163" y="2966004"/>
            <a:ext cx="319744" cy="222689"/>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2" name="Line">
            <a:extLst>
              <a:ext uri="{FF2B5EF4-FFF2-40B4-BE49-F238E27FC236}">
                <a16:creationId xmlns:a16="http://schemas.microsoft.com/office/drawing/2014/main" id="{11CAAC6F-857D-8843-BC8E-3CE6AC51D08E}"/>
              </a:ext>
            </a:extLst>
          </p:cNvPr>
          <p:cNvSpPr/>
          <p:nvPr/>
        </p:nvSpPr>
        <p:spPr>
          <a:xfrm>
            <a:off x="3664910" y="2966004"/>
            <a:ext cx="319744" cy="222689"/>
          </a:xfrm>
          <a:custGeom>
            <a:avLst/>
            <a:gdLst/>
            <a:ahLst/>
            <a:cxnLst>
              <a:cxn ang="0">
                <a:pos x="wd2" y="hd2"/>
              </a:cxn>
              <a:cxn ang="5400000">
                <a:pos x="wd2" y="hd2"/>
              </a:cxn>
              <a:cxn ang="10800000">
                <a:pos x="wd2" y="hd2"/>
              </a:cxn>
              <a:cxn ang="16200000">
                <a:pos x="wd2" y="hd2"/>
              </a:cxn>
            </a:cxnLst>
            <a:rect l="0" t="0" r="r" b="b"/>
            <a:pathLst>
              <a:path w="21600" h="21586" extrusionOk="0">
                <a:moveTo>
                  <a:pt x="0" y="0"/>
                </a:moveTo>
                <a:cubicBezTo>
                  <a:pt x="749" y="26"/>
                  <a:pt x="1497" y="48"/>
                  <a:pt x="2246" y="64"/>
                </a:cubicBezTo>
                <a:cubicBezTo>
                  <a:pt x="3093" y="82"/>
                  <a:pt x="3956" y="94"/>
                  <a:pt x="4778" y="318"/>
                </a:cubicBezTo>
                <a:cubicBezTo>
                  <a:pt x="6714" y="846"/>
                  <a:pt x="8394" y="2516"/>
                  <a:pt x="9411" y="5025"/>
                </a:cubicBezTo>
                <a:cubicBezTo>
                  <a:pt x="11059" y="9095"/>
                  <a:pt x="10999" y="14994"/>
                  <a:pt x="13043" y="18444"/>
                </a:cubicBezTo>
                <a:cubicBezTo>
                  <a:pt x="13982" y="20028"/>
                  <a:pt x="15346" y="20898"/>
                  <a:pt x="16753" y="21277"/>
                </a:cubicBezTo>
                <a:cubicBezTo>
                  <a:pt x="17392" y="21449"/>
                  <a:pt x="18041" y="21510"/>
                  <a:pt x="18690" y="21546"/>
                </a:cubicBezTo>
                <a:cubicBezTo>
                  <a:pt x="19660" y="21600"/>
                  <a:pt x="20630" y="21600"/>
                  <a:pt x="21600" y="2154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3" name="Circle">
            <a:extLst>
              <a:ext uri="{FF2B5EF4-FFF2-40B4-BE49-F238E27FC236}">
                <a16:creationId xmlns:a16="http://schemas.microsoft.com/office/drawing/2014/main" id="{8D938A03-05E6-0540-D6FA-D7478DA75C9C}"/>
              </a:ext>
            </a:extLst>
          </p:cNvPr>
          <p:cNvSpPr/>
          <p:nvPr/>
        </p:nvSpPr>
        <p:spPr>
          <a:xfrm>
            <a:off x="3261770" y="3162495"/>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74" name="Circle">
            <a:extLst>
              <a:ext uri="{FF2B5EF4-FFF2-40B4-BE49-F238E27FC236}">
                <a16:creationId xmlns:a16="http://schemas.microsoft.com/office/drawing/2014/main" id="{7AF89EFF-F671-8946-5609-7D36FD19A23F}"/>
              </a:ext>
            </a:extLst>
          </p:cNvPr>
          <p:cNvSpPr/>
          <p:nvPr/>
        </p:nvSpPr>
        <p:spPr>
          <a:xfrm>
            <a:off x="3621268" y="294351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75" name="Line">
            <a:extLst>
              <a:ext uri="{FF2B5EF4-FFF2-40B4-BE49-F238E27FC236}">
                <a16:creationId xmlns:a16="http://schemas.microsoft.com/office/drawing/2014/main" id="{A1ECA22A-A3E1-BA82-E61D-B44F01BBB898}"/>
              </a:ext>
            </a:extLst>
          </p:cNvPr>
          <p:cNvSpPr/>
          <p:nvPr/>
        </p:nvSpPr>
        <p:spPr>
          <a:xfrm>
            <a:off x="3304294" y="3187949"/>
            <a:ext cx="694233"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76" name="Circle">
            <a:extLst>
              <a:ext uri="{FF2B5EF4-FFF2-40B4-BE49-F238E27FC236}">
                <a16:creationId xmlns:a16="http://schemas.microsoft.com/office/drawing/2014/main" id="{FA18391F-979E-6767-18EC-0538F5932675}"/>
              </a:ext>
            </a:extLst>
          </p:cNvPr>
          <p:cNvSpPr/>
          <p:nvPr/>
        </p:nvSpPr>
        <p:spPr>
          <a:xfrm>
            <a:off x="4483196" y="4263580"/>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577" name="Line">
            <a:extLst>
              <a:ext uri="{FF2B5EF4-FFF2-40B4-BE49-F238E27FC236}">
                <a16:creationId xmlns:a16="http://schemas.microsoft.com/office/drawing/2014/main" id="{5573273D-2DB1-1545-45C0-28122C4DC3C5}"/>
              </a:ext>
            </a:extLst>
          </p:cNvPr>
          <p:cNvSpPr/>
          <p:nvPr/>
        </p:nvSpPr>
        <p:spPr>
          <a:xfrm>
            <a:off x="4228123" y="3775103"/>
            <a:ext cx="269857"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8" name="Line">
            <a:extLst>
              <a:ext uri="{FF2B5EF4-FFF2-40B4-BE49-F238E27FC236}">
                <a16:creationId xmlns:a16="http://schemas.microsoft.com/office/drawing/2014/main" id="{90E7B253-067F-4E43-C652-AF437360FCB6}"/>
              </a:ext>
            </a:extLst>
          </p:cNvPr>
          <p:cNvSpPr/>
          <p:nvPr/>
        </p:nvSpPr>
        <p:spPr>
          <a:xfrm>
            <a:off x="4014136" y="3189139"/>
            <a:ext cx="337983" cy="143105"/>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lnTo>
                  <a:pt x="5510" y="0"/>
                </a:lnTo>
                <a:cubicBezTo>
                  <a:pt x="5894" y="26"/>
                  <a:pt x="6279" y="48"/>
                  <a:pt x="6663" y="64"/>
                </a:cubicBezTo>
                <a:cubicBezTo>
                  <a:pt x="7098" y="82"/>
                  <a:pt x="7541" y="94"/>
                  <a:pt x="7963" y="318"/>
                </a:cubicBezTo>
                <a:cubicBezTo>
                  <a:pt x="8956" y="846"/>
                  <a:pt x="9819" y="2516"/>
                  <a:pt x="10341" y="5026"/>
                </a:cubicBezTo>
                <a:cubicBezTo>
                  <a:pt x="11187" y="9096"/>
                  <a:pt x="11156" y="14996"/>
                  <a:pt x="12205" y="18446"/>
                </a:cubicBezTo>
                <a:cubicBezTo>
                  <a:pt x="12687" y="20031"/>
                  <a:pt x="13387" y="20900"/>
                  <a:pt x="14110" y="21279"/>
                </a:cubicBezTo>
                <a:cubicBezTo>
                  <a:pt x="14438" y="21451"/>
                  <a:pt x="14770" y="21513"/>
                  <a:pt x="15104" y="21548"/>
                </a:cubicBezTo>
                <a:cubicBezTo>
                  <a:pt x="15602" y="21600"/>
                  <a:pt x="16100" y="21600"/>
                  <a:pt x="16598" y="21548"/>
                </a:cubicBezTo>
                <a:lnTo>
                  <a:pt x="21600" y="21548"/>
                </a:ln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79" name="Line">
            <a:extLst>
              <a:ext uri="{FF2B5EF4-FFF2-40B4-BE49-F238E27FC236}">
                <a16:creationId xmlns:a16="http://schemas.microsoft.com/office/drawing/2014/main" id="{3CBD12F1-B58B-38FF-602C-11BFBD835899}"/>
              </a:ext>
            </a:extLst>
          </p:cNvPr>
          <p:cNvSpPr/>
          <p:nvPr/>
        </p:nvSpPr>
        <p:spPr>
          <a:xfrm flipH="1">
            <a:off x="4129458" y="3113820"/>
            <a:ext cx="540270"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lnTo>
                  <a:pt x="14845" y="0"/>
                </a:lnTo>
                <a:lnTo>
                  <a:pt x="16250" y="128"/>
                </a:lnTo>
                <a:cubicBezTo>
                  <a:pt x="16835" y="-42"/>
                  <a:pt x="17400" y="1759"/>
                  <a:pt x="17788" y="5028"/>
                </a:cubicBezTo>
                <a:cubicBezTo>
                  <a:pt x="18273" y="9107"/>
                  <a:pt x="18404" y="14794"/>
                  <a:pt x="18924" y="18455"/>
                </a:cubicBezTo>
                <a:cubicBezTo>
                  <a:pt x="19159" y="20113"/>
                  <a:pt x="19459" y="21183"/>
                  <a:pt x="1978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80" name="Circle">
            <a:extLst>
              <a:ext uri="{FF2B5EF4-FFF2-40B4-BE49-F238E27FC236}">
                <a16:creationId xmlns:a16="http://schemas.microsoft.com/office/drawing/2014/main" id="{FE04549F-5399-03B6-1AC1-47900253ABE2}"/>
              </a:ext>
            </a:extLst>
          </p:cNvPr>
          <p:cNvSpPr/>
          <p:nvPr/>
        </p:nvSpPr>
        <p:spPr>
          <a:xfrm>
            <a:off x="3979129" y="3162495"/>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81" name="Line">
            <a:extLst>
              <a:ext uri="{FF2B5EF4-FFF2-40B4-BE49-F238E27FC236}">
                <a16:creationId xmlns:a16="http://schemas.microsoft.com/office/drawing/2014/main" id="{FCF9CCCB-39A2-0F96-1783-C6A70D538AD3}"/>
              </a:ext>
            </a:extLst>
          </p:cNvPr>
          <p:cNvSpPr/>
          <p:nvPr/>
        </p:nvSpPr>
        <p:spPr>
          <a:xfrm flipH="1">
            <a:off x="4375094" y="3259909"/>
            <a:ext cx="308196"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cubicBezTo>
                  <a:pt x="1084" y="0"/>
                  <a:pt x="2169" y="0"/>
                  <a:pt x="3253" y="0"/>
                </a:cubicBezTo>
                <a:cubicBezTo>
                  <a:pt x="5422" y="0"/>
                  <a:pt x="7590" y="0"/>
                  <a:pt x="9759" y="0"/>
                </a:cubicBezTo>
                <a:lnTo>
                  <a:pt x="12221" y="128"/>
                </a:lnTo>
                <a:cubicBezTo>
                  <a:pt x="13247" y="-42"/>
                  <a:pt x="14237" y="1759"/>
                  <a:pt x="14918" y="5028"/>
                </a:cubicBezTo>
                <a:cubicBezTo>
                  <a:pt x="15767" y="9107"/>
                  <a:pt x="15998" y="14794"/>
                  <a:pt x="16909" y="18455"/>
                </a:cubicBezTo>
                <a:cubicBezTo>
                  <a:pt x="17322" y="20113"/>
                  <a:pt x="17847" y="21183"/>
                  <a:pt x="1841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82" name="Line">
            <a:extLst>
              <a:ext uri="{FF2B5EF4-FFF2-40B4-BE49-F238E27FC236}">
                <a16:creationId xmlns:a16="http://schemas.microsoft.com/office/drawing/2014/main" id="{EA13DAC0-1819-C38F-EAC5-495A9F2F415D}"/>
              </a:ext>
            </a:extLst>
          </p:cNvPr>
          <p:cNvSpPr/>
          <p:nvPr/>
        </p:nvSpPr>
        <p:spPr>
          <a:xfrm>
            <a:off x="4165884" y="4141526"/>
            <a:ext cx="327254" cy="0"/>
          </a:xfrm>
          <a:prstGeom prst="line">
            <a:avLst/>
          </a:prstGeom>
          <a:ln w="15875" cap="rnd">
            <a:solidFill>
              <a:schemeClr val="bg1">
                <a:lumMod val="50000"/>
              </a:schemeClr>
            </a:solidFill>
            <a:prstDash val="sysDot"/>
            <a:miter lim="400000"/>
          </a:ln>
        </p:spPr>
        <p:txBody>
          <a:bodyPr lIns="10837" tIns="10837" rIns="10837" bIns="10837" anchor="ctr"/>
          <a:lstStyle/>
          <a:p>
            <a:pPr marL="160322" indent="-152385" defTabSz="412367" fontAlgn="base">
              <a:spcBef>
                <a:spcPts val="125"/>
              </a:spcBef>
              <a:spcAft>
                <a:spcPct val="0"/>
              </a:spcAft>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3" name="Line">
            <a:extLst>
              <a:ext uri="{FF2B5EF4-FFF2-40B4-BE49-F238E27FC236}">
                <a16:creationId xmlns:a16="http://schemas.microsoft.com/office/drawing/2014/main" id="{8853A741-9396-17DB-99C4-1DBDDC1A8967}"/>
              </a:ext>
            </a:extLst>
          </p:cNvPr>
          <p:cNvSpPr/>
          <p:nvPr/>
        </p:nvSpPr>
        <p:spPr>
          <a:xfrm>
            <a:off x="4523628" y="4141526"/>
            <a:ext cx="193070" cy="0"/>
          </a:xfrm>
          <a:prstGeom prst="line">
            <a:avLst/>
          </a:prstGeom>
          <a:ln w="12700">
            <a:solidFill>
              <a:schemeClr val="bg1">
                <a:lumMod val="50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584" name="Line">
            <a:extLst>
              <a:ext uri="{FF2B5EF4-FFF2-40B4-BE49-F238E27FC236}">
                <a16:creationId xmlns:a16="http://schemas.microsoft.com/office/drawing/2014/main" id="{F307E607-A96B-08B3-6B38-24A6E4FAF75E}"/>
              </a:ext>
            </a:extLst>
          </p:cNvPr>
          <p:cNvSpPr/>
          <p:nvPr/>
        </p:nvSpPr>
        <p:spPr>
          <a:xfrm rot="10800000">
            <a:off x="4530994" y="3774057"/>
            <a:ext cx="181965" cy="36749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066" y="28"/>
                  <a:pt x="4052" y="473"/>
                  <a:pt x="5677" y="1263"/>
                </a:cubicBezTo>
                <a:cubicBezTo>
                  <a:pt x="7781" y="2286"/>
                  <a:pt x="9075" y="3782"/>
                  <a:pt x="9736" y="5378"/>
                </a:cubicBezTo>
                <a:cubicBezTo>
                  <a:pt x="10405" y="6992"/>
                  <a:pt x="10415" y="8669"/>
                  <a:pt x="10433" y="10333"/>
                </a:cubicBezTo>
                <a:cubicBezTo>
                  <a:pt x="10452" y="12134"/>
                  <a:pt x="10502" y="13974"/>
                  <a:pt x="11144" y="15696"/>
                </a:cubicBezTo>
                <a:cubicBezTo>
                  <a:pt x="11568" y="16831"/>
                  <a:pt x="12240" y="17894"/>
                  <a:pt x="13337" y="18823"/>
                </a:cubicBezTo>
                <a:cubicBezTo>
                  <a:pt x="15470" y="20630"/>
                  <a:pt x="18585" y="21488"/>
                  <a:pt x="21600" y="21600"/>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5" name="Line">
            <a:extLst>
              <a:ext uri="{FF2B5EF4-FFF2-40B4-BE49-F238E27FC236}">
                <a16:creationId xmlns:a16="http://schemas.microsoft.com/office/drawing/2014/main" id="{6441F029-C8AF-6274-95FA-57470D5768C6}"/>
              </a:ext>
            </a:extLst>
          </p:cNvPr>
          <p:cNvSpPr/>
          <p:nvPr/>
        </p:nvSpPr>
        <p:spPr>
          <a:xfrm flipH="1">
            <a:off x="4738220" y="3920424"/>
            <a:ext cx="222599" cy="219069"/>
          </a:xfrm>
          <a:custGeom>
            <a:avLst/>
            <a:gdLst/>
            <a:ahLst/>
            <a:cxnLst>
              <a:cxn ang="0">
                <a:pos x="wd2" y="hd2"/>
              </a:cxn>
              <a:cxn ang="5400000">
                <a:pos x="wd2" y="hd2"/>
              </a:cxn>
              <a:cxn ang="10800000">
                <a:pos x="wd2" y="hd2"/>
              </a:cxn>
              <a:cxn ang="16200000">
                <a:pos x="wd2" y="hd2"/>
              </a:cxn>
            </a:cxnLst>
            <a:rect l="0" t="0" r="r" b="b"/>
            <a:pathLst>
              <a:path w="21600" h="21450" extrusionOk="0">
                <a:moveTo>
                  <a:pt x="0" y="9"/>
                </a:moveTo>
                <a:cubicBezTo>
                  <a:pt x="696" y="-10"/>
                  <a:pt x="1388" y="1"/>
                  <a:pt x="2075" y="42"/>
                </a:cubicBezTo>
                <a:cubicBezTo>
                  <a:pt x="3449" y="124"/>
                  <a:pt x="4843" y="327"/>
                  <a:pt x="6088" y="989"/>
                </a:cubicBezTo>
                <a:cubicBezTo>
                  <a:pt x="7053" y="1503"/>
                  <a:pt x="7865" y="2265"/>
                  <a:pt x="8552" y="3133"/>
                </a:cubicBezTo>
                <a:cubicBezTo>
                  <a:pt x="10100" y="5089"/>
                  <a:pt x="10965" y="7488"/>
                  <a:pt x="11609" y="9922"/>
                </a:cubicBezTo>
                <a:cubicBezTo>
                  <a:pt x="12432" y="13033"/>
                  <a:pt x="12984" y="16340"/>
                  <a:pt x="15089" y="18716"/>
                </a:cubicBezTo>
                <a:cubicBezTo>
                  <a:pt x="16745" y="20585"/>
                  <a:pt x="19135" y="21590"/>
                  <a:pt x="21600" y="21434"/>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6" name="Line">
            <a:extLst>
              <a:ext uri="{FF2B5EF4-FFF2-40B4-BE49-F238E27FC236}">
                <a16:creationId xmlns:a16="http://schemas.microsoft.com/office/drawing/2014/main" id="{0BC10FEA-EEA0-9BBB-FB61-62773EB7848A}"/>
              </a:ext>
            </a:extLst>
          </p:cNvPr>
          <p:cNvSpPr/>
          <p:nvPr/>
        </p:nvSpPr>
        <p:spPr>
          <a:xfrm>
            <a:off x="4876721" y="3114024"/>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7" name="Line">
            <a:extLst>
              <a:ext uri="{FF2B5EF4-FFF2-40B4-BE49-F238E27FC236}">
                <a16:creationId xmlns:a16="http://schemas.microsoft.com/office/drawing/2014/main" id="{99453005-3769-A953-40BC-A82C5375E804}"/>
              </a:ext>
            </a:extLst>
          </p:cNvPr>
          <p:cNvSpPr/>
          <p:nvPr/>
        </p:nvSpPr>
        <p:spPr>
          <a:xfrm>
            <a:off x="5094666" y="3114024"/>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8" name="Line">
            <a:extLst>
              <a:ext uri="{FF2B5EF4-FFF2-40B4-BE49-F238E27FC236}">
                <a16:creationId xmlns:a16="http://schemas.microsoft.com/office/drawing/2014/main" id="{8ED3D267-2A57-CE1B-011D-2EEE8C43EB17}"/>
              </a:ext>
            </a:extLst>
          </p:cNvPr>
          <p:cNvSpPr/>
          <p:nvPr/>
        </p:nvSpPr>
        <p:spPr>
          <a:xfrm>
            <a:off x="5309243" y="3114024"/>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89" name="Line">
            <a:extLst>
              <a:ext uri="{FF2B5EF4-FFF2-40B4-BE49-F238E27FC236}">
                <a16:creationId xmlns:a16="http://schemas.microsoft.com/office/drawing/2014/main" id="{12236CDF-043F-ED99-4929-82755247285D}"/>
              </a:ext>
            </a:extLst>
          </p:cNvPr>
          <p:cNvSpPr/>
          <p:nvPr/>
        </p:nvSpPr>
        <p:spPr>
          <a:xfrm>
            <a:off x="4660127" y="3260692"/>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0" name="Line">
            <a:extLst>
              <a:ext uri="{FF2B5EF4-FFF2-40B4-BE49-F238E27FC236}">
                <a16:creationId xmlns:a16="http://schemas.microsoft.com/office/drawing/2014/main" id="{AEDB6FE8-39B7-70D8-3A2C-E491A39B2F06}"/>
              </a:ext>
            </a:extLst>
          </p:cNvPr>
          <p:cNvSpPr/>
          <p:nvPr/>
        </p:nvSpPr>
        <p:spPr>
          <a:xfrm>
            <a:off x="4876721" y="3260692"/>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1" name="Line">
            <a:extLst>
              <a:ext uri="{FF2B5EF4-FFF2-40B4-BE49-F238E27FC236}">
                <a16:creationId xmlns:a16="http://schemas.microsoft.com/office/drawing/2014/main" id="{E367E9AB-D819-8BB4-0635-36068ADB2CA7}"/>
              </a:ext>
            </a:extLst>
          </p:cNvPr>
          <p:cNvSpPr/>
          <p:nvPr/>
        </p:nvSpPr>
        <p:spPr>
          <a:xfrm>
            <a:off x="5094666" y="3260692"/>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2" name="Line">
            <a:extLst>
              <a:ext uri="{FF2B5EF4-FFF2-40B4-BE49-F238E27FC236}">
                <a16:creationId xmlns:a16="http://schemas.microsoft.com/office/drawing/2014/main" id="{DBBE7E41-CD13-C4A5-BE84-168EF2EA6792}"/>
              </a:ext>
            </a:extLst>
          </p:cNvPr>
          <p:cNvSpPr/>
          <p:nvPr/>
        </p:nvSpPr>
        <p:spPr>
          <a:xfrm>
            <a:off x="5309243" y="3260692"/>
            <a:ext cx="19712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3" name="Line">
            <a:extLst>
              <a:ext uri="{FF2B5EF4-FFF2-40B4-BE49-F238E27FC236}">
                <a16:creationId xmlns:a16="http://schemas.microsoft.com/office/drawing/2014/main" id="{1C19FD4F-A811-09FC-EE11-E8B59300AFD7}"/>
              </a:ext>
            </a:extLst>
          </p:cNvPr>
          <p:cNvSpPr/>
          <p:nvPr/>
        </p:nvSpPr>
        <p:spPr>
          <a:xfrm>
            <a:off x="4944191" y="3923906"/>
            <a:ext cx="358652"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4" name="Line">
            <a:extLst>
              <a:ext uri="{FF2B5EF4-FFF2-40B4-BE49-F238E27FC236}">
                <a16:creationId xmlns:a16="http://schemas.microsoft.com/office/drawing/2014/main" id="{29F99F6E-5980-FCD8-50E0-19315D186486}"/>
              </a:ext>
            </a:extLst>
          </p:cNvPr>
          <p:cNvSpPr/>
          <p:nvPr/>
        </p:nvSpPr>
        <p:spPr>
          <a:xfrm>
            <a:off x="4944191" y="3774304"/>
            <a:ext cx="358652"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595" name="Line">
            <a:extLst>
              <a:ext uri="{FF2B5EF4-FFF2-40B4-BE49-F238E27FC236}">
                <a16:creationId xmlns:a16="http://schemas.microsoft.com/office/drawing/2014/main" id="{F657CAF4-A78C-EA74-AD56-DF418067ED4B}"/>
              </a:ext>
            </a:extLst>
          </p:cNvPr>
          <p:cNvSpPr/>
          <p:nvPr/>
        </p:nvSpPr>
        <p:spPr>
          <a:xfrm>
            <a:off x="5289947" y="3923906"/>
            <a:ext cx="229817"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endParaRPr>
          </a:p>
        </p:txBody>
      </p:sp>
      <p:sp>
        <p:nvSpPr>
          <p:cNvPr id="596" name="Circle">
            <a:extLst>
              <a:ext uri="{FF2B5EF4-FFF2-40B4-BE49-F238E27FC236}">
                <a16:creationId xmlns:a16="http://schemas.microsoft.com/office/drawing/2014/main" id="{03493E02-BB38-AE52-3C1E-B688899D1658}"/>
              </a:ext>
            </a:extLst>
          </p:cNvPr>
          <p:cNvSpPr/>
          <p:nvPr/>
        </p:nvSpPr>
        <p:spPr>
          <a:xfrm>
            <a:off x="2400860" y="4116249"/>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97" name="Circle">
            <a:extLst>
              <a:ext uri="{FF2B5EF4-FFF2-40B4-BE49-F238E27FC236}">
                <a16:creationId xmlns:a16="http://schemas.microsoft.com/office/drawing/2014/main" id="{EFBDEEE9-56D4-C1EA-3A4A-52D4CA0F8C04}"/>
              </a:ext>
            </a:extLst>
          </p:cNvPr>
          <p:cNvSpPr/>
          <p:nvPr/>
        </p:nvSpPr>
        <p:spPr>
          <a:xfrm>
            <a:off x="3046641" y="4116249"/>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98" name="Circle">
            <a:extLst>
              <a:ext uri="{FF2B5EF4-FFF2-40B4-BE49-F238E27FC236}">
                <a16:creationId xmlns:a16="http://schemas.microsoft.com/office/drawing/2014/main" id="{946F72C0-B1F6-2777-1559-4B9844678A5B}"/>
              </a:ext>
            </a:extLst>
          </p:cNvPr>
          <p:cNvSpPr/>
          <p:nvPr/>
        </p:nvSpPr>
        <p:spPr>
          <a:xfrm>
            <a:off x="4195590" y="374965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599" name="Circle">
            <a:extLst>
              <a:ext uri="{FF2B5EF4-FFF2-40B4-BE49-F238E27FC236}">
                <a16:creationId xmlns:a16="http://schemas.microsoft.com/office/drawing/2014/main" id="{2F936C1E-0429-A38C-AE99-8D499C942700}"/>
              </a:ext>
            </a:extLst>
          </p:cNvPr>
          <p:cNvSpPr/>
          <p:nvPr/>
        </p:nvSpPr>
        <p:spPr>
          <a:xfrm>
            <a:off x="4481904" y="374965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0" name="Circle">
            <a:extLst>
              <a:ext uri="{FF2B5EF4-FFF2-40B4-BE49-F238E27FC236}">
                <a16:creationId xmlns:a16="http://schemas.microsoft.com/office/drawing/2014/main" id="{1FB1146A-A74D-8D7C-C50A-78D7ABA733C0}"/>
              </a:ext>
            </a:extLst>
          </p:cNvPr>
          <p:cNvSpPr/>
          <p:nvPr/>
        </p:nvSpPr>
        <p:spPr>
          <a:xfrm>
            <a:off x="4912643" y="374965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1" name="Circle">
            <a:extLst>
              <a:ext uri="{FF2B5EF4-FFF2-40B4-BE49-F238E27FC236}">
                <a16:creationId xmlns:a16="http://schemas.microsoft.com/office/drawing/2014/main" id="{83EE647E-A0E9-F40F-50FD-B3BC17CFBC75}"/>
              </a:ext>
            </a:extLst>
          </p:cNvPr>
          <p:cNvSpPr/>
          <p:nvPr/>
        </p:nvSpPr>
        <p:spPr>
          <a:xfrm>
            <a:off x="4912643" y="3895476"/>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2" name="Circle">
            <a:extLst>
              <a:ext uri="{FF2B5EF4-FFF2-40B4-BE49-F238E27FC236}">
                <a16:creationId xmlns:a16="http://schemas.microsoft.com/office/drawing/2014/main" id="{63B51BDD-A923-EE35-B2AC-3471E29A9D54}"/>
              </a:ext>
            </a:extLst>
          </p:cNvPr>
          <p:cNvSpPr/>
          <p:nvPr/>
        </p:nvSpPr>
        <p:spPr>
          <a:xfrm>
            <a:off x="5487666" y="3897326"/>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03" name="Circle">
            <a:extLst>
              <a:ext uri="{FF2B5EF4-FFF2-40B4-BE49-F238E27FC236}">
                <a16:creationId xmlns:a16="http://schemas.microsoft.com/office/drawing/2014/main" id="{11C8AD57-F01D-1810-DD1B-42A0D59678DE}"/>
              </a:ext>
            </a:extLst>
          </p:cNvPr>
          <p:cNvSpPr/>
          <p:nvPr/>
        </p:nvSpPr>
        <p:spPr>
          <a:xfrm>
            <a:off x="5272030" y="3895476"/>
            <a:ext cx="49811" cy="50906"/>
          </a:xfrm>
          <a:prstGeom prst="ellipse">
            <a:avLst/>
          </a:prstGeom>
          <a:solidFill>
            <a:schemeClr val="bg1"/>
          </a:solidFill>
          <a:ln w="22225" cap="rnd">
            <a:solidFill>
              <a:schemeClr val="tx1"/>
            </a:solidFill>
          </a:ln>
        </p:spPr>
        <p:txBody>
          <a:bodyPr lIns="10837" tIns="10837" rIns="10837" bIns="10837" anchor="ct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04" name="Circle">
            <a:extLst>
              <a:ext uri="{FF2B5EF4-FFF2-40B4-BE49-F238E27FC236}">
                <a16:creationId xmlns:a16="http://schemas.microsoft.com/office/drawing/2014/main" id="{88758834-0814-D049-4FE3-F6BBB4538433}"/>
              </a:ext>
            </a:extLst>
          </p:cNvPr>
          <p:cNvSpPr/>
          <p:nvPr/>
        </p:nvSpPr>
        <p:spPr>
          <a:xfrm>
            <a:off x="4338146" y="3309140"/>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5" name="Circle">
            <a:extLst>
              <a:ext uri="{FF2B5EF4-FFF2-40B4-BE49-F238E27FC236}">
                <a16:creationId xmlns:a16="http://schemas.microsoft.com/office/drawing/2014/main" id="{61148240-EA2B-33E5-A2F1-7C891D4904D7}"/>
              </a:ext>
            </a:extLst>
          </p:cNvPr>
          <p:cNvSpPr/>
          <p:nvPr/>
        </p:nvSpPr>
        <p:spPr>
          <a:xfrm>
            <a:off x="4627294" y="3089365"/>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6" name="Circle">
            <a:extLst>
              <a:ext uri="{FF2B5EF4-FFF2-40B4-BE49-F238E27FC236}">
                <a16:creationId xmlns:a16="http://schemas.microsoft.com/office/drawing/2014/main" id="{456C3B83-181F-A6DB-F215-3CBD9558B83C}"/>
              </a:ext>
            </a:extLst>
          </p:cNvPr>
          <p:cNvSpPr/>
          <p:nvPr/>
        </p:nvSpPr>
        <p:spPr>
          <a:xfrm>
            <a:off x="4626140" y="323523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7" name="Circle">
            <a:extLst>
              <a:ext uri="{FF2B5EF4-FFF2-40B4-BE49-F238E27FC236}">
                <a16:creationId xmlns:a16="http://schemas.microsoft.com/office/drawing/2014/main" id="{D287D621-27CD-9A15-020B-14ACF23C9B8C}"/>
              </a:ext>
            </a:extLst>
          </p:cNvPr>
          <p:cNvSpPr/>
          <p:nvPr/>
        </p:nvSpPr>
        <p:spPr>
          <a:xfrm>
            <a:off x="4841629" y="3089365"/>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8" name="Circle">
            <a:extLst>
              <a:ext uri="{FF2B5EF4-FFF2-40B4-BE49-F238E27FC236}">
                <a16:creationId xmlns:a16="http://schemas.microsoft.com/office/drawing/2014/main" id="{99892803-5830-312F-3B89-9534ABE724E5}"/>
              </a:ext>
            </a:extLst>
          </p:cNvPr>
          <p:cNvSpPr/>
          <p:nvPr/>
        </p:nvSpPr>
        <p:spPr>
          <a:xfrm>
            <a:off x="4841629" y="323523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09" name="Circle">
            <a:extLst>
              <a:ext uri="{FF2B5EF4-FFF2-40B4-BE49-F238E27FC236}">
                <a16:creationId xmlns:a16="http://schemas.microsoft.com/office/drawing/2014/main" id="{4DDAD90E-87BB-556D-A02A-66903B7FA25C}"/>
              </a:ext>
            </a:extLst>
          </p:cNvPr>
          <p:cNvSpPr/>
          <p:nvPr/>
        </p:nvSpPr>
        <p:spPr>
          <a:xfrm>
            <a:off x="5056404" y="3088571"/>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0" name="Circle">
            <a:extLst>
              <a:ext uri="{FF2B5EF4-FFF2-40B4-BE49-F238E27FC236}">
                <a16:creationId xmlns:a16="http://schemas.microsoft.com/office/drawing/2014/main" id="{FABB1C3F-ADC3-631E-C048-669974FFAA06}"/>
              </a:ext>
            </a:extLst>
          </p:cNvPr>
          <p:cNvSpPr/>
          <p:nvPr/>
        </p:nvSpPr>
        <p:spPr>
          <a:xfrm>
            <a:off x="5272030" y="323523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1" name="Circle">
            <a:extLst>
              <a:ext uri="{FF2B5EF4-FFF2-40B4-BE49-F238E27FC236}">
                <a16:creationId xmlns:a16="http://schemas.microsoft.com/office/drawing/2014/main" id="{975F2EDF-7C0C-2407-F836-9F58758939A9}"/>
              </a:ext>
            </a:extLst>
          </p:cNvPr>
          <p:cNvSpPr/>
          <p:nvPr/>
        </p:nvSpPr>
        <p:spPr>
          <a:xfrm>
            <a:off x="5272030" y="3088571"/>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2" name="Circle">
            <a:extLst>
              <a:ext uri="{FF2B5EF4-FFF2-40B4-BE49-F238E27FC236}">
                <a16:creationId xmlns:a16="http://schemas.microsoft.com/office/drawing/2014/main" id="{C9FA05FE-1E00-C3FC-3BA9-EE68BB915767}"/>
              </a:ext>
            </a:extLst>
          </p:cNvPr>
          <p:cNvSpPr/>
          <p:nvPr/>
        </p:nvSpPr>
        <p:spPr>
          <a:xfrm>
            <a:off x="5056404" y="323523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3" name="Circle">
            <a:extLst>
              <a:ext uri="{FF2B5EF4-FFF2-40B4-BE49-F238E27FC236}">
                <a16:creationId xmlns:a16="http://schemas.microsoft.com/office/drawing/2014/main" id="{AB2EC475-6DCD-BB54-06CD-22D04C80DEF3}"/>
              </a:ext>
            </a:extLst>
          </p:cNvPr>
          <p:cNvSpPr/>
          <p:nvPr/>
        </p:nvSpPr>
        <p:spPr>
          <a:xfrm>
            <a:off x="5488673" y="323523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4" name="Circle">
            <a:extLst>
              <a:ext uri="{FF2B5EF4-FFF2-40B4-BE49-F238E27FC236}">
                <a16:creationId xmlns:a16="http://schemas.microsoft.com/office/drawing/2014/main" id="{EF6391E5-05F5-FDDC-4EF7-15DFFDEFAE05}"/>
              </a:ext>
            </a:extLst>
          </p:cNvPr>
          <p:cNvSpPr/>
          <p:nvPr/>
        </p:nvSpPr>
        <p:spPr>
          <a:xfrm>
            <a:off x="5488673" y="3088571"/>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15" name="Line">
            <a:extLst>
              <a:ext uri="{FF2B5EF4-FFF2-40B4-BE49-F238E27FC236}">
                <a16:creationId xmlns:a16="http://schemas.microsoft.com/office/drawing/2014/main" id="{36B5B461-3C7F-DB6E-F7F3-DAC8B4CA44B2}"/>
              </a:ext>
            </a:extLst>
          </p:cNvPr>
          <p:cNvSpPr/>
          <p:nvPr/>
        </p:nvSpPr>
        <p:spPr>
          <a:xfrm rot="10800000" flipH="1">
            <a:off x="1142895" y="3629984"/>
            <a:ext cx="288064" cy="510417"/>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6" name="Line">
            <a:extLst>
              <a:ext uri="{FF2B5EF4-FFF2-40B4-BE49-F238E27FC236}">
                <a16:creationId xmlns:a16="http://schemas.microsoft.com/office/drawing/2014/main" id="{1F6E12A2-A3C6-803A-70DF-D9B2E57898C7}"/>
              </a:ext>
            </a:extLst>
          </p:cNvPr>
          <p:cNvSpPr/>
          <p:nvPr/>
        </p:nvSpPr>
        <p:spPr>
          <a:xfrm flipH="1">
            <a:off x="1437449" y="3113978"/>
            <a:ext cx="263794" cy="5156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2066" y="28"/>
                  <a:pt x="4052" y="473"/>
                  <a:pt x="5677" y="1263"/>
                </a:cubicBezTo>
                <a:cubicBezTo>
                  <a:pt x="7781" y="2286"/>
                  <a:pt x="9075" y="3782"/>
                  <a:pt x="9736" y="5378"/>
                </a:cubicBezTo>
                <a:cubicBezTo>
                  <a:pt x="10405" y="6992"/>
                  <a:pt x="10415" y="8669"/>
                  <a:pt x="10433" y="10333"/>
                </a:cubicBezTo>
                <a:cubicBezTo>
                  <a:pt x="10452" y="12134"/>
                  <a:pt x="10502" y="13974"/>
                  <a:pt x="11144" y="15696"/>
                </a:cubicBezTo>
                <a:cubicBezTo>
                  <a:pt x="11568" y="16831"/>
                  <a:pt x="12240" y="17894"/>
                  <a:pt x="13337" y="18823"/>
                </a:cubicBezTo>
                <a:cubicBezTo>
                  <a:pt x="15470" y="20630"/>
                  <a:pt x="18585" y="21488"/>
                  <a:pt x="21600" y="21600"/>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7" name="Line">
            <a:extLst>
              <a:ext uri="{FF2B5EF4-FFF2-40B4-BE49-F238E27FC236}">
                <a16:creationId xmlns:a16="http://schemas.microsoft.com/office/drawing/2014/main" id="{3853802F-62E7-0FEC-F588-B0288E1737B9}"/>
              </a:ext>
            </a:extLst>
          </p:cNvPr>
          <p:cNvSpPr/>
          <p:nvPr/>
        </p:nvSpPr>
        <p:spPr>
          <a:xfrm>
            <a:off x="1700163" y="3114044"/>
            <a:ext cx="25226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8" name="Line">
            <a:extLst>
              <a:ext uri="{FF2B5EF4-FFF2-40B4-BE49-F238E27FC236}">
                <a16:creationId xmlns:a16="http://schemas.microsoft.com/office/drawing/2014/main" id="{E3B8E4D8-BB0D-0C8C-0BCF-96500E25CF96}"/>
              </a:ext>
            </a:extLst>
          </p:cNvPr>
          <p:cNvSpPr/>
          <p:nvPr/>
        </p:nvSpPr>
        <p:spPr>
          <a:xfrm>
            <a:off x="4744016" y="4141769"/>
            <a:ext cx="173489" cy="146685"/>
          </a:xfrm>
          <a:custGeom>
            <a:avLst/>
            <a:gdLst/>
            <a:ahLst/>
            <a:cxnLst>
              <a:cxn ang="0">
                <a:pos x="wd2" y="hd2"/>
              </a:cxn>
              <a:cxn ang="5400000">
                <a:pos x="wd2" y="hd2"/>
              </a:cxn>
              <a:cxn ang="10800000">
                <a:pos x="wd2" y="hd2"/>
              </a:cxn>
              <a:cxn ang="16200000">
                <a:pos x="wd2" y="hd2"/>
              </a:cxn>
            </a:cxnLst>
            <a:rect l="0" t="0" r="r" b="b"/>
            <a:pathLst>
              <a:path w="21600" h="21587" extrusionOk="0">
                <a:moveTo>
                  <a:pt x="0" y="0"/>
                </a:moveTo>
                <a:cubicBezTo>
                  <a:pt x="749" y="26"/>
                  <a:pt x="1497" y="48"/>
                  <a:pt x="2246" y="64"/>
                </a:cubicBezTo>
                <a:cubicBezTo>
                  <a:pt x="3093" y="82"/>
                  <a:pt x="3956" y="94"/>
                  <a:pt x="4778" y="318"/>
                </a:cubicBezTo>
                <a:cubicBezTo>
                  <a:pt x="6714" y="846"/>
                  <a:pt x="8394" y="2516"/>
                  <a:pt x="9411" y="5026"/>
                </a:cubicBezTo>
                <a:cubicBezTo>
                  <a:pt x="11059" y="9096"/>
                  <a:pt x="10999" y="14996"/>
                  <a:pt x="13043" y="18447"/>
                </a:cubicBezTo>
                <a:cubicBezTo>
                  <a:pt x="13982" y="20031"/>
                  <a:pt x="15346" y="20900"/>
                  <a:pt x="16753" y="21279"/>
                </a:cubicBezTo>
                <a:cubicBezTo>
                  <a:pt x="17392" y="21452"/>
                  <a:pt x="18040" y="21514"/>
                  <a:pt x="18690" y="21548"/>
                </a:cubicBezTo>
                <a:cubicBezTo>
                  <a:pt x="19660" y="21600"/>
                  <a:pt x="20631" y="21600"/>
                  <a:pt x="21600" y="21548"/>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19" name="Circle">
            <a:extLst>
              <a:ext uri="{FF2B5EF4-FFF2-40B4-BE49-F238E27FC236}">
                <a16:creationId xmlns:a16="http://schemas.microsoft.com/office/drawing/2014/main" id="{09D9F17C-3501-6F20-B6B3-8B34986710FD}"/>
              </a:ext>
            </a:extLst>
          </p:cNvPr>
          <p:cNvSpPr/>
          <p:nvPr/>
        </p:nvSpPr>
        <p:spPr>
          <a:xfrm>
            <a:off x="4695705" y="4116249"/>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20" name="Line">
            <a:extLst>
              <a:ext uri="{FF2B5EF4-FFF2-40B4-BE49-F238E27FC236}">
                <a16:creationId xmlns:a16="http://schemas.microsoft.com/office/drawing/2014/main" id="{CCF571BE-46C1-C6EB-F12D-E56C3DA8F458}"/>
              </a:ext>
            </a:extLst>
          </p:cNvPr>
          <p:cNvSpPr/>
          <p:nvPr/>
        </p:nvSpPr>
        <p:spPr>
          <a:xfrm rot="10800000">
            <a:off x="1409084" y="3629984"/>
            <a:ext cx="436240" cy="510417"/>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lnTo>
                  <a:pt x="2445" y="0"/>
                </a:lnTo>
                <a:cubicBezTo>
                  <a:pt x="3106" y="26"/>
                  <a:pt x="3768" y="48"/>
                  <a:pt x="4430" y="64"/>
                </a:cubicBezTo>
                <a:cubicBezTo>
                  <a:pt x="5179" y="82"/>
                  <a:pt x="5942" y="94"/>
                  <a:pt x="6669" y="318"/>
                </a:cubicBezTo>
                <a:cubicBezTo>
                  <a:pt x="8381" y="846"/>
                  <a:pt x="9866" y="2516"/>
                  <a:pt x="10765" y="5025"/>
                </a:cubicBezTo>
                <a:cubicBezTo>
                  <a:pt x="12222" y="9096"/>
                  <a:pt x="12167" y="14993"/>
                  <a:pt x="13976" y="18444"/>
                </a:cubicBezTo>
                <a:cubicBezTo>
                  <a:pt x="14805" y="20026"/>
                  <a:pt x="16010" y="20897"/>
                  <a:pt x="17256" y="21276"/>
                </a:cubicBezTo>
                <a:cubicBezTo>
                  <a:pt x="17820" y="21449"/>
                  <a:pt x="18395" y="21510"/>
                  <a:pt x="18969" y="21546"/>
                </a:cubicBezTo>
                <a:cubicBezTo>
                  <a:pt x="19845" y="21600"/>
                  <a:pt x="20722" y="21596"/>
                  <a:pt x="21600" y="21586"/>
                </a:cubicBezTo>
              </a:path>
            </a:pathLst>
          </a:cu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sym typeface="CiscoSansTT"/>
            </a:endParaRPr>
          </a:p>
        </p:txBody>
      </p:sp>
      <p:sp>
        <p:nvSpPr>
          <p:cNvPr id="621" name="Circle">
            <a:extLst>
              <a:ext uri="{FF2B5EF4-FFF2-40B4-BE49-F238E27FC236}">
                <a16:creationId xmlns:a16="http://schemas.microsoft.com/office/drawing/2014/main" id="{18D60236-784C-00A8-C69C-EDE746F7B80F}"/>
              </a:ext>
            </a:extLst>
          </p:cNvPr>
          <p:cNvSpPr/>
          <p:nvPr/>
        </p:nvSpPr>
        <p:spPr>
          <a:xfrm>
            <a:off x="1826776" y="4116249"/>
            <a:ext cx="49811" cy="50906"/>
          </a:xfrm>
          <a:prstGeom prst="ellipse">
            <a:avLst/>
          </a:prstGeom>
          <a:solidFill>
            <a:schemeClr val="bg1">
              <a:lumMod val="85000"/>
            </a:schemeClr>
          </a:solidFill>
          <a:ln w="12700" cap="rnd">
            <a:noFill/>
          </a:ln>
        </p:spPr>
        <p:txBody>
          <a:bodyPr lIns="10837" tIns="10837" rIns="10837" bIns="10837" anchor="ct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22" name="Circle">
            <a:extLst>
              <a:ext uri="{FF2B5EF4-FFF2-40B4-BE49-F238E27FC236}">
                <a16:creationId xmlns:a16="http://schemas.microsoft.com/office/drawing/2014/main" id="{1382D3C3-DE1E-B2C7-6C81-201651E7D0F8}"/>
              </a:ext>
            </a:extLst>
          </p:cNvPr>
          <p:cNvSpPr/>
          <p:nvPr/>
        </p:nvSpPr>
        <p:spPr>
          <a:xfrm>
            <a:off x="3692421" y="411624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3" name="Circle">
            <a:extLst>
              <a:ext uri="{FF2B5EF4-FFF2-40B4-BE49-F238E27FC236}">
                <a16:creationId xmlns:a16="http://schemas.microsoft.com/office/drawing/2014/main" id="{4B7FB9EB-6C7C-158C-C2D8-B51C35301D0B}"/>
              </a:ext>
            </a:extLst>
          </p:cNvPr>
          <p:cNvSpPr/>
          <p:nvPr/>
        </p:nvSpPr>
        <p:spPr>
          <a:xfrm>
            <a:off x="3978694" y="411624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4" name="Circle">
            <a:extLst>
              <a:ext uri="{FF2B5EF4-FFF2-40B4-BE49-F238E27FC236}">
                <a16:creationId xmlns:a16="http://schemas.microsoft.com/office/drawing/2014/main" id="{6532AFAF-8264-E2EF-1BE2-D529A08FFB80}"/>
              </a:ext>
            </a:extLst>
          </p:cNvPr>
          <p:cNvSpPr/>
          <p:nvPr/>
        </p:nvSpPr>
        <p:spPr>
          <a:xfrm>
            <a:off x="4123023" y="411624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5" name="Circle">
            <a:extLst>
              <a:ext uri="{FF2B5EF4-FFF2-40B4-BE49-F238E27FC236}">
                <a16:creationId xmlns:a16="http://schemas.microsoft.com/office/drawing/2014/main" id="{523A16D5-0F01-A237-40AD-7C5F5A42EFC9}"/>
              </a:ext>
            </a:extLst>
          </p:cNvPr>
          <p:cNvSpPr/>
          <p:nvPr/>
        </p:nvSpPr>
        <p:spPr>
          <a:xfrm>
            <a:off x="4481904" y="4116249"/>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6" name="Circle">
            <a:extLst>
              <a:ext uri="{FF2B5EF4-FFF2-40B4-BE49-F238E27FC236}">
                <a16:creationId xmlns:a16="http://schemas.microsoft.com/office/drawing/2014/main" id="{AA34BDC8-3EE7-94DA-AACF-04AC0B4D78CD}"/>
              </a:ext>
            </a:extLst>
          </p:cNvPr>
          <p:cNvSpPr/>
          <p:nvPr/>
        </p:nvSpPr>
        <p:spPr>
          <a:xfrm>
            <a:off x="4912643" y="4264185"/>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27" name="Line">
            <a:extLst>
              <a:ext uri="{FF2B5EF4-FFF2-40B4-BE49-F238E27FC236}">
                <a16:creationId xmlns:a16="http://schemas.microsoft.com/office/drawing/2014/main" id="{DF822949-EA39-B482-8D64-AFA3E37043EC}"/>
              </a:ext>
            </a:extLst>
          </p:cNvPr>
          <p:cNvSpPr/>
          <p:nvPr/>
        </p:nvSpPr>
        <p:spPr>
          <a:xfrm>
            <a:off x="1832833" y="3554941"/>
            <a:ext cx="380370" cy="0"/>
          </a:xfrm>
          <a:prstGeom prst="line">
            <a:avLst/>
          </a:prstGeom>
          <a:ln w="19050">
            <a:solidFill>
              <a:schemeClr val="bg1">
                <a:lumMod val="85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28" name="Line">
            <a:extLst>
              <a:ext uri="{FF2B5EF4-FFF2-40B4-BE49-F238E27FC236}">
                <a16:creationId xmlns:a16="http://schemas.microsoft.com/office/drawing/2014/main" id="{EF87EAB1-35BA-80B3-C054-BB832AB57C46}"/>
              </a:ext>
            </a:extLst>
          </p:cNvPr>
          <p:cNvSpPr/>
          <p:nvPr/>
        </p:nvSpPr>
        <p:spPr>
          <a:xfrm>
            <a:off x="2233266" y="3554854"/>
            <a:ext cx="405069" cy="14644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cubicBezTo>
                  <a:pt x="679" y="-45"/>
                  <a:pt x="1313" y="927"/>
                  <a:pt x="1759" y="2638"/>
                </a:cubicBezTo>
                <a:cubicBezTo>
                  <a:pt x="2373" y="4994"/>
                  <a:pt x="2474" y="8162"/>
                  <a:pt x="2520" y="11230"/>
                </a:cubicBezTo>
                <a:cubicBezTo>
                  <a:pt x="2561" y="13915"/>
                  <a:pt x="2606" y="16723"/>
                  <a:pt x="3174" y="18790"/>
                </a:cubicBezTo>
                <a:cubicBezTo>
                  <a:pt x="3658" y="20553"/>
                  <a:pt x="4422" y="21459"/>
                  <a:pt x="5214" y="21555"/>
                </a:cubicBezTo>
                <a:lnTo>
                  <a:pt x="21600" y="21555"/>
                </a:lnTo>
              </a:path>
            </a:pathLst>
          </a:custGeom>
          <a:ln w="19050">
            <a:solidFill>
              <a:schemeClr val="bg1">
                <a:lumMod val="85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29" name="Circle">
            <a:extLst>
              <a:ext uri="{FF2B5EF4-FFF2-40B4-BE49-F238E27FC236}">
                <a16:creationId xmlns:a16="http://schemas.microsoft.com/office/drawing/2014/main" id="{1B84A994-9382-DEBC-DB31-C8D3CDDB297D}"/>
              </a:ext>
            </a:extLst>
          </p:cNvPr>
          <p:cNvSpPr/>
          <p:nvPr/>
        </p:nvSpPr>
        <p:spPr>
          <a:xfrm>
            <a:off x="3261770" y="3602622"/>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30" name="Circle">
            <a:extLst>
              <a:ext uri="{FF2B5EF4-FFF2-40B4-BE49-F238E27FC236}">
                <a16:creationId xmlns:a16="http://schemas.microsoft.com/office/drawing/2014/main" id="{8859CF01-9967-BEC8-657F-F21B1F6E9D2C}"/>
              </a:ext>
            </a:extLst>
          </p:cNvPr>
          <p:cNvSpPr/>
          <p:nvPr/>
        </p:nvSpPr>
        <p:spPr>
          <a:xfrm>
            <a:off x="5488674" y="3602148"/>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1" name="Circle">
            <a:extLst>
              <a:ext uri="{FF2B5EF4-FFF2-40B4-BE49-F238E27FC236}">
                <a16:creationId xmlns:a16="http://schemas.microsoft.com/office/drawing/2014/main" id="{4AD3FDDD-E8BC-5298-E9E6-83DEF08DB331}"/>
              </a:ext>
            </a:extLst>
          </p:cNvPr>
          <p:cNvSpPr/>
          <p:nvPr/>
        </p:nvSpPr>
        <p:spPr>
          <a:xfrm>
            <a:off x="5773750" y="3602866"/>
            <a:ext cx="49811" cy="50906"/>
          </a:xfrm>
          <a:prstGeom prst="ellipse">
            <a:avLst/>
          </a:prstGeom>
          <a:solidFill>
            <a:schemeClr val="tx1"/>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2" name="Circle">
            <a:extLst>
              <a:ext uri="{FF2B5EF4-FFF2-40B4-BE49-F238E27FC236}">
                <a16:creationId xmlns:a16="http://schemas.microsoft.com/office/drawing/2014/main" id="{E1EFBA08-6AE7-C5A8-345B-0D6840D766F9}"/>
              </a:ext>
            </a:extLst>
          </p:cNvPr>
          <p:cNvSpPr/>
          <p:nvPr/>
        </p:nvSpPr>
        <p:spPr>
          <a:xfrm>
            <a:off x="6071840" y="2943511"/>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3" name="Circle">
            <a:extLst>
              <a:ext uri="{FF2B5EF4-FFF2-40B4-BE49-F238E27FC236}">
                <a16:creationId xmlns:a16="http://schemas.microsoft.com/office/drawing/2014/main" id="{5408E566-DAC0-6BF4-E93E-FD984E98F004}"/>
              </a:ext>
            </a:extLst>
          </p:cNvPr>
          <p:cNvSpPr/>
          <p:nvPr/>
        </p:nvSpPr>
        <p:spPr>
          <a:xfrm>
            <a:off x="6071840" y="3309140"/>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4" name="Circle">
            <a:extLst>
              <a:ext uri="{FF2B5EF4-FFF2-40B4-BE49-F238E27FC236}">
                <a16:creationId xmlns:a16="http://schemas.microsoft.com/office/drawing/2014/main" id="{413AC3E8-2712-32BC-7523-2F68CEAFBD21}"/>
              </a:ext>
            </a:extLst>
          </p:cNvPr>
          <p:cNvSpPr/>
          <p:nvPr/>
        </p:nvSpPr>
        <p:spPr>
          <a:xfrm>
            <a:off x="6071840" y="3749650"/>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5" name="Circle">
            <a:extLst>
              <a:ext uri="{FF2B5EF4-FFF2-40B4-BE49-F238E27FC236}">
                <a16:creationId xmlns:a16="http://schemas.microsoft.com/office/drawing/2014/main" id="{D6DE09DE-C301-F9D7-ECD8-01AC67E902E5}"/>
              </a:ext>
            </a:extLst>
          </p:cNvPr>
          <p:cNvSpPr/>
          <p:nvPr/>
        </p:nvSpPr>
        <p:spPr>
          <a:xfrm>
            <a:off x="6071840" y="4117646"/>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6" name="Line">
            <a:extLst>
              <a:ext uri="{FF2B5EF4-FFF2-40B4-BE49-F238E27FC236}">
                <a16:creationId xmlns:a16="http://schemas.microsoft.com/office/drawing/2014/main" id="{BE6C5479-4BE1-5020-86BB-B1F2B52E98B7}"/>
              </a:ext>
            </a:extLst>
          </p:cNvPr>
          <p:cNvSpPr/>
          <p:nvPr/>
        </p:nvSpPr>
        <p:spPr>
          <a:xfrm>
            <a:off x="1142895" y="2968454"/>
            <a:ext cx="288064" cy="660012"/>
          </a:xfrm>
          <a:custGeom>
            <a:avLst/>
            <a:gdLst/>
            <a:ahLst/>
            <a:cxnLst>
              <a:cxn ang="0">
                <a:pos x="wd2" y="hd2"/>
              </a:cxn>
              <a:cxn ang="5400000">
                <a:pos x="wd2" y="hd2"/>
              </a:cxn>
              <a:cxn ang="10800000">
                <a:pos x="wd2" y="hd2"/>
              </a:cxn>
              <a:cxn ang="16200000">
                <a:pos x="wd2" y="hd2"/>
              </a:cxn>
            </a:cxnLst>
            <a:rect l="0" t="0" r="r" b="b"/>
            <a:pathLst>
              <a:path w="21600" h="21592" extrusionOk="0">
                <a:moveTo>
                  <a:pt x="0" y="0"/>
                </a:moveTo>
                <a:cubicBezTo>
                  <a:pt x="746" y="26"/>
                  <a:pt x="1492" y="48"/>
                  <a:pt x="2239" y="64"/>
                </a:cubicBezTo>
                <a:cubicBezTo>
                  <a:pt x="3084" y="82"/>
                  <a:pt x="3944" y="94"/>
                  <a:pt x="4764" y="318"/>
                </a:cubicBezTo>
                <a:cubicBezTo>
                  <a:pt x="6693" y="846"/>
                  <a:pt x="8369" y="2516"/>
                  <a:pt x="9382" y="5025"/>
                </a:cubicBezTo>
                <a:cubicBezTo>
                  <a:pt x="11025" y="9096"/>
                  <a:pt x="10963" y="14993"/>
                  <a:pt x="13003" y="18444"/>
                </a:cubicBezTo>
                <a:cubicBezTo>
                  <a:pt x="13938" y="20026"/>
                  <a:pt x="15297" y="20897"/>
                  <a:pt x="16701" y="21276"/>
                </a:cubicBezTo>
                <a:cubicBezTo>
                  <a:pt x="17338" y="21449"/>
                  <a:pt x="17986" y="21510"/>
                  <a:pt x="18633" y="21546"/>
                </a:cubicBezTo>
                <a:cubicBezTo>
                  <a:pt x="19621" y="21600"/>
                  <a:pt x="20611" y="21596"/>
                  <a:pt x="21600" y="21586"/>
                </a:cubicBezTo>
              </a:path>
            </a:pathLst>
          </a:custGeom>
          <a:ln w="19050">
            <a:solidFill>
              <a:schemeClr val="bg1">
                <a:lumMod val="85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37" name="Line">
            <a:extLst>
              <a:ext uri="{FF2B5EF4-FFF2-40B4-BE49-F238E27FC236}">
                <a16:creationId xmlns:a16="http://schemas.microsoft.com/office/drawing/2014/main" id="{551A7B45-53B0-62B6-A970-1E7C8AB6B4C2}"/>
              </a:ext>
            </a:extLst>
          </p:cNvPr>
          <p:cNvSpPr/>
          <p:nvPr/>
        </p:nvSpPr>
        <p:spPr>
          <a:xfrm flipH="1">
            <a:off x="1439325" y="3554853"/>
            <a:ext cx="398791" cy="74454"/>
          </a:xfrm>
          <a:custGeom>
            <a:avLst/>
            <a:gdLst/>
            <a:ahLst/>
            <a:cxnLst>
              <a:cxn ang="0">
                <a:pos x="wd2" y="hd2"/>
              </a:cxn>
              <a:cxn ang="5400000">
                <a:pos x="wd2" y="hd2"/>
              </a:cxn>
              <a:cxn ang="10800000">
                <a:pos x="wd2" y="hd2"/>
              </a:cxn>
              <a:cxn ang="16200000">
                <a:pos x="wd2" y="hd2"/>
              </a:cxn>
            </a:cxnLst>
            <a:rect l="0" t="0" r="r" b="b"/>
            <a:pathLst>
              <a:path w="21600" h="21555" extrusionOk="0">
                <a:moveTo>
                  <a:pt x="0" y="1"/>
                </a:moveTo>
                <a:lnTo>
                  <a:pt x="8787" y="1"/>
                </a:lnTo>
                <a:cubicBezTo>
                  <a:pt x="9260" y="-45"/>
                  <a:pt x="9703" y="927"/>
                  <a:pt x="10014" y="2638"/>
                </a:cubicBezTo>
                <a:cubicBezTo>
                  <a:pt x="10442" y="4994"/>
                  <a:pt x="10513" y="8162"/>
                  <a:pt x="10545" y="11230"/>
                </a:cubicBezTo>
                <a:cubicBezTo>
                  <a:pt x="10574" y="13915"/>
                  <a:pt x="10605" y="16723"/>
                  <a:pt x="11001" y="18790"/>
                </a:cubicBezTo>
                <a:cubicBezTo>
                  <a:pt x="11339" y="20553"/>
                  <a:pt x="11873" y="21459"/>
                  <a:pt x="12425" y="21555"/>
                </a:cubicBezTo>
                <a:lnTo>
                  <a:pt x="21600" y="21555"/>
                </a:lnTo>
              </a:path>
            </a:pathLst>
          </a:custGeom>
          <a:ln w="19050">
            <a:solidFill>
              <a:schemeClr val="bg1">
                <a:lumMod val="85000"/>
              </a:schemeClr>
            </a:solidFill>
            <a:miter lim="400000"/>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38" name="Circle">
            <a:extLst>
              <a:ext uri="{FF2B5EF4-FFF2-40B4-BE49-F238E27FC236}">
                <a16:creationId xmlns:a16="http://schemas.microsoft.com/office/drawing/2014/main" id="{70435F6D-520D-C370-F257-44690BAA60CA}"/>
              </a:ext>
            </a:extLst>
          </p:cNvPr>
          <p:cNvSpPr/>
          <p:nvPr/>
        </p:nvSpPr>
        <p:spPr>
          <a:xfrm>
            <a:off x="1395427" y="3602866"/>
            <a:ext cx="49811" cy="50906"/>
          </a:xfrm>
          <a:prstGeom prst="ellipse">
            <a:avLst/>
          </a:prstGeom>
          <a:solidFill>
            <a:schemeClr val="bg1">
              <a:lumMod val="85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39" name="Circle">
            <a:extLst>
              <a:ext uri="{FF2B5EF4-FFF2-40B4-BE49-F238E27FC236}">
                <a16:creationId xmlns:a16="http://schemas.microsoft.com/office/drawing/2014/main" id="{C7B72C65-3DBC-E672-6B93-A4C259BE7FF9}"/>
              </a:ext>
            </a:extLst>
          </p:cNvPr>
          <p:cNvSpPr/>
          <p:nvPr/>
        </p:nvSpPr>
        <p:spPr>
          <a:xfrm>
            <a:off x="1098938" y="2943511"/>
            <a:ext cx="49811" cy="50906"/>
          </a:xfrm>
          <a:prstGeom prst="ellipse">
            <a:avLst/>
          </a:prstGeom>
          <a:solidFill>
            <a:schemeClr val="bg1">
              <a:lumMod val="85000"/>
            </a:schemeClr>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0" name="Circle">
            <a:extLst>
              <a:ext uri="{FF2B5EF4-FFF2-40B4-BE49-F238E27FC236}">
                <a16:creationId xmlns:a16="http://schemas.microsoft.com/office/drawing/2014/main" id="{EF5C1371-AF9D-3C09-0280-390E2F0BC7DC}"/>
              </a:ext>
            </a:extLst>
          </p:cNvPr>
          <p:cNvSpPr/>
          <p:nvPr/>
        </p:nvSpPr>
        <p:spPr>
          <a:xfrm>
            <a:off x="1098938" y="3309140"/>
            <a:ext cx="49811" cy="50906"/>
          </a:xfrm>
          <a:prstGeom prst="ellipse">
            <a:avLst/>
          </a:prstGeom>
          <a:solidFill>
            <a:schemeClr val="bg1">
              <a:lumMod val="85000"/>
            </a:schemeClr>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1" name="Circle">
            <a:extLst>
              <a:ext uri="{FF2B5EF4-FFF2-40B4-BE49-F238E27FC236}">
                <a16:creationId xmlns:a16="http://schemas.microsoft.com/office/drawing/2014/main" id="{C8898EF0-89D6-6C91-8B6D-9F8F09C7596F}"/>
              </a:ext>
            </a:extLst>
          </p:cNvPr>
          <p:cNvSpPr/>
          <p:nvPr/>
        </p:nvSpPr>
        <p:spPr>
          <a:xfrm>
            <a:off x="1098938" y="3749650"/>
            <a:ext cx="49811" cy="50906"/>
          </a:xfrm>
          <a:prstGeom prst="ellipse">
            <a:avLst/>
          </a:prstGeom>
          <a:solidFill>
            <a:schemeClr val="bg1">
              <a:lumMod val="85000"/>
            </a:schemeClr>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2" name="Circle">
            <a:extLst>
              <a:ext uri="{FF2B5EF4-FFF2-40B4-BE49-F238E27FC236}">
                <a16:creationId xmlns:a16="http://schemas.microsoft.com/office/drawing/2014/main" id="{B93EE9F3-A2D0-5D84-4DD9-01766E2B9F5B}"/>
              </a:ext>
            </a:extLst>
          </p:cNvPr>
          <p:cNvSpPr/>
          <p:nvPr/>
        </p:nvSpPr>
        <p:spPr>
          <a:xfrm>
            <a:off x="1098938" y="4117646"/>
            <a:ext cx="49811" cy="50906"/>
          </a:xfrm>
          <a:prstGeom prst="ellipse">
            <a:avLst/>
          </a:prstGeom>
          <a:solidFill>
            <a:schemeClr val="bg1">
              <a:lumMod val="85000"/>
            </a:schemeClr>
          </a:solidFill>
          <a:ln w="3175" cap="flat">
            <a:noFill/>
            <a:miter lim="400000"/>
          </a:ln>
          <a:effectLst/>
        </p:spPr>
        <p:txBody>
          <a:bodyPr wrap="square" lIns="10837" tIns="10837" rIns="10837" bIns="10837" numCol="1" anchor="ctr">
            <a:noAutofit/>
          </a:bodyP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3" name="Line">
            <a:extLst>
              <a:ext uri="{FF2B5EF4-FFF2-40B4-BE49-F238E27FC236}">
                <a16:creationId xmlns:a16="http://schemas.microsoft.com/office/drawing/2014/main" id="{D01DB9DC-D9F1-77F5-D031-3C3D0E5DEFF2}"/>
              </a:ext>
            </a:extLst>
          </p:cNvPr>
          <p:cNvSpPr/>
          <p:nvPr/>
        </p:nvSpPr>
        <p:spPr>
          <a:xfrm>
            <a:off x="5299400" y="3778712"/>
            <a:ext cx="220070" cy="0"/>
          </a:xfrm>
          <a:prstGeom prst="line">
            <a:avLst/>
          </a:prstGeom>
          <a:ln w="12700">
            <a:solidFill>
              <a:schemeClr val="bg1">
                <a:lumMod val="50000"/>
              </a:schemeClr>
            </a:solidFill>
            <a:miter lim="400000"/>
          </a:ln>
        </p:spPr>
        <p:txBody>
          <a:bodyPr lIns="10837" tIns="10837" rIns="10837" bIns="10837" anchor="ctr"/>
          <a:lstStyle/>
          <a:p>
            <a:pPr marL="160322" indent="-152385" defTabSz="412367">
              <a:spcBef>
                <a:spcPts val="125"/>
              </a:spcBef>
              <a:buClr>
                <a:srgbClr val="FFFFFF"/>
              </a:buClr>
              <a:buSzPct val="80000"/>
              <a:buFont typeface="CiscoSansTT"/>
              <a:buChar char="•"/>
            </a:pPr>
            <a:endParaRPr sz="1600" u="sng" dirty="0">
              <a:solidFill>
                <a:srgbClr val="FFFFFF"/>
              </a:solidFill>
              <a:latin typeface="Inter" panose="02000503000000020004" pitchFamily="2" charset="0"/>
              <a:cs typeface="CiscoSansTT"/>
            </a:endParaRPr>
          </a:p>
        </p:txBody>
      </p:sp>
      <p:sp>
        <p:nvSpPr>
          <p:cNvPr id="644" name="Circle">
            <a:extLst>
              <a:ext uri="{FF2B5EF4-FFF2-40B4-BE49-F238E27FC236}">
                <a16:creationId xmlns:a16="http://schemas.microsoft.com/office/drawing/2014/main" id="{AD11EABE-0C23-A0C9-5E27-C71D2F344291}"/>
              </a:ext>
            </a:extLst>
          </p:cNvPr>
          <p:cNvSpPr/>
          <p:nvPr/>
        </p:nvSpPr>
        <p:spPr>
          <a:xfrm>
            <a:off x="5488673" y="3749650"/>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45" name="Circle">
            <a:extLst>
              <a:ext uri="{FF2B5EF4-FFF2-40B4-BE49-F238E27FC236}">
                <a16:creationId xmlns:a16="http://schemas.microsoft.com/office/drawing/2014/main" id="{34CCA743-7B3A-9581-DB66-BCC5B21290D0}"/>
              </a:ext>
            </a:extLst>
          </p:cNvPr>
          <p:cNvSpPr/>
          <p:nvPr/>
        </p:nvSpPr>
        <p:spPr>
          <a:xfrm>
            <a:off x="5274638" y="3749200"/>
            <a:ext cx="49811" cy="50906"/>
          </a:xfrm>
          <a:prstGeom prst="ellipse">
            <a:avLst/>
          </a:prstGeom>
          <a:solidFill>
            <a:schemeClr val="bg1"/>
          </a:solidFill>
          <a:ln w="22225" cap="rnd">
            <a:solidFill>
              <a:schemeClr val="tx1"/>
            </a:solidFill>
          </a:ln>
        </p:spPr>
        <p:txBody>
          <a:bodyPr lIns="10837" tIns="10837" rIns="10837" bIns="10837" anchor="ctr"/>
          <a:lstStyle/>
          <a:p>
            <a:pPr marL="0" marR="0" lvl="0" indent="0" algn="ctr" defTabSz="270808" rtl="0" eaLnBrk="1" fontAlgn="base" latinLnBrk="0" hangingPunct="1">
              <a:lnSpc>
                <a:spcPct val="100000"/>
              </a:lnSpc>
              <a:spcBef>
                <a:spcPct val="0"/>
              </a:spcBef>
              <a:spcAft>
                <a:spcPct val="0"/>
              </a:spcAft>
              <a:buClrTx/>
              <a:buSzTx/>
              <a:buFontTx/>
              <a:buNone/>
              <a:tabLst/>
              <a:defRPr sz="5500">
                <a:latin typeface="+mj-lt"/>
                <a:ea typeface="+mj-ea"/>
                <a:cs typeface="+mj-cs"/>
                <a:sym typeface="CiscoSansTT Light"/>
              </a:defRPr>
            </a:pPr>
            <a:endParaRPr kumimoji="0" sz="1375" b="0" i="0" u="none" strike="noStrike" kern="1200" cap="none" spc="0" normalizeH="0" baseline="0" noProof="0">
              <a:ln>
                <a:noFill/>
              </a:ln>
              <a:solidFill>
                <a:srgbClr val="FFFFFF"/>
              </a:solidFill>
              <a:effectLst/>
              <a:uLnTx/>
              <a:uFillTx/>
              <a:ea typeface="ＭＳ Ｐゴシック" charset="0"/>
              <a:sym typeface="CiscoSansTT Light"/>
            </a:endParaRPr>
          </a:p>
        </p:txBody>
      </p:sp>
      <p:sp>
        <p:nvSpPr>
          <p:cNvPr id="646" name="Circle">
            <a:extLst>
              <a:ext uri="{FF2B5EF4-FFF2-40B4-BE49-F238E27FC236}">
                <a16:creationId xmlns:a16="http://schemas.microsoft.com/office/drawing/2014/main" id="{6E7144AB-9A7A-AE6B-BEBB-7A96F8D3C617}"/>
              </a:ext>
            </a:extLst>
          </p:cNvPr>
          <p:cNvSpPr/>
          <p:nvPr/>
        </p:nvSpPr>
        <p:spPr>
          <a:xfrm>
            <a:off x="3979129" y="3602622"/>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47" name="Circle">
            <a:extLst>
              <a:ext uri="{FF2B5EF4-FFF2-40B4-BE49-F238E27FC236}">
                <a16:creationId xmlns:a16="http://schemas.microsoft.com/office/drawing/2014/main" id="{2A03C753-6344-78DB-80E9-DA9DC319C5EF}"/>
              </a:ext>
            </a:extLst>
          </p:cNvPr>
          <p:cNvSpPr/>
          <p:nvPr/>
        </p:nvSpPr>
        <p:spPr>
          <a:xfrm>
            <a:off x="3621268" y="3602622"/>
            <a:ext cx="49811" cy="50906"/>
          </a:xfrm>
          <a:prstGeom prst="ellipse">
            <a:avLst/>
          </a:prstGeom>
          <a:solidFill>
            <a:schemeClr val="bg2"/>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48" name="Circle">
            <a:extLst>
              <a:ext uri="{FF2B5EF4-FFF2-40B4-BE49-F238E27FC236}">
                <a16:creationId xmlns:a16="http://schemas.microsoft.com/office/drawing/2014/main" id="{9A481FE3-665C-27A3-A413-FE32EBF6F364}"/>
              </a:ext>
            </a:extLst>
          </p:cNvPr>
          <p:cNvSpPr/>
          <p:nvPr/>
        </p:nvSpPr>
        <p:spPr>
          <a:xfrm>
            <a:off x="3046641" y="3529488"/>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49" name="Circle">
            <a:extLst>
              <a:ext uri="{FF2B5EF4-FFF2-40B4-BE49-F238E27FC236}">
                <a16:creationId xmlns:a16="http://schemas.microsoft.com/office/drawing/2014/main" id="{5816DCFA-E8C3-A796-4488-699B33536DFF}"/>
              </a:ext>
            </a:extLst>
          </p:cNvPr>
          <p:cNvSpPr/>
          <p:nvPr/>
        </p:nvSpPr>
        <p:spPr>
          <a:xfrm>
            <a:off x="2618821" y="3529488"/>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0" name="Circle">
            <a:extLst>
              <a:ext uri="{FF2B5EF4-FFF2-40B4-BE49-F238E27FC236}">
                <a16:creationId xmlns:a16="http://schemas.microsoft.com/office/drawing/2014/main" id="{C32E261C-8B82-64EF-74DD-955064BA77AF}"/>
              </a:ext>
            </a:extLst>
          </p:cNvPr>
          <p:cNvSpPr/>
          <p:nvPr/>
        </p:nvSpPr>
        <p:spPr>
          <a:xfrm>
            <a:off x="5272030" y="3602148"/>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1" name="Circle">
            <a:extLst>
              <a:ext uri="{FF2B5EF4-FFF2-40B4-BE49-F238E27FC236}">
                <a16:creationId xmlns:a16="http://schemas.microsoft.com/office/drawing/2014/main" id="{FE452D89-AC62-76E1-CD12-AC4D82EF3D3D}"/>
              </a:ext>
            </a:extLst>
          </p:cNvPr>
          <p:cNvSpPr/>
          <p:nvPr/>
        </p:nvSpPr>
        <p:spPr>
          <a:xfrm>
            <a:off x="1825515" y="3529488"/>
            <a:ext cx="49811" cy="50906"/>
          </a:xfrm>
          <a:prstGeom prst="ellipse">
            <a:avLst/>
          </a:prstGeom>
          <a:solidFill>
            <a:schemeClr val="bg1">
              <a:lumMod val="85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2" name="Circle">
            <a:extLst>
              <a:ext uri="{FF2B5EF4-FFF2-40B4-BE49-F238E27FC236}">
                <a16:creationId xmlns:a16="http://schemas.microsoft.com/office/drawing/2014/main" id="{4CAF54B6-E1FE-1B83-78D7-1D4F6239D55E}"/>
              </a:ext>
            </a:extLst>
          </p:cNvPr>
          <p:cNvSpPr/>
          <p:nvPr/>
        </p:nvSpPr>
        <p:spPr>
          <a:xfrm>
            <a:off x="2184725" y="3529488"/>
            <a:ext cx="49811" cy="50906"/>
          </a:xfrm>
          <a:prstGeom prst="ellipse">
            <a:avLst/>
          </a:prstGeom>
          <a:solidFill>
            <a:schemeClr val="bg1">
              <a:lumMod val="85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3" name="Circle">
            <a:extLst>
              <a:ext uri="{FF2B5EF4-FFF2-40B4-BE49-F238E27FC236}">
                <a16:creationId xmlns:a16="http://schemas.microsoft.com/office/drawing/2014/main" id="{8B48C94B-6D5E-2A08-9B07-955DB24585FF}"/>
              </a:ext>
            </a:extLst>
          </p:cNvPr>
          <p:cNvSpPr/>
          <p:nvPr/>
        </p:nvSpPr>
        <p:spPr>
          <a:xfrm>
            <a:off x="4695705" y="3602622"/>
            <a:ext cx="49811" cy="50906"/>
          </a:xfrm>
          <a:prstGeom prst="ellipse">
            <a:avLst/>
          </a:prstGeom>
          <a:solidFill>
            <a:schemeClr val="bg1">
              <a:lumMod val="50000"/>
            </a:schemeClr>
          </a:solidFill>
          <a:ln w="12700" cap="rnd">
            <a:noFill/>
          </a:ln>
        </p:spPr>
        <p:txBody>
          <a:bodyPr lIns="10837" tIns="10837" rIns="10837" bIns="10837" anchor="ctr"/>
          <a:lstStyle/>
          <a:p>
            <a:pPr algn="ctr" defTabSz="270808" fontAlgn="base">
              <a:spcBef>
                <a:spcPct val="0"/>
              </a:spcBef>
              <a:spcAft>
                <a:spcPct val="0"/>
              </a:spcAft>
            </a:pPr>
            <a:endParaRPr sz="1375" dirty="0">
              <a:solidFill>
                <a:srgbClr val="FFFFFF"/>
              </a:solidFill>
              <a:latin typeface="Inter" panose="02000503000000020004" pitchFamily="2" charset="0"/>
              <a:ea typeface="ＭＳ Ｐゴシック" charset="0"/>
              <a:cs typeface="+mj-cs"/>
              <a:sym typeface="CiscoSansTT Light"/>
            </a:endParaRPr>
          </a:p>
        </p:txBody>
      </p:sp>
      <p:sp>
        <p:nvSpPr>
          <p:cNvPr id="654" name="Circle">
            <a:extLst>
              <a:ext uri="{FF2B5EF4-FFF2-40B4-BE49-F238E27FC236}">
                <a16:creationId xmlns:a16="http://schemas.microsoft.com/office/drawing/2014/main" id="{E4EBC739-F901-1240-8AA1-22B71E6829E7}"/>
              </a:ext>
            </a:extLst>
          </p:cNvPr>
          <p:cNvSpPr/>
          <p:nvPr/>
        </p:nvSpPr>
        <p:spPr>
          <a:xfrm>
            <a:off x="2618821" y="3677007"/>
            <a:ext cx="49811" cy="50906"/>
          </a:xfrm>
          <a:prstGeom prst="ellipse">
            <a:avLst/>
          </a:prstGeom>
          <a:solidFill>
            <a:schemeClr val="bg1">
              <a:lumMod val="85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sp>
        <p:nvSpPr>
          <p:cNvPr id="655" name="Line">
            <a:extLst>
              <a:ext uri="{FF2B5EF4-FFF2-40B4-BE49-F238E27FC236}">
                <a16:creationId xmlns:a16="http://schemas.microsoft.com/office/drawing/2014/main" id="{0D053F87-876A-3BD4-36D7-6011934CE394}"/>
              </a:ext>
            </a:extLst>
          </p:cNvPr>
          <p:cNvSpPr/>
          <p:nvPr/>
        </p:nvSpPr>
        <p:spPr>
          <a:xfrm rot="10800000">
            <a:off x="4708544" y="3334594"/>
            <a:ext cx="308196" cy="74453"/>
          </a:xfrm>
          <a:custGeom>
            <a:avLst/>
            <a:gdLst/>
            <a:ahLst/>
            <a:cxnLst>
              <a:cxn ang="0">
                <a:pos x="wd2" y="hd2"/>
              </a:cxn>
              <a:cxn ang="5400000">
                <a:pos x="wd2" y="hd2"/>
              </a:cxn>
              <a:cxn ang="10800000">
                <a:pos x="wd2" y="hd2"/>
              </a:cxn>
              <a:cxn ang="16200000">
                <a:pos x="wd2" y="hd2"/>
              </a:cxn>
            </a:cxnLst>
            <a:rect l="0" t="0" r="r" b="b"/>
            <a:pathLst>
              <a:path w="21600" h="21558" extrusionOk="0">
                <a:moveTo>
                  <a:pt x="0" y="0"/>
                </a:moveTo>
                <a:cubicBezTo>
                  <a:pt x="1084" y="0"/>
                  <a:pt x="2169" y="0"/>
                  <a:pt x="3253" y="0"/>
                </a:cubicBezTo>
                <a:cubicBezTo>
                  <a:pt x="5422" y="0"/>
                  <a:pt x="7590" y="0"/>
                  <a:pt x="9759" y="0"/>
                </a:cubicBezTo>
                <a:lnTo>
                  <a:pt x="12221" y="128"/>
                </a:lnTo>
                <a:cubicBezTo>
                  <a:pt x="13247" y="-42"/>
                  <a:pt x="14237" y="1759"/>
                  <a:pt x="14918" y="5028"/>
                </a:cubicBezTo>
                <a:cubicBezTo>
                  <a:pt x="15767" y="9107"/>
                  <a:pt x="15998" y="14794"/>
                  <a:pt x="16909" y="18455"/>
                </a:cubicBezTo>
                <a:cubicBezTo>
                  <a:pt x="17322" y="20113"/>
                  <a:pt x="17847" y="21183"/>
                  <a:pt x="18410" y="21558"/>
                </a:cubicBezTo>
                <a:lnTo>
                  <a:pt x="21600" y="21558"/>
                </a:lnTo>
              </a:path>
            </a:pathLst>
          </a:cu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56" name="Line">
            <a:extLst>
              <a:ext uri="{FF2B5EF4-FFF2-40B4-BE49-F238E27FC236}">
                <a16:creationId xmlns:a16="http://schemas.microsoft.com/office/drawing/2014/main" id="{78565ADF-D57A-E860-C008-FFF29009273D}"/>
              </a:ext>
            </a:extLst>
          </p:cNvPr>
          <p:cNvSpPr/>
          <p:nvPr/>
        </p:nvSpPr>
        <p:spPr>
          <a:xfrm>
            <a:off x="4444210" y="3334594"/>
            <a:ext cx="293849"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57" name="Line">
            <a:extLst>
              <a:ext uri="{FF2B5EF4-FFF2-40B4-BE49-F238E27FC236}">
                <a16:creationId xmlns:a16="http://schemas.microsoft.com/office/drawing/2014/main" id="{0EBF3AB1-4E68-D6A8-A9F1-3F0563064AE3}"/>
              </a:ext>
            </a:extLst>
          </p:cNvPr>
          <p:cNvSpPr/>
          <p:nvPr/>
        </p:nvSpPr>
        <p:spPr>
          <a:xfrm>
            <a:off x="4971174" y="3408814"/>
            <a:ext cx="573451" cy="0"/>
          </a:xfrm>
          <a:prstGeom prst="line">
            <a:avLst/>
          </a:prstGeom>
          <a:ln w="15875" cap="rnd">
            <a:solidFill>
              <a:schemeClr val="bg1">
                <a:lumMod val="50000"/>
              </a:schemeClr>
            </a:solidFill>
            <a:custDash>
              <a:ds d="100000" sp="200000"/>
            </a:custDash>
          </a:ln>
        </p:spPr>
        <p:txBody>
          <a:bodyPr lIns="10837" tIns="10837" rIns="10837" bIns="10837" anchor="ctr"/>
          <a:lstStyle/>
          <a:p>
            <a:pPr marL="160322" marR="0" lvl="0" indent="-152385" algn="l" defTabSz="412367" rtl="0" eaLnBrk="1" fontAlgn="base" latinLnBrk="0" hangingPunct="1">
              <a:lnSpc>
                <a:spcPct val="100000"/>
              </a:lnSpc>
              <a:spcBef>
                <a:spcPts val="125"/>
              </a:spcBef>
              <a:spcAft>
                <a:spcPct val="0"/>
              </a:spcAft>
              <a:buClr>
                <a:srgbClr val="FFFFFF"/>
              </a:buClr>
              <a:buSzPct val="80000"/>
              <a:buFont typeface="CiscoSansTT"/>
              <a:buChar char="•"/>
              <a:tabLst/>
              <a:defRPr sz="6400" u="sng">
                <a:solidFill>
                  <a:srgbClr val="74BF4B">
                    <a:satOff val="43760"/>
                    <a:lumOff val="-12739"/>
                  </a:srgbClr>
                </a:solidFill>
                <a:latin typeface="CiscoSansTT"/>
                <a:ea typeface="CiscoSansTT"/>
                <a:cs typeface="CiscoSansTT"/>
                <a:sym typeface="CiscoSansTT"/>
              </a:defRPr>
            </a:pPr>
            <a:endParaRPr kumimoji="0" sz="1600" u="sng"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CiscoSansTT"/>
              <a:sym typeface="CiscoSansTT"/>
            </a:endParaRPr>
          </a:p>
        </p:txBody>
      </p:sp>
      <p:sp>
        <p:nvSpPr>
          <p:cNvPr id="658" name="Circle">
            <a:extLst>
              <a:ext uri="{FF2B5EF4-FFF2-40B4-BE49-F238E27FC236}">
                <a16:creationId xmlns:a16="http://schemas.microsoft.com/office/drawing/2014/main" id="{7A9919BF-E5E3-F12D-D653-3B8221586264}"/>
              </a:ext>
            </a:extLst>
          </p:cNvPr>
          <p:cNvSpPr/>
          <p:nvPr/>
        </p:nvSpPr>
        <p:spPr>
          <a:xfrm>
            <a:off x="3043583" y="3162501"/>
            <a:ext cx="49811" cy="50906"/>
          </a:xfrm>
          <a:prstGeom prst="ellipse">
            <a:avLst/>
          </a:prstGeom>
          <a:solidFill>
            <a:schemeClr val="bg1">
              <a:lumMod val="50000"/>
            </a:schemeClr>
          </a:solidFill>
          <a:ln w="3175" cap="rnd">
            <a:noFill/>
          </a:ln>
        </p:spPr>
        <p:txBody>
          <a:bodyPr lIns="10837" tIns="10837" rIns="10837" bIns="10837" anchor="ctr"/>
          <a:lstStyle/>
          <a:p>
            <a:pPr algn="ctr" defTabSz="270808"/>
            <a:endParaRPr sz="1375" dirty="0">
              <a:solidFill>
                <a:srgbClr val="FFFFFF"/>
              </a:solidFill>
              <a:latin typeface="Inter" panose="02000503000000020004" pitchFamily="2" charset="0"/>
              <a:cs typeface="+mj-cs"/>
              <a:sym typeface="CiscoSansTT Light"/>
            </a:endParaRPr>
          </a:p>
        </p:txBody>
      </p:sp>
      <p:cxnSp>
        <p:nvCxnSpPr>
          <p:cNvPr id="659" name="Straight Connector 658">
            <a:extLst>
              <a:ext uri="{FF2B5EF4-FFF2-40B4-BE49-F238E27FC236}">
                <a16:creationId xmlns:a16="http://schemas.microsoft.com/office/drawing/2014/main" id="{2365ECD3-E0F9-9AAE-839A-7AAF00399ACF}"/>
              </a:ext>
            </a:extLst>
          </p:cNvPr>
          <p:cNvCxnSpPr>
            <a:cxnSpLocks/>
          </p:cNvCxnSpPr>
          <p:nvPr/>
        </p:nvCxnSpPr>
        <p:spPr>
          <a:xfrm flipV="1">
            <a:off x="4123024" y="2762194"/>
            <a:ext cx="0" cy="438634"/>
          </a:xfrm>
          <a:prstGeom prst="line">
            <a:avLst/>
          </a:prstGeom>
          <a:ln w="9525">
            <a:solidFill>
              <a:schemeClr val="tx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0" name="Straight Connector 659">
            <a:extLst>
              <a:ext uri="{FF2B5EF4-FFF2-40B4-BE49-F238E27FC236}">
                <a16:creationId xmlns:a16="http://schemas.microsoft.com/office/drawing/2014/main" id="{EEDA577F-8DC6-014D-95CB-50CA216E9265}"/>
              </a:ext>
            </a:extLst>
          </p:cNvPr>
          <p:cNvCxnSpPr>
            <a:cxnSpLocks/>
          </p:cNvCxnSpPr>
          <p:nvPr/>
        </p:nvCxnSpPr>
        <p:spPr>
          <a:xfrm flipV="1">
            <a:off x="1176093" y="2261543"/>
            <a:ext cx="0" cy="704461"/>
          </a:xfrm>
          <a:prstGeom prst="line">
            <a:avLst/>
          </a:prstGeom>
          <a:ln w="9525">
            <a:solidFill>
              <a:schemeClr val="tx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1" name="Straight Connector 660">
            <a:extLst>
              <a:ext uri="{FF2B5EF4-FFF2-40B4-BE49-F238E27FC236}">
                <a16:creationId xmlns:a16="http://schemas.microsoft.com/office/drawing/2014/main" id="{84741A7A-5208-4C86-B4DF-431DCC795BA9}"/>
              </a:ext>
            </a:extLst>
          </p:cNvPr>
          <p:cNvCxnSpPr>
            <a:cxnSpLocks/>
          </p:cNvCxnSpPr>
          <p:nvPr/>
        </p:nvCxnSpPr>
        <p:spPr>
          <a:xfrm flipV="1">
            <a:off x="2814210" y="2575713"/>
            <a:ext cx="0" cy="977409"/>
          </a:xfrm>
          <a:prstGeom prst="line">
            <a:avLst/>
          </a:prstGeom>
          <a:ln w="9525">
            <a:solidFill>
              <a:schemeClr val="tx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2" name="Elbow Connector 495">
            <a:extLst>
              <a:ext uri="{FF2B5EF4-FFF2-40B4-BE49-F238E27FC236}">
                <a16:creationId xmlns:a16="http://schemas.microsoft.com/office/drawing/2014/main" id="{C57D43EB-1C60-9187-D8EB-C6F1F4274749}"/>
              </a:ext>
            </a:extLst>
          </p:cNvPr>
          <p:cNvCxnSpPr>
            <a:cxnSpLocks/>
          </p:cNvCxnSpPr>
          <p:nvPr/>
        </p:nvCxnSpPr>
        <p:spPr>
          <a:xfrm flipV="1">
            <a:off x="6044475" y="3486271"/>
            <a:ext cx="1738803" cy="1094964"/>
          </a:xfrm>
          <a:prstGeom prst="bentConnector3">
            <a:avLst>
              <a:gd name="adj1" fmla="val 50000"/>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3" name="Elbow Connector 505">
            <a:extLst>
              <a:ext uri="{FF2B5EF4-FFF2-40B4-BE49-F238E27FC236}">
                <a16:creationId xmlns:a16="http://schemas.microsoft.com/office/drawing/2014/main" id="{D4BA02E6-1368-4786-121E-DC86B6F12C2C}"/>
              </a:ext>
            </a:extLst>
          </p:cNvPr>
          <p:cNvCxnSpPr>
            <a:cxnSpLocks/>
          </p:cNvCxnSpPr>
          <p:nvPr/>
        </p:nvCxnSpPr>
        <p:spPr>
          <a:xfrm flipV="1">
            <a:off x="3510378" y="3485338"/>
            <a:ext cx="3795452" cy="1361645"/>
          </a:xfrm>
          <a:prstGeom prst="bentConnector3">
            <a:avLst>
              <a:gd name="adj1" fmla="val 9797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4" name="Straight Arrow Connector 663">
            <a:extLst>
              <a:ext uri="{FF2B5EF4-FFF2-40B4-BE49-F238E27FC236}">
                <a16:creationId xmlns:a16="http://schemas.microsoft.com/office/drawing/2014/main" id="{9455797A-432F-403A-98D3-330776E1E655}"/>
              </a:ext>
            </a:extLst>
          </p:cNvPr>
          <p:cNvCxnSpPr>
            <a:cxnSpLocks/>
          </p:cNvCxnSpPr>
          <p:nvPr/>
        </p:nvCxnSpPr>
        <p:spPr>
          <a:xfrm flipH="1">
            <a:off x="8415869" y="3485904"/>
            <a:ext cx="435748" cy="0"/>
          </a:xfrm>
          <a:prstGeom prst="straightConnector1">
            <a:avLst/>
          </a:prstGeom>
          <a:ln w="25400">
            <a:solidFill>
              <a:schemeClr val="tx1"/>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665" name="TextBox 664">
            <a:extLst>
              <a:ext uri="{FF2B5EF4-FFF2-40B4-BE49-F238E27FC236}">
                <a16:creationId xmlns:a16="http://schemas.microsoft.com/office/drawing/2014/main" id="{77CED39C-9D5A-23AB-CDF7-B09DCF3E18E9}"/>
              </a:ext>
            </a:extLst>
          </p:cNvPr>
          <p:cNvSpPr txBox="1"/>
          <p:nvPr/>
        </p:nvSpPr>
        <p:spPr>
          <a:xfrm>
            <a:off x="8013548" y="3326646"/>
            <a:ext cx="466356" cy="296216"/>
          </a:xfrm>
          <a:prstGeom prst="rect">
            <a:avLst/>
          </a:prstGeom>
          <a:noFill/>
        </p:spPr>
        <p:txBody>
          <a:bodyPr wrap="square" lIns="0" tIns="45720" rIns="0" bIns="45720" rtlCol="0" anchor="ctr" anchorCtr="0">
            <a:noAutofit/>
          </a:bodyPr>
          <a:lstStyle/>
          <a:p>
            <a:pPr marL="0" marR="0" lvl="0" indent="0" algn="ctr" defTabSz="412367" rtl="0" eaLnBrk="1" fontAlgn="base" latinLnBrk="0" hangingPunct="1">
              <a:lnSpc>
                <a:spcPct val="100000"/>
              </a:lnSpc>
              <a:spcBef>
                <a:spcPct val="0"/>
              </a:spcBef>
              <a:spcAft>
                <a:spcPct val="0"/>
              </a:spcAft>
              <a:buClrTx/>
              <a:buSzTx/>
              <a:buFontTx/>
              <a:buNone/>
              <a:tabLst/>
              <a:defRPr/>
            </a:pPr>
            <a:r>
              <a:rPr kumimoji="0" lang="en-US" sz="1400" u="none" strike="noStrike" kern="1200" cap="none" spc="0" normalizeH="0" baseline="0" noProof="0" dirty="0" err="1">
                <a:ln>
                  <a:noFill/>
                </a:ln>
                <a:effectLst/>
                <a:uLnTx/>
                <a:uFillTx/>
                <a:latin typeface="Inter" panose="02000503000000020004" pitchFamily="2" charset="0"/>
                <a:ea typeface="ＭＳ Ｐゴシック"/>
              </a:rPr>
              <a:t>Elit</a:t>
            </a:r>
            <a:endParaRPr kumimoji="0" lang="en-US" sz="1400" u="none" strike="noStrike" kern="1200" cap="none" spc="0" normalizeH="0" baseline="0" noProof="0" dirty="0">
              <a:ln>
                <a:noFill/>
              </a:ln>
              <a:effectLst/>
              <a:uLnTx/>
              <a:uFillTx/>
              <a:latin typeface="Inter" panose="02000503000000020004" pitchFamily="2" charset="0"/>
              <a:ea typeface="ＭＳ Ｐゴシック" charset="0"/>
            </a:endParaRPr>
          </a:p>
        </p:txBody>
      </p:sp>
      <p:cxnSp>
        <p:nvCxnSpPr>
          <p:cNvPr id="666" name="Straight Connector 665">
            <a:extLst>
              <a:ext uri="{FF2B5EF4-FFF2-40B4-BE49-F238E27FC236}">
                <a16:creationId xmlns:a16="http://schemas.microsoft.com/office/drawing/2014/main" id="{FCCBDF22-66FB-1CE8-DD0D-C2E918E70E16}"/>
              </a:ext>
            </a:extLst>
          </p:cNvPr>
          <p:cNvCxnSpPr>
            <a:cxnSpLocks/>
          </p:cNvCxnSpPr>
          <p:nvPr/>
        </p:nvCxnSpPr>
        <p:spPr>
          <a:xfrm>
            <a:off x="3510379" y="4154997"/>
            <a:ext cx="0" cy="695042"/>
          </a:xfrm>
          <a:prstGeom prst="line">
            <a:avLst/>
          </a:prstGeom>
          <a:ln w="9525">
            <a:solidFill>
              <a:schemeClr val="tx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7" name="Straight Connector 666">
            <a:extLst>
              <a:ext uri="{FF2B5EF4-FFF2-40B4-BE49-F238E27FC236}">
                <a16:creationId xmlns:a16="http://schemas.microsoft.com/office/drawing/2014/main" id="{40680863-03C2-C5C6-48A6-5C6FB6979831}"/>
              </a:ext>
            </a:extLst>
          </p:cNvPr>
          <p:cNvCxnSpPr>
            <a:cxnSpLocks/>
          </p:cNvCxnSpPr>
          <p:nvPr/>
        </p:nvCxnSpPr>
        <p:spPr>
          <a:xfrm>
            <a:off x="6035767" y="4140401"/>
            <a:ext cx="0" cy="440834"/>
          </a:xfrm>
          <a:prstGeom prst="line">
            <a:avLst/>
          </a:prstGeom>
          <a:ln w="9525">
            <a:solidFill>
              <a:schemeClr val="tx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668" name="Straight Arrow Connector 667">
            <a:extLst>
              <a:ext uri="{FF2B5EF4-FFF2-40B4-BE49-F238E27FC236}">
                <a16:creationId xmlns:a16="http://schemas.microsoft.com/office/drawing/2014/main" id="{B39C20D9-3A9A-7481-7E30-F2DDE4B4DFBA}"/>
              </a:ext>
            </a:extLst>
          </p:cNvPr>
          <p:cNvCxnSpPr>
            <a:cxnSpLocks/>
          </p:cNvCxnSpPr>
          <p:nvPr/>
        </p:nvCxnSpPr>
        <p:spPr>
          <a:xfrm>
            <a:off x="7570469" y="3485904"/>
            <a:ext cx="390375" cy="0"/>
          </a:xfrm>
          <a:prstGeom prst="straightConnector1">
            <a:avLst/>
          </a:prstGeom>
          <a:ln w="25400">
            <a:solidFill>
              <a:schemeClr val="tx1"/>
            </a:solidFill>
            <a:headEnd type="arrow" w="lg" len="med"/>
            <a:tailEnd type="none" w="lg" len="med"/>
          </a:ln>
        </p:spPr>
        <p:style>
          <a:lnRef idx="1">
            <a:schemeClr val="accent1"/>
          </a:lnRef>
          <a:fillRef idx="0">
            <a:schemeClr val="accent1"/>
          </a:fillRef>
          <a:effectRef idx="0">
            <a:schemeClr val="accent1"/>
          </a:effectRef>
          <a:fontRef idx="minor">
            <a:schemeClr val="tx1"/>
          </a:fontRef>
        </p:style>
      </p:cxnSp>
      <p:sp>
        <p:nvSpPr>
          <p:cNvPr id="669" name="Freeform 93">
            <a:extLst>
              <a:ext uri="{FF2B5EF4-FFF2-40B4-BE49-F238E27FC236}">
                <a16:creationId xmlns:a16="http://schemas.microsoft.com/office/drawing/2014/main" id="{144A0AF4-0133-5B24-101F-626387222543}"/>
              </a:ext>
            </a:extLst>
          </p:cNvPr>
          <p:cNvSpPr>
            <a:spLocks noChangeAspect="1"/>
          </p:cNvSpPr>
          <p:nvPr/>
        </p:nvSpPr>
        <p:spPr>
          <a:xfrm>
            <a:off x="779715" y="2853473"/>
            <a:ext cx="228600" cy="210944"/>
          </a:xfrm>
          <a:custGeom>
            <a:avLst/>
            <a:gdLst>
              <a:gd name="connsiteX0" fmla="*/ 0 w 585787"/>
              <a:gd name="connsiteY0" fmla="*/ 311944 h 540543"/>
              <a:gd name="connsiteX1" fmla="*/ 7144 w 585787"/>
              <a:gd name="connsiteY1" fmla="*/ 319088 h 540543"/>
              <a:gd name="connsiteX2" fmla="*/ 38100 w 585787"/>
              <a:gd name="connsiteY2" fmla="*/ 319088 h 540543"/>
              <a:gd name="connsiteX3" fmla="*/ 38100 w 585787"/>
              <a:gd name="connsiteY3" fmla="*/ 540544 h 540543"/>
              <a:gd name="connsiteX4" fmla="*/ 52388 w 585787"/>
              <a:gd name="connsiteY4" fmla="*/ 540544 h 540543"/>
              <a:gd name="connsiteX5" fmla="*/ 52388 w 585787"/>
              <a:gd name="connsiteY5" fmla="*/ 319088 h 540543"/>
              <a:gd name="connsiteX6" fmla="*/ 381000 w 585787"/>
              <a:gd name="connsiteY6" fmla="*/ 319088 h 540543"/>
              <a:gd name="connsiteX7" fmla="*/ 381000 w 585787"/>
              <a:gd name="connsiteY7" fmla="*/ 540544 h 540543"/>
              <a:gd name="connsiteX8" fmla="*/ 395288 w 585787"/>
              <a:gd name="connsiteY8" fmla="*/ 540544 h 540543"/>
              <a:gd name="connsiteX9" fmla="*/ 395288 w 585787"/>
              <a:gd name="connsiteY9" fmla="*/ 471488 h 540543"/>
              <a:gd name="connsiteX10" fmla="*/ 533400 w 585787"/>
              <a:gd name="connsiteY10" fmla="*/ 471488 h 540543"/>
              <a:gd name="connsiteX11" fmla="*/ 533400 w 585787"/>
              <a:gd name="connsiteY11" fmla="*/ 540544 h 540543"/>
              <a:gd name="connsiteX12" fmla="*/ 547688 w 585787"/>
              <a:gd name="connsiteY12" fmla="*/ 540544 h 540543"/>
              <a:gd name="connsiteX13" fmla="*/ 547688 w 585787"/>
              <a:gd name="connsiteY13" fmla="*/ 319088 h 540543"/>
              <a:gd name="connsiteX14" fmla="*/ 578644 w 585787"/>
              <a:gd name="connsiteY14" fmla="*/ 319088 h 540543"/>
              <a:gd name="connsiteX15" fmla="*/ 585788 w 585787"/>
              <a:gd name="connsiteY15" fmla="*/ 311944 h 540543"/>
              <a:gd name="connsiteX16" fmla="*/ 585788 w 585787"/>
              <a:gd name="connsiteY16" fmla="*/ 254794 h 540543"/>
              <a:gd name="connsiteX17" fmla="*/ 578644 w 585787"/>
              <a:gd name="connsiteY17" fmla="*/ 247650 h 540543"/>
              <a:gd name="connsiteX18" fmla="*/ 528638 w 585787"/>
              <a:gd name="connsiteY18" fmla="*/ 247650 h 540543"/>
              <a:gd name="connsiteX19" fmla="*/ 528638 w 585787"/>
              <a:gd name="connsiteY19" fmla="*/ 178594 h 540543"/>
              <a:gd name="connsiteX20" fmla="*/ 521494 w 585787"/>
              <a:gd name="connsiteY20" fmla="*/ 171450 h 540543"/>
              <a:gd name="connsiteX21" fmla="*/ 490538 w 585787"/>
              <a:gd name="connsiteY21" fmla="*/ 171450 h 540543"/>
              <a:gd name="connsiteX22" fmla="*/ 490538 w 585787"/>
              <a:gd name="connsiteY22" fmla="*/ 159544 h 540543"/>
              <a:gd name="connsiteX23" fmla="*/ 521494 w 585787"/>
              <a:gd name="connsiteY23" fmla="*/ 128588 h 540543"/>
              <a:gd name="connsiteX24" fmla="*/ 521494 w 585787"/>
              <a:gd name="connsiteY24" fmla="*/ 114300 h 540543"/>
              <a:gd name="connsiteX25" fmla="*/ 490538 w 585787"/>
              <a:gd name="connsiteY25" fmla="*/ 126682 h 540543"/>
              <a:gd name="connsiteX26" fmla="*/ 490538 w 585787"/>
              <a:gd name="connsiteY26" fmla="*/ 121444 h 540543"/>
              <a:gd name="connsiteX27" fmla="*/ 445294 w 585787"/>
              <a:gd name="connsiteY27" fmla="*/ 76200 h 540543"/>
              <a:gd name="connsiteX28" fmla="*/ 445294 w 585787"/>
              <a:gd name="connsiteY28" fmla="*/ 90488 h 540543"/>
              <a:gd name="connsiteX29" fmla="*/ 476250 w 585787"/>
              <a:gd name="connsiteY29" fmla="*/ 121444 h 540543"/>
              <a:gd name="connsiteX30" fmla="*/ 476250 w 585787"/>
              <a:gd name="connsiteY30" fmla="*/ 171450 h 540543"/>
              <a:gd name="connsiteX31" fmla="*/ 445294 w 585787"/>
              <a:gd name="connsiteY31" fmla="*/ 171450 h 540543"/>
              <a:gd name="connsiteX32" fmla="*/ 438150 w 585787"/>
              <a:gd name="connsiteY32" fmla="*/ 178594 h 540543"/>
              <a:gd name="connsiteX33" fmla="*/ 438150 w 585787"/>
              <a:gd name="connsiteY33" fmla="*/ 247650 h 540543"/>
              <a:gd name="connsiteX34" fmla="*/ 223838 w 585787"/>
              <a:gd name="connsiteY34" fmla="*/ 247650 h 540543"/>
              <a:gd name="connsiteX35" fmla="*/ 223838 w 585787"/>
              <a:gd name="connsiteY35" fmla="*/ 223838 h 540543"/>
              <a:gd name="connsiteX36" fmla="*/ 369094 w 585787"/>
              <a:gd name="connsiteY36" fmla="*/ 223838 h 540543"/>
              <a:gd name="connsiteX37" fmla="*/ 395288 w 585787"/>
              <a:gd name="connsiteY37" fmla="*/ 197644 h 540543"/>
              <a:gd name="connsiteX38" fmla="*/ 395288 w 585787"/>
              <a:gd name="connsiteY38" fmla="*/ 26194 h 540543"/>
              <a:gd name="connsiteX39" fmla="*/ 369094 w 585787"/>
              <a:gd name="connsiteY39" fmla="*/ 0 h 540543"/>
              <a:gd name="connsiteX40" fmla="*/ 64294 w 585787"/>
              <a:gd name="connsiteY40" fmla="*/ 0 h 540543"/>
              <a:gd name="connsiteX41" fmla="*/ 38100 w 585787"/>
              <a:gd name="connsiteY41" fmla="*/ 26194 h 540543"/>
              <a:gd name="connsiteX42" fmla="*/ 38100 w 585787"/>
              <a:gd name="connsiteY42" fmla="*/ 197644 h 540543"/>
              <a:gd name="connsiteX43" fmla="*/ 64294 w 585787"/>
              <a:gd name="connsiteY43" fmla="*/ 223838 h 540543"/>
              <a:gd name="connsiteX44" fmla="*/ 209550 w 585787"/>
              <a:gd name="connsiteY44" fmla="*/ 223838 h 540543"/>
              <a:gd name="connsiteX45" fmla="*/ 209550 w 585787"/>
              <a:gd name="connsiteY45" fmla="*/ 247650 h 540543"/>
              <a:gd name="connsiteX46" fmla="*/ 7144 w 585787"/>
              <a:gd name="connsiteY46" fmla="*/ 247650 h 540543"/>
              <a:gd name="connsiteX47" fmla="*/ 0 w 585787"/>
              <a:gd name="connsiteY47" fmla="*/ 254794 h 540543"/>
              <a:gd name="connsiteX48" fmla="*/ 0 w 585787"/>
              <a:gd name="connsiteY48" fmla="*/ 311944 h 540543"/>
              <a:gd name="connsiteX49" fmla="*/ 533400 w 585787"/>
              <a:gd name="connsiteY49" fmla="*/ 457200 h 540543"/>
              <a:gd name="connsiteX50" fmla="*/ 395288 w 585787"/>
              <a:gd name="connsiteY50" fmla="*/ 457200 h 540543"/>
              <a:gd name="connsiteX51" fmla="*/ 395288 w 585787"/>
              <a:gd name="connsiteY51" fmla="*/ 395288 h 540543"/>
              <a:gd name="connsiteX52" fmla="*/ 533400 w 585787"/>
              <a:gd name="connsiteY52" fmla="*/ 395288 h 540543"/>
              <a:gd name="connsiteX53" fmla="*/ 533400 w 585787"/>
              <a:gd name="connsiteY53" fmla="*/ 457200 h 540543"/>
              <a:gd name="connsiteX54" fmla="*/ 533400 w 585787"/>
              <a:gd name="connsiteY54" fmla="*/ 381000 h 540543"/>
              <a:gd name="connsiteX55" fmla="*/ 395288 w 585787"/>
              <a:gd name="connsiteY55" fmla="*/ 381000 h 540543"/>
              <a:gd name="connsiteX56" fmla="*/ 395288 w 585787"/>
              <a:gd name="connsiteY56" fmla="*/ 319088 h 540543"/>
              <a:gd name="connsiteX57" fmla="*/ 533400 w 585787"/>
              <a:gd name="connsiteY57" fmla="*/ 319088 h 540543"/>
              <a:gd name="connsiteX58" fmla="*/ 533400 w 585787"/>
              <a:gd name="connsiteY58" fmla="*/ 381000 h 540543"/>
              <a:gd name="connsiteX59" fmla="*/ 452438 w 585787"/>
              <a:gd name="connsiteY59" fmla="*/ 185738 h 540543"/>
              <a:gd name="connsiteX60" fmla="*/ 514350 w 585787"/>
              <a:gd name="connsiteY60" fmla="*/ 185738 h 540543"/>
              <a:gd name="connsiteX61" fmla="*/ 514350 w 585787"/>
              <a:gd name="connsiteY61" fmla="*/ 247650 h 540543"/>
              <a:gd name="connsiteX62" fmla="*/ 452438 w 585787"/>
              <a:gd name="connsiteY62" fmla="*/ 247650 h 540543"/>
              <a:gd name="connsiteX63" fmla="*/ 452438 w 585787"/>
              <a:gd name="connsiteY63" fmla="*/ 185738 h 540543"/>
              <a:gd name="connsiteX64" fmla="*/ 52388 w 585787"/>
              <a:gd name="connsiteY64" fmla="*/ 26194 h 540543"/>
              <a:gd name="connsiteX65" fmla="*/ 64294 w 585787"/>
              <a:gd name="connsiteY65" fmla="*/ 14288 h 540543"/>
              <a:gd name="connsiteX66" fmla="*/ 369094 w 585787"/>
              <a:gd name="connsiteY66" fmla="*/ 14288 h 540543"/>
              <a:gd name="connsiteX67" fmla="*/ 381000 w 585787"/>
              <a:gd name="connsiteY67" fmla="*/ 26194 h 540543"/>
              <a:gd name="connsiteX68" fmla="*/ 381000 w 585787"/>
              <a:gd name="connsiteY68" fmla="*/ 171450 h 540543"/>
              <a:gd name="connsiteX69" fmla="*/ 52388 w 585787"/>
              <a:gd name="connsiteY69" fmla="*/ 171450 h 540543"/>
              <a:gd name="connsiteX70" fmla="*/ 52388 w 585787"/>
              <a:gd name="connsiteY70" fmla="*/ 26194 h 540543"/>
              <a:gd name="connsiteX71" fmla="*/ 64294 w 585787"/>
              <a:gd name="connsiteY71" fmla="*/ 209550 h 540543"/>
              <a:gd name="connsiteX72" fmla="*/ 52388 w 585787"/>
              <a:gd name="connsiteY72" fmla="*/ 197644 h 540543"/>
              <a:gd name="connsiteX73" fmla="*/ 52388 w 585787"/>
              <a:gd name="connsiteY73" fmla="*/ 185738 h 540543"/>
              <a:gd name="connsiteX74" fmla="*/ 381000 w 585787"/>
              <a:gd name="connsiteY74" fmla="*/ 185738 h 540543"/>
              <a:gd name="connsiteX75" fmla="*/ 381000 w 585787"/>
              <a:gd name="connsiteY75" fmla="*/ 197644 h 540543"/>
              <a:gd name="connsiteX76" fmla="*/ 369094 w 585787"/>
              <a:gd name="connsiteY76" fmla="*/ 209550 h 540543"/>
              <a:gd name="connsiteX77" fmla="*/ 64294 w 585787"/>
              <a:gd name="connsiteY77" fmla="*/ 209550 h 540543"/>
              <a:gd name="connsiteX78" fmla="*/ 14288 w 585787"/>
              <a:gd name="connsiteY78" fmla="*/ 261938 h 540543"/>
              <a:gd name="connsiteX79" fmla="*/ 571500 w 585787"/>
              <a:gd name="connsiteY79" fmla="*/ 261938 h 540543"/>
              <a:gd name="connsiteX80" fmla="*/ 571500 w 585787"/>
              <a:gd name="connsiteY80" fmla="*/ 304800 h 540543"/>
              <a:gd name="connsiteX81" fmla="*/ 14288 w 585787"/>
              <a:gd name="connsiteY81" fmla="*/ 304800 h 540543"/>
              <a:gd name="connsiteX82" fmla="*/ 14288 w 585787"/>
              <a:gd name="connsiteY82" fmla="*/ 261938 h 540543"/>
              <a:gd name="connsiteX83" fmla="*/ 454819 w 585787"/>
              <a:gd name="connsiteY83" fmla="*/ 350044 h 540543"/>
              <a:gd name="connsiteX84" fmla="*/ 464344 w 585787"/>
              <a:gd name="connsiteY84" fmla="*/ 340519 h 540543"/>
              <a:gd name="connsiteX85" fmla="*/ 473869 w 585787"/>
              <a:gd name="connsiteY85" fmla="*/ 350044 h 540543"/>
              <a:gd name="connsiteX86" fmla="*/ 464344 w 585787"/>
              <a:gd name="connsiteY86" fmla="*/ 359569 h 540543"/>
              <a:gd name="connsiteX87" fmla="*/ 454819 w 585787"/>
              <a:gd name="connsiteY87" fmla="*/ 350044 h 540543"/>
              <a:gd name="connsiteX88" fmla="*/ 454819 w 585787"/>
              <a:gd name="connsiteY88" fmla="*/ 426244 h 540543"/>
              <a:gd name="connsiteX89" fmla="*/ 464344 w 585787"/>
              <a:gd name="connsiteY89" fmla="*/ 416719 h 540543"/>
              <a:gd name="connsiteX90" fmla="*/ 473869 w 585787"/>
              <a:gd name="connsiteY90" fmla="*/ 426244 h 540543"/>
              <a:gd name="connsiteX91" fmla="*/ 464344 w 585787"/>
              <a:gd name="connsiteY91" fmla="*/ 435769 h 540543"/>
              <a:gd name="connsiteX92" fmla="*/ 454819 w 585787"/>
              <a:gd name="connsiteY92" fmla="*/ 426244 h 540543"/>
              <a:gd name="connsiteX93" fmla="*/ 464344 w 585787"/>
              <a:gd name="connsiteY93" fmla="*/ 511969 h 540543"/>
              <a:gd name="connsiteX94" fmla="*/ 454819 w 585787"/>
              <a:gd name="connsiteY94" fmla="*/ 502444 h 540543"/>
              <a:gd name="connsiteX95" fmla="*/ 464344 w 585787"/>
              <a:gd name="connsiteY95" fmla="*/ 492919 h 540543"/>
              <a:gd name="connsiteX96" fmla="*/ 473869 w 585787"/>
              <a:gd name="connsiteY96" fmla="*/ 502444 h 540543"/>
              <a:gd name="connsiteX97" fmla="*/ 464344 w 585787"/>
              <a:gd name="connsiteY97" fmla="*/ 511969 h 54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85787" h="540543">
                <a:moveTo>
                  <a:pt x="0" y="311944"/>
                </a:moveTo>
                <a:cubicBezTo>
                  <a:pt x="0" y="315849"/>
                  <a:pt x="3239" y="319088"/>
                  <a:pt x="7144" y="319088"/>
                </a:cubicBezTo>
                <a:lnTo>
                  <a:pt x="38100" y="319088"/>
                </a:lnTo>
                <a:lnTo>
                  <a:pt x="38100" y="540544"/>
                </a:lnTo>
                <a:lnTo>
                  <a:pt x="52388" y="540544"/>
                </a:lnTo>
                <a:lnTo>
                  <a:pt x="52388" y="319088"/>
                </a:lnTo>
                <a:lnTo>
                  <a:pt x="381000" y="319088"/>
                </a:lnTo>
                <a:lnTo>
                  <a:pt x="381000" y="540544"/>
                </a:lnTo>
                <a:lnTo>
                  <a:pt x="395288" y="540544"/>
                </a:lnTo>
                <a:lnTo>
                  <a:pt x="395288" y="471488"/>
                </a:lnTo>
                <a:lnTo>
                  <a:pt x="533400" y="471488"/>
                </a:lnTo>
                <a:lnTo>
                  <a:pt x="533400" y="540544"/>
                </a:lnTo>
                <a:lnTo>
                  <a:pt x="547688" y="540544"/>
                </a:lnTo>
                <a:lnTo>
                  <a:pt x="547688" y="319088"/>
                </a:lnTo>
                <a:lnTo>
                  <a:pt x="578644" y="319088"/>
                </a:lnTo>
                <a:cubicBezTo>
                  <a:pt x="582549" y="319088"/>
                  <a:pt x="585788" y="315849"/>
                  <a:pt x="585788" y="311944"/>
                </a:cubicBezTo>
                <a:lnTo>
                  <a:pt x="585788" y="254794"/>
                </a:lnTo>
                <a:cubicBezTo>
                  <a:pt x="585788" y="250889"/>
                  <a:pt x="582549" y="247650"/>
                  <a:pt x="578644" y="247650"/>
                </a:cubicBezTo>
                <a:lnTo>
                  <a:pt x="528638" y="247650"/>
                </a:lnTo>
                <a:lnTo>
                  <a:pt x="528638" y="178594"/>
                </a:lnTo>
                <a:cubicBezTo>
                  <a:pt x="528638" y="174689"/>
                  <a:pt x="525399" y="171450"/>
                  <a:pt x="521494" y="171450"/>
                </a:cubicBezTo>
                <a:lnTo>
                  <a:pt x="490538" y="171450"/>
                </a:lnTo>
                <a:lnTo>
                  <a:pt x="490538" y="159544"/>
                </a:lnTo>
                <a:cubicBezTo>
                  <a:pt x="490538" y="142494"/>
                  <a:pt x="504444" y="128588"/>
                  <a:pt x="521494" y="128588"/>
                </a:cubicBezTo>
                <a:lnTo>
                  <a:pt x="521494" y="114300"/>
                </a:lnTo>
                <a:cubicBezTo>
                  <a:pt x="509492" y="114300"/>
                  <a:pt x="498634" y="119063"/>
                  <a:pt x="490538" y="126682"/>
                </a:cubicBezTo>
                <a:lnTo>
                  <a:pt x="490538" y="121444"/>
                </a:lnTo>
                <a:cubicBezTo>
                  <a:pt x="490538" y="96488"/>
                  <a:pt x="470249" y="76200"/>
                  <a:pt x="445294" y="76200"/>
                </a:cubicBezTo>
                <a:lnTo>
                  <a:pt x="445294" y="90488"/>
                </a:lnTo>
                <a:cubicBezTo>
                  <a:pt x="462344" y="90488"/>
                  <a:pt x="476250" y="104394"/>
                  <a:pt x="476250" y="121444"/>
                </a:cubicBezTo>
                <a:lnTo>
                  <a:pt x="476250" y="171450"/>
                </a:lnTo>
                <a:lnTo>
                  <a:pt x="445294" y="171450"/>
                </a:lnTo>
                <a:cubicBezTo>
                  <a:pt x="441389" y="171450"/>
                  <a:pt x="438150" y="174689"/>
                  <a:pt x="438150" y="178594"/>
                </a:cubicBezTo>
                <a:lnTo>
                  <a:pt x="438150" y="247650"/>
                </a:lnTo>
                <a:lnTo>
                  <a:pt x="223838" y="247650"/>
                </a:lnTo>
                <a:lnTo>
                  <a:pt x="223838" y="223838"/>
                </a:lnTo>
                <a:lnTo>
                  <a:pt x="369094" y="223838"/>
                </a:lnTo>
                <a:cubicBezTo>
                  <a:pt x="383572" y="223838"/>
                  <a:pt x="395288" y="212122"/>
                  <a:pt x="395288" y="197644"/>
                </a:cubicBezTo>
                <a:lnTo>
                  <a:pt x="395288" y="26194"/>
                </a:lnTo>
                <a:cubicBezTo>
                  <a:pt x="395288" y="11716"/>
                  <a:pt x="383572" y="0"/>
                  <a:pt x="369094" y="0"/>
                </a:cubicBezTo>
                <a:lnTo>
                  <a:pt x="64294" y="0"/>
                </a:lnTo>
                <a:cubicBezTo>
                  <a:pt x="49816" y="0"/>
                  <a:pt x="38100" y="11716"/>
                  <a:pt x="38100" y="26194"/>
                </a:cubicBezTo>
                <a:lnTo>
                  <a:pt x="38100" y="197644"/>
                </a:lnTo>
                <a:cubicBezTo>
                  <a:pt x="38100" y="212122"/>
                  <a:pt x="49816" y="223838"/>
                  <a:pt x="64294" y="223838"/>
                </a:cubicBezTo>
                <a:lnTo>
                  <a:pt x="209550" y="223838"/>
                </a:lnTo>
                <a:lnTo>
                  <a:pt x="209550" y="247650"/>
                </a:lnTo>
                <a:lnTo>
                  <a:pt x="7144" y="247650"/>
                </a:lnTo>
                <a:cubicBezTo>
                  <a:pt x="3239" y="247650"/>
                  <a:pt x="0" y="250889"/>
                  <a:pt x="0" y="254794"/>
                </a:cubicBezTo>
                <a:lnTo>
                  <a:pt x="0" y="311944"/>
                </a:lnTo>
                <a:close/>
                <a:moveTo>
                  <a:pt x="533400" y="457200"/>
                </a:moveTo>
                <a:lnTo>
                  <a:pt x="395288" y="457200"/>
                </a:lnTo>
                <a:lnTo>
                  <a:pt x="395288" y="395288"/>
                </a:lnTo>
                <a:lnTo>
                  <a:pt x="533400" y="395288"/>
                </a:lnTo>
                <a:lnTo>
                  <a:pt x="533400" y="457200"/>
                </a:lnTo>
                <a:close/>
                <a:moveTo>
                  <a:pt x="533400" y="381000"/>
                </a:moveTo>
                <a:lnTo>
                  <a:pt x="395288" y="381000"/>
                </a:lnTo>
                <a:lnTo>
                  <a:pt x="395288" y="319088"/>
                </a:lnTo>
                <a:lnTo>
                  <a:pt x="533400" y="319088"/>
                </a:lnTo>
                <a:lnTo>
                  <a:pt x="533400" y="381000"/>
                </a:lnTo>
                <a:close/>
                <a:moveTo>
                  <a:pt x="452438" y="185738"/>
                </a:moveTo>
                <a:lnTo>
                  <a:pt x="514350" y="185738"/>
                </a:lnTo>
                <a:lnTo>
                  <a:pt x="514350" y="247650"/>
                </a:lnTo>
                <a:lnTo>
                  <a:pt x="452438" y="247650"/>
                </a:lnTo>
                <a:lnTo>
                  <a:pt x="452438" y="185738"/>
                </a:lnTo>
                <a:close/>
                <a:moveTo>
                  <a:pt x="52388" y="26194"/>
                </a:moveTo>
                <a:cubicBezTo>
                  <a:pt x="52388" y="19622"/>
                  <a:pt x="57722" y="14288"/>
                  <a:pt x="64294" y="14288"/>
                </a:cubicBezTo>
                <a:lnTo>
                  <a:pt x="369094" y="14288"/>
                </a:lnTo>
                <a:cubicBezTo>
                  <a:pt x="375666" y="14288"/>
                  <a:pt x="381000" y="19622"/>
                  <a:pt x="381000" y="26194"/>
                </a:cubicBezTo>
                <a:lnTo>
                  <a:pt x="381000" y="171450"/>
                </a:lnTo>
                <a:lnTo>
                  <a:pt x="52388" y="171450"/>
                </a:lnTo>
                <a:lnTo>
                  <a:pt x="52388" y="26194"/>
                </a:lnTo>
                <a:close/>
                <a:moveTo>
                  <a:pt x="64294" y="209550"/>
                </a:moveTo>
                <a:cubicBezTo>
                  <a:pt x="57722" y="209550"/>
                  <a:pt x="52388" y="204216"/>
                  <a:pt x="52388" y="197644"/>
                </a:cubicBezTo>
                <a:lnTo>
                  <a:pt x="52388" y="185738"/>
                </a:lnTo>
                <a:lnTo>
                  <a:pt x="381000" y="185738"/>
                </a:lnTo>
                <a:lnTo>
                  <a:pt x="381000" y="197644"/>
                </a:lnTo>
                <a:cubicBezTo>
                  <a:pt x="381000" y="204216"/>
                  <a:pt x="375666" y="209550"/>
                  <a:pt x="369094" y="209550"/>
                </a:cubicBezTo>
                <a:lnTo>
                  <a:pt x="64294" y="209550"/>
                </a:lnTo>
                <a:close/>
                <a:moveTo>
                  <a:pt x="14288" y="261938"/>
                </a:moveTo>
                <a:lnTo>
                  <a:pt x="571500" y="261938"/>
                </a:lnTo>
                <a:lnTo>
                  <a:pt x="571500" y="304800"/>
                </a:lnTo>
                <a:lnTo>
                  <a:pt x="14288" y="304800"/>
                </a:lnTo>
                <a:lnTo>
                  <a:pt x="14288" y="261938"/>
                </a:lnTo>
                <a:close/>
                <a:moveTo>
                  <a:pt x="454819" y="350044"/>
                </a:moveTo>
                <a:cubicBezTo>
                  <a:pt x="454819" y="344805"/>
                  <a:pt x="459105" y="340519"/>
                  <a:pt x="464344" y="340519"/>
                </a:cubicBezTo>
                <a:cubicBezTo>
                  <a:pt x="469583" y="340519"/>
                  <a:pt x="473869" y="344805"/>
                  <a:pt x="473869" y="350044"/>
                </a:cubicBezTo>
                <a:cubicBezTo>
                  <a:pt x="473869" y="355283"/>
                  <a:pt x="469583" y="359569"/>
                  <a:pt x="464344" y="359569"/>
                </a:cubicBezTo>
                <a:cubicBezTo>
                  <a:pt x="459105" y="359569"/>
                  <a:pt x="454819" y="355283"/>
                  <a:pt x="454819" y="350044"/>
                </a:cubicBezTo>
                <a:close/>
                <a:moveTo>
                  <a:pt x="454819" y="426244"/>
                </a:moveTo>
                <a:cubicBezTo>
                  <a:pt x="454819" y="421005"/>
                  <a:pt x="459105" y="416719"/>
                  <a:pt x="464344" y="416719"/>
                </a:cubicBezTo>
                <a:cubicBezTo>
                  <a:pt x="469583" y="416719"/>
                  <a:pt x="473869" y="421005"/>
                  <a:pt x="473869" y="426244"/>
                </a:cubicBezTo>
                <a:cubicBezTo>
                  <a:pt x="473869" y="431483"/>
                  <a:pt x="469583" y="435769"/>
                  <a:pt x="464344" y="435769"/>
                </a:cubicBezTo>
                <a:cubicBezTo>
                  <a:pt x="459105" y="435769"/>
                  <a:pt x="454819" y="431483"/>
                  <a:pt x="454819" y="426244"/>
                </a:cubicBezTo>
                <a:close/>
                <a:moveTo>
                  <a:pt x="464344" y="511969"/>
                </a:moveTo>
                <a:cubicBezTo>
                  <a:pt x="459105" y="511969"/>
                  <a:pt x="454819" y="507683"/>
                  <a:pt x="454819" y="502444"/>
                </a:cubicBezTo>
                <a:cubicBezTo>
                  <a:pt x="454819" y="497205"/>
                  <a:pt x="459105" y="492919"/>
                  <a:pt x="464344" y="492919"/>
                </a:cubicBezTo>
                <a:cubicBezTo>
                  <a:pt x="469583" y="492919"/>
                  <a:pt x="473869" y="497205"/>
                  <a:pt x="473869" y="502444"/>
                </a:cubicBezTo>
                <a:cubicBezTo>
                  <a:pt x="473869" y="507683"/>
                  <a:pt x="469583" y="511969"/>
                  <a:pt x="464344" y="511969"/>
                </a:cubicBezTo>
                <a:close/>
              </a:path>
            </a:pathLst>
          </a:custGeom>
          <a:solidFill>
            <a:schemeClr val="tx1"/>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0" name="Freeform 133">
            <a:extLst>
              <a:ext uri="{FF2B5EF4-FFF2-40B4-BE49-F238E27FC236}">
                <a16:creationId xmlns:a16="http://schemas.microsoft.com/office/drawing/2014/main" id="{F848A4A0-D211-D983-7453-49892DB8F358}"/>
              </a:ext>
            </a:extLst>
          </p:cNvPr>
          <p:cNvSpPr>
            <a:spLocks noChangeAspect="1"/>
          </p:cNvSpPr>
          <p:nvPr/>
        </p:nvSpPr>
        <p:spPr>
          <a:xfrm>
            <a:off x="779715" y="3208535"/>
            <a:ext cx="228600" cy="244503"/>
          </a:xfrm>
          <a:custGeom>
            <a:avLst/>
            <a:gdLst>
              <a:gd name="connsiteX0" fmla="*/ 331089 w 547687"/>
              <a:gd name="connsiteY0" fmla="*/ 0 h 585787"/>
              <a:gd name="connsiteX1" fmla="*/ 216789 w 547687"/>
              <a:gd name="connsiteY1" fmla="*/ 0 h 585787"/>
              <a:gd name="connsiteX2" fmla="*/ 209645 w 547687"/>
              <a:gd name="connsiteY2" fmla="*/ 7144 h 585787"/>
              <a:gd name="connsiteX3" fmla="*/ 209645 w 547687"/>
              <a:gd name="connsiteY3" fmla="*/ 38100 h 585787"/>
              <a:gd name="connsiteX4" fmla="*/ 121539 w 547687"/>
              <a:gd name="connsiteY4" fmla="*/ 38100 h 585787"/>
              <a:gd name="connsiteX5" fmla="*/ 114395 w 547687"/>
              <a:gd name="connsiteY5" fmla="*/ 45244 h 585787"/>
              <a:gd name="connsiteX6" fmla="*/ 114395 w 547687"/>
              <a:gd name="connsiteY6" fmla="*/ 76200 h 585787"/>
              <a:gd name="connsiteX7" fmla="*/ 83439 w 547687"/>
              <a:gd name="connsiteY7" fmla="*/ 76200 h 585787"/>
              <a:gd name="connsiteX8" fmla="*/ 76295 w 547687"/>
              <a:gd name="connsiteY8" fmla="*/ 83344 h 585787"/>
              <a:gd name="connsiteX9" fmla="*/ 76295 w 547687"/>
              <a:gd name="connsiteY9" fmla="*/ 501777 h 585787"/>
              <a:gd name="connsiteX10" fmla="*/ 76200 w 547687"/>
              <a:gd name="connsiteY10" fmla="*/ 502444 h 585787"/>
              <a:gd name="connsiteX11" fmla="*/ 76295 w 547687"/>
              <a:gd name="connsiteY11" fmla="*/ 503111 h 585787"/>
              <a:gd name="connsiteX12" fmla="*/ 76295 w 547687"/>
              <a:gd name="connsiteY12" fmla="*/ 578644 h 585787"/>
              <a:gd name="connsiteX13" fmla="*/ 83439 w 547687"/>
              <a:gd name="connsiteY13" fmla="*/ 585788 h 585787"/>
              <a:gd name="connsiteX14" fmla="*/ 464439 w 547687"/>
              <a:gd name="connsiteY14" fmla="*/ 585788 h 585787"/>
              <a:gd name="connsiteX15" fmla="*/ 471583 w 547687"/>
              <a:gd name="connsiteY15" fmla="*/ 578644 h 585787"/>
              <a:gd name="connsiteX16" fmla="*/ 471583 w 547687"/>
              <a:gd name="connsiteY16" fmla="*/ 83344 h 585787"/>
              <a:gd name="connsiteX17" fmla="*/ 464439 w 547687"/>
              <a:gd name="connsiteY17" fmla="*/ 76200 h 585787"/>
              <a:gd name="connsiteX18" fmla="*/ 433483 w 547687"/>
              <a:gd name="connsiteY18" fmla="*/ 76200 h 585787"/>
              <a:gd name="connsiteX19" fmla="*/ 433483 w 547687"/>
              <a:gd name="connsiteY19" fmla="*/ 45244 h 585787"/>
              <a:gd name="connsiteX20" fmla="*/ 426339 w 547687"/>
              <a:gd name="connsiteY20" fmla="*/ 38100 h 585787"/>
              <a:gd name="connsiteX21" fmla="*/ 338233 w 547687"/>
              <a:gd name="connsiteY21" fmla="*/ 38100 h 585787"/>
              <a:gd name="connsiteX22" fmla="*/ 338233 w 547687"/>
              <a:gd name="connsiteY22" fmla="*/ 7144 h 585787"/>
              <a:gd name="connsiteX23" fmla="*/ 331089 w 547687"/>
              <a:gd name="connsiteY23" fmla="*/ 0 h 585787"/>
              <a:gd name="connsiteX24" fmla="*/ 223933 w 547687"/>
              <a:gd name="connsiteY24" fmla="*/ 14288 h 585787"/>
              <a:gd name="connsiteX25" fmla="*/ 323945 w 547687"/>
              <a:gd name="connsiteY25" fmla="*/ 14288 h 585787"/>
              <a:gd name="connsiteX26" fmla="*/ 323945 w 547687"/>
              <a:gd name="connsiteY26" fmla="*/ 38100 h 585787"/>
              <a:gd name="connsiteX27" fmla="*/ 223933 w 547687"/>
              <a:gd name="connsiteY27" fmla="*/ 38100 h 585787"/>
              <a:gd name="connsiteX28" fmla="*/ 223933 w 547687"/>
              <a:gd name="connsiteY28" fmla="*/ 14288 h 585787"/>
              <a:gd name="connsiteX29" fmla="*/ 190595 w 547687"/>
              <a:gd name="connsiteY29" fmla="*/ 571500 h 585787"/>
              <a:gd name="connsiteX30" fmla="*/ 90583 w 547687"/>
              <a:gd name="connsiteY30" fmla="*/ 571500 h 585787"/>
              <a:gd name="connsiteX31" fmla="*/ 90583 w 547687"/>
              <a:gd name="connsiteY31" fmla="*/ 509588 h 585787"/>
              <a:gd name="connsiteX32" fmla="*/ 190595 w 547687"/>
              <a:gd name="connsiteY32" fmla="*/ 509588 h 585787"/>
              <a:gd name="connsiteX33" fmla="*/ 190595 w 547687"/>
              <a:gd name="connsiteY33" fmla="*/ 571500 h 585787"/>
              <a:gd name="connsiteX34" fmla="*/ 230029 w 547687"/>
              <a:gd name="connsiteY34" fmla="*/ 510921 h 585787"/>
              <a:gd name="connsiteX35" fmla="*/ 229457 w 547687"/>
              <a:gd name="connsiteY35" fmla="*/ 513683 h 585787"/>
              <a:gd name="connsiteX36" fmla="*/ 228695 w 547687"/>
              <a:gd name="connsiteY36" fmla="*/ 521494 h 585787"/>
              <a:gd name="connsiteX37" fmla="*/ 228695 w 547687"/>
              <a:gd name="connsiteY37" fmla="*/ 571500 h 585787"/>
              <a:gd name="connsiteX38" fmla="*/ 204883 w 547687"/>
              <a:gd name="connsiteY38" fmla="*/ 571500 h 585787"/>
              <a:gd name="connsiteX39" fmla="*/ 204883 w 547687"/>
              <a:gd name="connsiteY39" fmla="*/ 509588 h 585787"/>
              <a:gd name="connsiteX40" fmla="*/ 230315 w 547687"/>
              <a:gd name="connsiteY40" fmla="*/ 509588 h 585787"/>
              <a:gd name="connsiteX41" fmla="*/ 230029 w 547687"/>
              <a:gd name="connsiteY41" fmla="*/ 510921 h 585787"/>
              <a:gd name="connsiteX42" fmla="*/ 304895 w 547687"/>
              <a:gd name="connsiteY42" fmla="*/ 571500 h 585787"/>
              <a:gd name="connsiteX43" fmla="*/ 242983 w 547687"/>
              <a:gd name="connsiteY43" fmla="*/ 571500 h 585787"/>
              <a:gd name="connsiteX44" fmla="*/ 242983 w 547687"/>
              <a:gd name="connsiteY44" fmla="*/ 521494 h 585787"/>
              <a:gd name="connsiteX45" fmla="*/ 243554 w 547687"/>
              <a:gd name="connsiteY45" fmla="*/ 516350 h 585787"/>
              <a:gd name="connsiteX46" fmla="*/ 244030 w 547687"/>
              <a:gd name="connsiteY46" fmla="*/ 514255 h 585787"/>
              <a:gd name="connsiteX47" fmla="*/ 244602 w 547687"/>
              <a:gd name="connsiteY47" fmla="*/ 512255 h 585787"/>
              <a:gd name="connsiteX48" fmla="*/ 247364 w 547687"/>
              <a:gd name="connsiteY48" fmla="*/ 506063 h 585787"/>
              <a:gd name="connsiteX49" fmla="*/ 247364 w 547687"/>
              <a:gd name="connsiteY49" fmla="*/ 506063 h 585787"/>
              <a:gd name="connsiteX50" fmla="*/ 254032 w 547687"/>
              <a:gd name="connsiteY50" fmla="*/ 498062 h 585787"/>
              <a:gd name="connsiteX51" fmla="*/ 255746 w 547687"/>
              <a:gd name="connsiteY51" fmla="*/ 496634 h 585787"/>
              <a:gd name="connsiteX52" fmla="*/ 257651 w 547687"/>
              <a:gd name="connsiteY52" fmla="*/ 495395 h 585787"/>
              <a:gd name="connsiteX53" fmla="*/ 261271 w 547687"/>
              <a:gd name="connsiteY53" fmla="*/ 493490 h 585787"/>
              <a:gd name="connsiteX54" fmla="*/ 262128 w 547687"/>
              <a:gd name="connsiteY54" fmla="*/ 493109 h 585787"/>
              <a:gd name="connsiteX55" fmla="*/ 267176 w 547687"/>
              <a:gd name="connsiteY55" fmla="*/ 491585 h 585787"/>
              <a:gd name="connsiteX56" fmla="*/ 268510 w 547687"/>
              <a:gd name="connsiteY56" fmla="*/ 491300 h 585787"/>
              <a:gd name="connsiteX57" fmla="*/ 274034 w 547687"/>
              <a:gd name="connsiteY57" fmla="*/ 490728 h 585787"/>
              <a:gd name="connsiteX58" fmla="*/ 279559 w 547687"/>
              <a:gd name="connsiteY58" fmla="*/ 491300 h 585787"/>
              <a:gd name="connsiteX59" fmla="*/ 280892 w 547687"/>
              <a:gd name="connsiteY59" fmla="*/ 491585 h 585787"/>
              <a:gd name="connsiteX60" fmla="*/ 285941 w 547687"/>
              <a:gd name="connsiteY60" fmla="*/ 493109 h 585787"/>
              <a:gd name="connsiteX61" fmla="*/ 286703 w 547687"/>
              <a:gd name="connsiteY61" fmla="*/ 493490 h 585787"/>
              <a:gd name="connsiteX62" fmla="*/ 290322 w 547687"/>
              <a:gd name="connsiteY62" fmla="*/ 495491 h 585787"/>
              <a:gd name="connsiteX63" fmla="*/ 292132 w 547687"/>
              <a:gd name="connsiteY63" fmla="*/ 496729 h 585787"/>
              <a:gd name="connsiteX64" fmla="*/ 294037 w 547687"/>
              <a:gd name="connsiteY64" fmla="*/ 498253 h 585787"/>
              <a:gd name="connsiteX65" fmla="*/ 300609 w 547687"/>
              <a:gd name="connsiteY65" fmla="*/ 506159 h 585787"/>
              <a:gd name="connsiteX66" fmla="*/ 300609 w 547687"/>
              <a:gd name="connsiteY66" fmla="*/ 506159 h 585787"/>
              <a:gd name="connsiteX67" fmla="*/ 303276 w 547687"/>
              <a:gd name="connsiteY67" fmla="*/ 512255 h 585787"/>
              <a:gd name="connsiteX68" fmla="*/ 303943 w 547687"/>
              <a:gd name="connsiteY68" fmla="*/ 514350 h 585787"/>
              <a:gd name="connsiteX69" fmla="*/ 304419 w 547687"/>
              <a:gd name="connsiteY69" fmla="*/ 516446 h 585787"/>
              <a:gd name="connsiteX70" fmla="*/ 304991 w 547687"/>
              <a:gd name="connsiteY70" fmla="*/ 521684 h 585787"/>
              <a:gd name="connsiteX71" fmla="*/ 304991 w 547687"/>
              <a:gd name="connsiteY71" fmla="*/ 571690 h 585787"/>
              <a:gd name="connsiteX72" fmla="*/ 342995 w 547687"/>
              <a:gd name="connsiteY72" fmla="*/ 571500 h 585787"/>
              <a:gd name="connsiteX73" fmla="*/ 319183 w 547687"/>
              <a:gd name="connsiteY73" fmla="*/ 571500 h 585787"/>
              <a:gd name="connsiteX74" fmla="*/ 319183 w 547687"/>
              <a:gd name="connsiteY74" fmla="*/ 521494 h 585787"/>
              <a:gd name="connsiteX75" fmla="*/ 318421 w 547687"/>
              <a:gd name="connsiteY75" fmla="*/ 513683 h 585787"/>
              <a:gd name="connsiteX76" fmla="*/ 317849 w 547687"/>
              <a:gd name="connsiteY76" fmla="*/ 510921 h 585787"/>
              <a:gd name="connsiteX77" fmla="*/ 317564 w 547687"/>
              <a:gd name="connsiteY77" fmla="*/ 509588 h 585787"/>
              <a:gd name="connsiteX78" fmla="*/ 342995 w 547687"/>
              <a:gd name="connsiteY78" fmla="*/ 509588 h 585787"/>
              <a:gd name="connsiteX79" fmla="*/ 342995 w 547687"/>
              <a:gd name="connsiteY79" fmla="*/ 571500 h 585787"/>
              <a:gd name="connsiteX80" fmla="*/ 457295 w 547687"/>
              <a:gd name="connsiteY80" fmla="*/ 571500 h 585787"/>
              <a:gd name="connsiteX81" fmla="*/ 357283 w 547687"/>
              <a:gd name="connsiteY81" fmla="*/ 571500 h 585787"/>
              <a:gd name="connsiteX82" fmla="*/ 357283 w 547687"/>
              <a:gd name="connsiteY82" fmla="*/ 509588 h 585787"/>
              <a:gd name="connsiteX83" fmla="*/ 457295 w 547687"/>
              <a:gd name="connsiteY83" fmla="*/ 509588 h 585787"/>
              <a:gd name="connsiteX84" fmla="*/ 457295 w 547687"/>
              <a:gd name="connsiteY84" fmla="*/ 571500 h 585787"/>
              <a:gd name="connsiteX85" fmla="*/ 457295 w 547687"/>
              <a:gd name="connsiteY85" fmla="*/ 90488 h 585787"/>
              <a:gd name="connsiteX86" fmla="*/ 457295 w 547687"/>
              <a:gd name="connsiteY86" fmla="*/ 495300 h 585787"/>
              <a:gd name="connsiteX87" fmla="*/ 310706 w 547687"/>
              <a:gd name="connsiteY87" fmla="*/ 495300 h 585787"/>
              <a:gd name="connsiteX88" fmla="*/ 308134 w 547687"/>
              <a:gd name="connsiteY88" fmla="*/ 492252 h 585787"/>
              <a:gd name="connsiteX89" fmla="*/ 307086 w 547687"/>
              <a:gd name="connsiteY89" fmla="*/ 491014 h 585787"/>
              <a:gd name="connsiteX90" fmla="*/ 304038 w 547687"/>
              <a:gd name="connsiteY90" fmla="*/ 487966 h 585787"/>
              <a:gd name="connsiteX91" fmla="*/ 301657 w 547687"/>
              <a:gd name="connsiteY91" fmla="*/ 485966 h 585787"/>
              <a:gd name="connsiteX92" fmla="*/ 296894 w 547687"/>
              <a:gd name="connsiteY92" fmla="*/ 482727 h 585787"/>
              <a:gd name="connsiteX93" fmla="*/ 293180 w 547687"/>
              <a:gd name="connsiteY93" fmla="*/ 480727 h 585787"/>
              <a:gd name="connsiteX94" fmla="*/ 290322 w 547687"/>
              <a:gd name="connsiteY94" fmla="*/ 479393 h 585787"/>
              <a:gd name="connsiteX95" fmla="*/ 283845 w 547687"/>
              <a:gd name="connsiteY95" fmla="*/ 477393 h 585787"/>
              <a:gd name="connsiteX96" fmla="*/ 281845 w 547687"/>
              <a:gd name="connsiteY96" fmla="*/ 477012 h 585787"/>
              <a:gd name="connsiteX97" fmla="*/ 273939 w 547687"/>
              <a:gd name="connsiteY97" fmla="*/ 476250 h 585787"/>
              <a:gd name="connsiteX98" fmla="*/ 266033 w 547687"/>
              <a:gd name="connsiteY98" fmla="*/ 477012 h 585787"/>
              <a:gd name="connsiteX99" fmla="*/ 264033 w 547687"/>
              <a:gd name="connsiteY99" fmla="*/ 477393 h 585787"/>
              <a:gd name="connsiteX100" fmla="*/ 257556 w 547687"/>
              <a:gd name="connsiteY100" fmla="*/ 479393 h 585787"/>
              <a:gd name="connsiteX101" fmla="*/ 254699 w 547687"/>
              <a:gd name="connsiteY101" fmla="*/ 480727 h 585787"/>
              <a:gd name="connsiteX102" fmla="*/ 251079 w 547687"/>
              <a:gd name="connsiteY102" fmla="*/ 482727 h 585787"/>
              <a:gd name="connsiteX103" fmla="*/ 246221 w 547687"/>
              <a:gd name="connsiteY103" fmla="*/ 486061 h 585787"/>
              <a:gd name="connsiteX104" fmla="*/ 244030 w 547687"/>
              <a:gd name="connsiteY104" fmla="*/ 487871 h 585787"/>
              <a:gd name="connsiteX105" fmla="*/ 240887 w 547687"/>
              <a:gd name="connsiteY105" fmla="*/ 491014 h 585787"/>
              <a:gd name="connsiteX106" fmla="*/ 240316 w 547687"/>
              <a:gd name="connsiteY106" fmla="*/ 491776 h 585787"/>
              <a:gd name="connsiteX107" fmla="*/ 237363 w 547687"/>
              <a:gd name="connsiteY107" fmla="*/ 495300 h 585787"/>
              <a:gd name="connsiteX108" fmla="*/ 90773 w 547687"/>
              <a:gd name="connsiteY108" fmla="*/ 495300 h 585787"/>
              <a:gd name="connsiteX109" fmla="*/ 90773 w 547687"/>
              <a:gd name="connsiteY109" fmla="*/ 90488 h 585787"/>
              <a:gd name="connsiteX110" fmla="*/ 457486 w 547687"/>
              <a:gd name="connsiteY110" fmla="*/ 90488 h 585787"/>
              <a:gd name="connsiteX111" fmla="*/ 419195 w 547687"/>
              <a:gd name="connsiteY111" fmla="*/ 52388 h 585787"/>
              <a:gd name="connsiteX112" fmla="*/ 419195 w 547687"/>
              <a:gd name="connsiteY112" fmla="*/ 76200 h 585787"/>
              <a:gd name="connsiteX113" fmla="*/ 128683 w 547687"/>
              <a:gd name="connsiteY113" fmla="*/ 76200 h 585787"/>
              <a:gd name="connsiteX114" fmla="*/ 128683 w 547687"/>
              <a:gd name="connsiteY114" fmla="*/ 52388 h 585787"/>
              <a:gd name="connsiteX115" fmla="*/ 419195 w 547687"/>
              <a:gd name="connsiteY115" fmla="*/ 52388 h 585787"/>
              <a:gd name="connsiteX116" fmla="*/ 114300 w 547687"/>
              <a:gd name="connsiteY116" fmla="*/ 426244 h 585787"/>
              <a:gd name="connsiteX117" fmla="*/ 128588 w 547687"/>
              <a:gd name="connsiteY117" fmla="*/ 426244 h 585787"/>
              <a:gd name="connsiteX118" fmla="*/ 128588 w 547687"/>
              <a:gd name="connsiteY118" fmla="*/ 464344 h 585787"/>
              <a:gd name="connsiteX119" fmla="*/ 114300 w 547687"/>
              <a:gd name="connsiteY119" fmla="*/ 464344 h 585787"/>
              <a:gd name="connsiteX120" fmla="*/ 114300 w 547687"/>
              <a:gd name="connsiteY120" fmla="*/ 426244 h 585787"/>
              <a:gd name="connsiteX121" fmla="*/ 204788 w 547687"/>
              <a:gd name="connsiteY121" fmla="*/ 464344 h 585787"/>
              <a:gd name="connsiteX122" fmla="*/ 190500 w 547687"/>
              <a:gd name="connsiteY122" fmla="*/ 464344 h 585787"/>
              <a:gd name="connsiteX123" fmla="*/ 190500 w 547687"/>
              <a:gd name="connsiteY123" fmla="*/ 426244 h 585787"/>
              <a:gd name="connsiteX124" fmla="*/ 204788 w 547687"/>
              <a:gd name="connsiteY124" fmla="*/ 426244 h 585787"/>
              <a:gd name="connsiteX125" fmla="*/ 204788 w 547687"/>
              <a:gd name="connsiteY125" fmla="*/ 464344 h 585787"/>
              <a:gd name="connsiteX126" fmla="*/ 357188 w 547687"/>
              <a:gd name="connsiteY126" fmla="*/ 464344 h 585787"/>
              <a:gd name="connsiteX127" fmla="*/ 342900 w 547687"/>
              <a:gd name="connsiteY127" fmla="*/ 464344 h 585787"/>
              <a:gd name="connsiteX128" fmla="*/ 342900 w 547687"/>
              <a:gd name="connsiteY128" fmla="*/ 426244 h 585787"/>
              <a:gd name="connsiteX129" fmla="*/ 357188 w 547687"/>
              <a:gd name="connsiteY129" fmla="*/ 426244 h 585787"/>
              <a:gd name="connsiteX130" fmla="*/ 357188 w 547687"/>
              <a:gd name="connsiteY130" fmla="*/ 464344 h 585787"/>
              <a:gd name="connsiteX131" fmla="*/ 433388 w 547687"/>
              <a:gd name="connsiteY131" fmla="*/ 464344 h 585787"/>
              <a:gd name="connsiteX132" fmla="*/ 419100 w 547687"/>
              <a:gd name="connsiteY132" fmla="*/ 464344 h 585787"/>
              <a:gd name="connsiteX133" fmla="*/ 419100 w 547687"/>
              <a:gd name="connsiteY133" fmla="*/ 426244 h 585787"/>
              <a:gd name="connsiteX134" fmla="*/ 433388 w 547687"/>
              <a:gd name="connsiteY134" fmla="*/ 426244 h 585787"/>
              <a:gd name="connsiteX135" fmla="*/ 433388 w 547687"/>
              <a:gd name="connsiteY135" fmla="*/ 464344 h 585787"/>
              <a:gd name="connsiteX136" fmla="*/ 114300 w 547687"/>
              <a:gd name="connsiteY136" fmla="*/ 350044 h 585787"/>
              <a:gd name="connsiteX137" fmla="*/ 128588 w 547687"/>
              <a:gd name="connsiteY137" fmla="*/ 350044 h 585787"/>
              <a:gd name="connsiteX138" fmla="*/ 128588 w 547687"/>
              <a:gd name="connsiteY138" fmla="*/ 388144 h 585787"/>
              <a:gd name="connsiteX139" fmla="*/ 114300 w 547687"/>
              <a:gd name="connsiteY139" fmla="*/ 388144 h 585787"/>
              <a:gd name="connsiteX140" fmla="*/ 114300 w 547687"/>
              <a:gd name="connsiteY140" fmla="*/ 350044 h 585787"/>
              <a:gd name="connsiteX141" fmla="*/ 204788 w 547687"/>
              <a:gd name="connsiteY141" fmla="*/ 388144 h 585787"/>
              <a:gd name="connsiteX142" fmla="*/ 190500 w 547687"/>
              <a:gd name="connsiteY142" fmla="*/ 388144 h 585787"/>
              <a:gd name="connsiteX143" fmla="*/ 190500 w 547687"/>
              <a:gd name="connsiteY143" fmla="*/ 350044 h 585787"/>
              <a:gd name="connsiteX144" fmla="*/ 204788 w 547687"/>
              <a:gd name="connsiteY144" fmla="*/ 350044 h 585787"/>
              <a:gd name="connsiteX145" fmla="*/ 204788 w 547687"/>
              <a:gd name="connsiteY145" fmla="*/ 388144 h 585787"/>
              <a:gd name="connsiteX146" fmla="*/ 280988 w 547687"/>
              <a:gd name="connsiteY146" fmla="*/ 388144 h 585787"/>
              <a:gd name="connsiteX147" fmla="*/ 266700 w 547687"/>
              <a:gd name="connsiteY147" fmla="*/ 388144 h 585787"/>
              <a:gd name="connsiteX148" fmla="*/ 266700 w 547687"/>
              <a:gd name="connsiteY148" fmla="*/ 350044 h 585787"/>
              <a:gd name="connsiteX149" fmla="*/ 280988 w 547687"/>
              <a:gd name="connsiteY149" fmla="*/ 350044 h 585787"/>
              <a:gd name="connsiteX150" fmla="*/ 280988 w 547687"/>
              <a:gd name="connsiteY150" fmla="*/ 388144 h 585787"/>
              <a:gd name="connsiteX151" fmla="*/ 357188 w 547687"/>
              <a:gd name="connsiteY151" fmla="*/ 388144 h 585787"/>
              <a:gd name="connsiteX152" fmla="*/ 342900 w 547687"/>
              <a:gd name="connsiteY152" fmla="*/ 388144 h 585787"/>
              <a:gd name="connsiteX153" fmla="*/ 342900 w 547687"/>
              <a:gd name="connsiteY153" fmla="*/ 350044 h 585787"/>
              <a:gd name="connsiteX154" fmla="*/ 357188 w 547687"/>
              <a:gd name="connsiteY154" fmla="*/ 350044 h 585787"/>
              <a:gd name="connsiteX155" fmla="*/ 357188 w 547687"/>
              <a:gd name="connsiteY155" fmla="*/ 388144 h 585787"/>
              <a:gd name="connsiteX156" fmla="*/ 433388 w 547687"/>
              <a:gd name="connsiteY156" fmla="*/ 388144 h 585787"/>
              <a:gd name="connsiteX157" fmla="*/ 419100 w 547687"/>
              <a:gd name="connsiteY157" fmla="*/ 388144 h 585787"/>
              <a:gd name="connsiteX158" fmla="*/ 419100 w 547687"/>
              <a:gd name="connsiteY158" fmla="*/ 350044 h 585787"/>
              <a:gd name="connsiteX159" fmla="*/ 433388 w 547687"/>
              <a:gd name="connsiteY159" fmla="*/ 350044 h 585787"/>
              <a:gd name="connsiteX160" fmla="*/ 433388 w 547687"/>
              <a:gd name="connsiteY160" fmla="*/ 388144 h 585787"/>
              <a:gd name="connsiteX161" fmla="*/ 114300 w 547687"/>
              <a:gd name="connsiteY161" fmla="*/ 273844 h 585787"/>
              <a:gd name="connsiteX162" fmla="*/ 128588 w 547687"/>
              <a:gd name="connsiteY162" fmla="*/ 273844 h 585787"/>
              <a:gd name="connsiteX163" fmla="*/ 128588 w 547687"/>
              <a:gd name="connsiteY163" fmla="*/ 311944 h 585787"/>
              <a:gd name="connsiteX164" fmla="*/ 114300 w 547687"/>
              <a:gd name="connsiteY164" fmla="*/ 311944 h 585787"/>
              <a:gd name="connsiteX165" fmla="*/ 114300 w 547687"/>
              <a:gd name="connsiteY165" fmla="*/ 273844 h 585787"/>
              <a:gd name="connsiteX166" fmla="*/ 204788 w 547687"/>
              <a:gd name="connsiteY166" fmla="*/ 311944 h 585787"/>
              <a:gd name="connsiteX167" fmla="*/ 190500 w 547687"/>
              <a:gd name="connsiteY167" fmla="*/ 311944 h 585787"/>
              <a:gd name="connsiteX168" fmla="*/ 190500 w 547687"/>
              <a:gd name="connsiteY168" fmla="*/ 273844 h 585787"/>
              <a:gd name="connsiteX169" fmla="*/ 204788 w 547687"/>
              <a:gd name="connsiteY169" fmla="*/ 273844 h 585787"/>
              <a:gd name="connsiteX170" fmla="*/ 204788 w 547687"/>
              <a:gd name="connsiteY170" fmla="*/ 311944 h 585787"/>
              <a:gd name="connsiteX171" fmla="*/ 280988 w 547687"/>
              <a:gd name="connsiteY171" fmla="*/ 311944 h 585787"/>
              <a:gd name="connsiteX172" fmla="*/ 266700 w 547687"/>
              <a:gd name="connsiteY172" fmla="*/ 311944 h 585787"/>
              <a:gd name="connsiteX173" fmla="*/ 266700 w 547687"/>
              <a:gd name="connsiteY173" fmla="*/ 273844 h 585787"/>
              <a:gd name="connsiteX174" fmla="*/ 280988 w 547687"/>
              <a:gd name="connsiteY174" fmla="*/ 273844 h 585787"/>
              <a:gd name="connsiteX175" fmla="*/ 280988 w 547687"/>
              <a:gd name="connsiteY175" fmla="*/ 311944 h 585787"/>
              <a:gd name="connsiteX176" fmla="*/ 357188 w 547687"/>
              <a:gd name="connsiteY176" fmla="*/ 311944 h 585787"/>
              <a:gd name="connsiteX177" fmla="*/ 342900 w 547687"/>
              <a:gd name="connsiteY177" fmla="*/ 311944 h 585787"/>
              <a:gd name="connsiteX178" fmla="*/ 342900 w 547687"/>
              <a:gd name="connsiteY178" fmla="*/ 273844 h 585787"/>
              <a:gd name="connsiteX179" fmla="*/ 357188 w 547687"/>
              <a:gd name="connsiteY179" fmla="*/ 273844 h 585787"/>
              <a:gd name="connsiteX180" fmla="*/ 357188 w 547687"/>
              <a:gd name="connsiteY180" fmla="*/ 311944 h 585787"/>
              <a:gd name="connsiteX181" fmla="*/ 433388 w 547687"/>
              <a:gd name="connsiteY181" fmla="*/ 311944 h 585787"/>
              <a:gd name="connsiteX182" fmla="*/ 419100 w 547687"/>
              <a:gd name="connsiteY182" fmla="*/ 311944 h 585787"/>
              <a:gd name="connsiteX183" fmla="*/ 419100 w 547687"/>
              <a:gd name="connsiteY183" fmla="*/ 273844 h 585787"/>
              <a:gd name="connsiteX184" fmla="*/ 433388 w 547687"/>
              <a:gd name="connsiteY184" fmla="*/ 273844 h 585787"/>
              <a:gd name="connsiteX185" fmla="*/ 433388 w 547687"/>
              <a:gd name="connsiteY185" fmla="*/ 311944 h 585787"/>
              <a:gd name="connsiteX186" fmla="*/ 114300 w 547687"/>
              <a:gd name="connsiteY186" fmla="*/ 197644 h 585787"/>
              <a:gd name="connsiteX187" fmla="*/ 128588 w 547687"/>
              <a:gd name="connsiteY187" fmla="*/ 197644 h 585787"/>
              <a:gd name="connsiteX188" fmla="*/ 128588 w 547687"/>
              <a:gd name="connsiteY188" fmla="*/ 235744 h 585787"/>
              <a:gd name="connsiteX189" fmla="*/ 114300 w 547687"/>
              <a:gd name="connsiteY189" fmla="*/ 235744 h 585787"/>
              <a:gd name="connsiteX190" fmla="*/ 114300 w 547687"/>
              <a:gd name="connsiteY190" fmla="*/ 197644 h 585787"/>
              <a:gd name="connsiteX191" fmla="*/ 204788 w 547687"/>
              <a:gd name="connsiteY191" fmla="*/ 235744 h 585787"/>
              <a:gd name="connsiteX192" fmla="*/ 190500 w 547687"/>
              <a:gd name="connsiteY192" fmla="*/ 235744 h 585787"/>
              <a:gd name="connsiteX193" fmla="*/ 190500 w 547687"/>
              <a:gd name="connsiteY193" fmla="*/ 197644 h 585787"/>
              <a:gd name="connsiteX194" fmla="*/ 204788 w 547687"/>
              <a:gd name="connsiteY194" fmla="*/ 197644 h 585787"/>
              <a:gd name="connsiteX195" fmla="*/ 204788 w 547687"/>
              <a:gd name="connsiteY195" fmla="*/ 235744 h 585787"/>
              <a:gd name="connsiteX196" fmla="*/ 280988 w 547687"/>
              <a:gd name="connsiteY196" fmla="*/ 235744 h 585787"/>
              <a:gd name="connsiteX197" fmla="*/ 266700 w 547687"/>
              <a:gd name="connsiteY197" fmla="*/ 235744 h 585787"/>
              <a:gd name="connsiteX198" fmla="*/ 266700 w 547687"/>
              <a:gd name="connsiteY198" fmla="*/ 197644 h 585787"/>
              <a:gd name="connsiteX199" fmla="*/ 280988 w 547687"/>
              <a:gd name="connsiteY199" fmla="*/ 197644 h 585787"/>
              <a:gd name="connsiteX200" fmla="*/ 280988 w 547687"/>
              <a:gd name="connsiteY200" fmla="*/ 235744 h 585787"/>
              <a:gd name="connsiteX201" fmla="*/ 357188 w 547687"/>
              <a:gd name="connsiteY201" fmla="*/ 235744 h 585787"/>
              <a:gd name="connsiteX202" fmla="*/ 342900 w 547687"/>
              <a:gd name="connsiteY202" fmla="*/ 235744 h 585787"/>
              <a:gd name="connsiteX203" fmla="*/ 342900 w 547687"/>
              <a:gd name="connsiteY203" fmla="*/ 197644 h 585787"/>
              <a:gd name="connsiteX204" fmla="*/ 357188 w 547687"/>
              <a:gd name="connsiteY204" fmla="*/ 197644 h 585787"/>
              <a:gd name="connsiteX205" fmla="*/ 357188 w 547687"/>
              <a:gd name="connsiteY205" fmla="*/ 235744 h 585787"/>
              <a:gd name="connsiteX206" fmla="*/ 433388 w 547687"/>
              <a:gd name="connsiteY206" fmla="*/ 235744 h 585787"/>
              <a:gd name="connsiteX207" fmla="*/ 419100 w 547687"/>
              <a:gd name="connsiteY207" fmla="*/ 235744 h 585787"/>
              <a:gd name="connsiteX208" fmla="*/ 419100 w 547687"/>
              <a:gd name="connsiteY208" fmla="*/ 197644 h 585787"/>
              <a:gd name="connsiteX209" fmla="*/ 433388 w 547687"/>
              <a:gd name="connsiteY209" fmla="*/ 197644 h 585787"/>
              <a:gd name="connsiteX210" fmla="*/ 433388 w 547687"/>
              <a:gd name="connsiteY210" fmla="*/ 235744 h 585787"/>
              <a:gd name="connsiteX211" fmla="*/ 114300 w 547687"/>
              <a:gd name="connsiteY211" fmla="*/ 121444 h 585787"/>
              <a:gd name="connsiteX212" fmla="*/ 128588 w 547687"/>
              <a:gd name="connsiteY212" fmla="*/ 121444 h 585787"/>
              <a:gd name="connsiteX213" fmla="*/ 128588 w 547687"/>
              <a:gd name="connsiteY213" fmla="*/ 159544 h 585787"/>
              <a:gd name="connsiteX214" fmla="*/ 114300 w 547687"/>
              <a:gd name="connsiteY214" fmla="*/ 159544 h 585787"/>
              <a:gd name="connsiteX215" fmla="*/ 114300 w 547687"/>
              <a:gd name="connsiteY215" fmla="*/ 121444 h 585787"/>
              <a:gd name="connsiteX216" fmla="*/ 204788 w 547687"/>
              <a:gd name="connsiteY216" fmla="*/ 159544 h 585787"/>
              <a:gd name="connsiteX217" fmla="*/ 190500 w 547687"/>
              <a:gd name="connsiteY217" fmla="*/ 159544 h 585787"/>
              <a:gd name="connsiteX218" fmla="*/ 190500 w 547687"/>
              <a:gd name="connsiteY218" fmla="*/ 121444 h 585787"/>
              <a:gd name="connsiteX219" fmla="*/ 204788 w 547687"/>
              <a:gd name="connsiteY219" fmla="*/ 121444 h 585787"/>
              <a:gd name="connsiteX220" fmla="*/ 204788 w 547687"/>
              <a:gd name="connsiteY220" fmla="*/ 159544 h 585787"/>
              <a:gd name="connsiteX221" fmla="*/ 280988 w 547687"/>
              <a:gd name="connsiteY221" fmla="*/ 159544 h 585787"/>
              <a:gd name="connsiteX222" fmla="*/ 266700 w 547687"/>
              <a:gd name="connsiteY222" fmla="*/ 159544 h 585787"/>
              <a:gd name="connsiteX223" fmla="*/ 266700 w 547687"/>
              <a:gd name="connsiteY223" fmla="*/ 121444 h 585787"/>
              <a:gd name="connsiteX224" fmla="*/ 280988 w 547687"/>
              <a:gd name="connsiteY224" fmla="*/ 121444 h 585787"/>
              <a:gd name="connsiteX225" fmla="*/ 280988 w 547687"/>
              <a:gd name="connsiteY225" fmla="*/ 159544 h 585787"/>
              <a:gd name="connsiteX226" fmla="*/ 357188 w 547687"/>
              <a:gd name="connsiteY226" fmla="*/ 159544 h 585787"/>
              <a:gd name="connsiteX227" fmla="*/ 342900 w 547687"/>
              <a:gd name="connsiteY227" fmla="*/ 159544 h 585787"/>
              <a:gd name="connsiteX228" fmla="*/ 342900 w 547687"/>
              <a:gd name="connsiteY228" fmla="*/ 121444 h 585787"/>
              <a:gd name="connsiteX229" fmla="*/ 357188 w 547687"/>
              <a:gd name="connsiteY229" fmla="*/ 121444 h 585787"/>
              <a:gd name="connsiteX230" fmla="*/ 357188 w 547687"/>
              <a:gd name="connsiteY230" fmla="*/ 159544 h 585787"/>
              <a:gd name="connsiteX231" fmla="*/ 433388 w 547687"/>
              <a:gd name="connsiteY231" fmla="*/ 159544 h 585787"/>
              <a:gd name="connsiteX232" fmla="*/ 419100 w 547687"/>
              <a:gd name="connsiteY232" fmla="*/ 159544 h 585787"/>
              <a:gd name="connsiteX233" fmla="*/ 419100 w 547687"/>
              <a:gd name="connsiteY233" fmla="*/ 121444 h 585787"/>
              <a:gd name="connsiteX234" fmla="*/ 433388 w 547687"/>
              <a:gd name="connsiteY234" fmla="*/ 121444 h 585787"/>
              <a:gd name="connsiteX235" fmla="*/ 433388 w 547687"/>
              <a:gd name="connsiteY235" fmla="*/ 159544 h 585787"/>
              <a:gd name="connsiteX236" fmla="*/ 528638 w 547687"/>
              <a:gd name="connsiteY236" fmla="*/ 578644 h 585787"/>
              <a:gd name="connsiteX237" fmla="*/ 528638 w 547687"/>
              <a:gd name="connsiteY237" fmla="*/ 546545 h 585787"/>
              <a:gd name="connsiteX238" fmla="*/ 547688 w 547687"/>
              <a:gd name="connsiteY238" fmla="*/ 521494 h 585787"/>
              <a:gd name="connsiteX239" fmla="*/ 521494 w 547687"/>
              <a:gd name="connsiteY239" fmla="*/ 495300 h 585787"/>
              <a:gd name="connsiteX240" fmla="*/ 495300 w 547687"/>
              <a:gd name="connsiteY240" fmla="*/ 521494 h 585787"/>
              <a:gd name="connsiteX241" fmla="*/ 514350 w 547687"/>
              <a:gd name="connsiteY241" fmla="*/ 546545 h 585787"/>
              <a:gd name="connsiteX242" fmla="*/ 514350 w 547687"/>
              <a:gd name="connsiteY242" fmla="*/ 578644 h 585787"/>
              <a:gd name="connsiteX243" fmla="*/ 528638 w 547687"/>
              <a:gd name="connsiteY243" fmla="*/ 578644 h 585787"/>
              <a:gd name="connsiteX244" fmla="*/ 509588 w 547687"/>
              <a:gd name="connsiteY244" fmla="*/ 521494 h 585787"/>
              <a:gd name="connsiteX245" fmla="*/ 521494 w 547687"/>
              <a:gd name="connsiteY245" fmla="*/ 509588 h 585787"/>
              <a:gd name="connsiteX246" fmla="*/ 533400 w 547687"/>
              <a:gd name="connsiteY246" fmla="*/ 521494 h 585787"/>
              <a:gd name="connsiteX247" fmla="*/ 521494 w 547687"/>
              <a:gd name="connsiteY247" fmla="*/ 533400 h 585787"/>
              <a:gd name="connsiteX248" fmla="*/ 509588 w 547687"/>
              <a:gd name="connsiteY248" fmla="*/ 521494 h 585787"/>
              <a:gd name="connsiteX249" fmla="*/ 33338 w 547687"/>
              <a:gd name="connsiteY249" fmla="*/ 578644 h 585787"/>
              <a:gd name="connsiteX250" fmla="*/ 33338 w 547687"/>
              <a:gd name="connsiteY250" fmla="*/ 546545 h 585787"/>
              <a:gd name="connsiteX251" fmla="*/ 52388 w 547687"/>
              <a:gd name="connsiteY251" fmla="*/ 521494 h 585787"/>
              <a:gd name="connsiteX252" fmla="*/ 26194 w 547687"/>
              <a:gd name="connsiteY252" fmla="*/ 495300 h 585787"/>
              <a:gd name="connsiteX253" fmla="*/ 0 w 547687"/>
              <a:gd name="connsiteY253" fmla="*/ 521494 h 585787"/>
              <a:gd name="connsiteX254" fmla="*/ 19050 w 547687"/>
              <a:gd name="connsiteY254" fmla="*/ 546545 h 585787"/>
              <a:gd name="connsiteX255" fmla="*/ 19050 w 547687"/>
              <a:gd name="connsiteY255" fmla="*/ 578644 h 585787"/>
              <a:gd name="connsiteX256" fmla="*/ 33338 w 547687"/>
              <a:gd name="connsiteY256" fmla="*/ 578644 h 585787"/>
              <a:gd name="connsiteX257" fmla="*/ 14288 w 547687"/>
              <a:gd name="connsiteY257" fmla="*/ 521494 h 585787"/>
              <a:gd name="connsiteX258" fmla="*/ 26194 w 547687"/>
              <a:gd name="connsiteY258" fmla="*/ 509588 h 585787"/>
              <a:gd name="connsiteX259" fmla="*/ 38100 w 547687"/>
              <a:gd name="connsiteY259" fmla="*/ 521494 h 585787"/>
              <a:gd name="connsiteX260" fmla="*/ 26194 w 547687"/>
              <a:gd name="connsiteY260" fmla="*/ 533400 h 585787"/>
              <a:gd name="connsiteX261" fmla="*/ 14288 w 547687"/>
              <a:gd name="connsiteY261" fmla="*/ 521494 h 585787"/>
              <a:gd name="connsiteX262" fmla="*/ 264319 w 547687"/>
              <a:gd name="connsiteY262" fmla="*/ 445294 h 585787"/>
              <a:gd name="connsiteX263" fmla="*/ 273844 w 547687"/>
              <a:gd name="connsiteY263" fmla="*/ 435769 h 585787"/>
              <a:gd name="connsiteX264" fmla="*/ 283369 w 547687"/>
              <a:gd name="connsiteY264" fmla="*/ 445294 h 585787"/>
              <a:gd name="connsiteX265" fmla="*/ 273844 w 547687"/>
              <a:gd name="connsiteY265" fmla="*/ 454819 h 585787"/>
              <a:gd name="connsiteX266" fmla="*/ 264319 w 547687"/>
              <a:gd name="connsiteY266" fmla="*/ 445294 h 585787"/>
              <a:gd name="connsiteX267" fmla="*/ 112014 w 547687"/>
              <a:gd name="connsiteY267" fmla="*/ 540544 h 585787"/>
              <a:gd name="connsiteX268" fmla="*/ 121539 w 547687"/>
              <a:gd name="connsiteY268" fmla="*/ 531019 h 585787"/>
              <a:gd name="connsiteX269" fmla="*/ 131064 w 547687"/>
              <a:gd name="connsiteY269" fmla="*/ 540544 h 585787"/>
              <a:gd name="connsiteX270" fmla="*/ 121539 w 547687"/>
              <a:gd name="connsiteY270" fmla="*/ 550069 h 585787"/>
              <a:gd name="connsiteX271" fmla="*/ 112014 w 547687"/>
              <a:gd name="connsiteY271" fmla="*/ 540544 h 585787"/>
              <a:gd name="connsiteX272" fmla="*/ 416719 w 547687"/>
              <a:gd name="connsiteY272" fmla="*/ 540544 h 585787"/>
              <a:gd name="connsiteX273" fmla="*/ 426244 w 547687"/>
              <a:gd name="connsiteY273" fmla="*/ 531019 h 585787"/>
              <a:gd name="connsiteX274" fmla="*/ 435769 w 547687"/>
              <a:gd name="connsiteY274" fmla="*/ 540544 h 585787"/>
              <a:gd name="connsiteX275" fmla="*/ 426244 w 547687"/>
              <a:gd name="connsiteY275" fmla="*/ 550069 h 585787"/>
              <a:gd name="connsiteX276" fmla="*/ 416719 w 547687"/>
              <a:gd name="connsiteY276" fmla="*/ 54054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Lst>
            <a:rect l="l" t="t" r="r" b="b"/>
            <a:pathLst>
              <a:path w="547687" h="585787">
                <a:moveTo>
                  <a:pt x="331089" y="0"/>
                </a:moveTo>
                <a:lnTo>
                  <a:pt x="216789" y="0"/>
                </a:lnTo>
                <a:cubicBezTo>
                  <a:pt x="212884" y="0"/>
                  <a:pt x="209645" y="3239"/>
                  <a:pt x="209645" y="7144"/>
                </a:cubicBezTo>
                <a:lnTo>
                  <a:pt x="209645" y="38100"/>
                </a:lnTo>
                <a:lnTo>
                  <a:pt x="121539" y="38100"/>
                </a:lnTo>
                <a:cubicBezTo>
                  <a:pt x="117634" y="38100"/>
                  <a:pt x="114395" y="41339"/>
                  <a:pt x="114395" y="45244"/>
                </a:cubicBezTo>
                <a:lnTo>
                  <a:pt x="114395" y="76200"/>
                </a:lnTo>
                <a:lnTo>
                  <a:pt x="83439" y="76200"/>
                </a:lnTo>
                <a:cubicBezTo>
                  <a:pt x="79534" y="76200"/>
                  <a:pt x="76295" y="79439"/>
                  <a:pt x="76295" y="83344"/>
                </a:cubicBezTo>
                <a:lnTo>
                  <a:pt x="76295" y="501777"/>
                </a:lnTo>
                <a:cubicBezTo>
                  <a:pt x="76295" y="501777"/>
                  <a:pt x="76200" y="502253"/>
                  <a:pt x="76200" y="502444"/>
                </a:cubicBezTo>
                <a:cubicBezTo>
                  <a:pt x="76200" y="502634"/>
                  <a:pt x="76295" y="502920"/>
                  <a:pt x="76295" y="503111"/>
                </a:cubicBezTo>
                <a:lnTo>
                  <a:pt x="76295" y="578644"/>
                </a:lnTo>
                <a:cubicBezTo>
                  <a:pt x="76295" y="582549"/>
                  <a:pt x="79534" y="585788"/>
                  <a:pt x="83439" y="585788"/>
                </a:cubicBezTo>
                <a:lnTo>
                  <a:pt x="464439" y="585788"/>
                </a:lnTo>
                <a:cubicBezTo>
                  <a:pt x="468344" y="585788"/>
                  <a:pt x="471583" y="582549"/>
                  <a:pt x="471583" y="578644"/>
                </a:cubicBezTo>
                <a:lnTo>
                  <a:pt x="471583" y="83344"/>
                </a:lnTo>
                <a:cubicBezTo>
                  <a:pt x="471583" y="79439"/>
                  <a:pt x="468344" y="76200"/>
                  <a:pt x="464439" y="76200"/>
                </a:cubicBezTo>
                <a:lnTo>
                  <a:pt x="433483" y="76200"/>
                </a:lnTo>
                <a:lnTo>
                  <a:pt x="433483" y="45244"/>
                </a:lnTo>
                <a:cubicBezTo>
                  <a:pt x="433483" y="41339"/>
                  <a:pt x="430244" y="38100"/>
                  <a:pt x="426339" y="38100"/>
                </a:cubicBezTo>
                <a:lnTo>
                  <a:pt x="338233" y="38100"/>
                </a:lnTo>
                <a:lnTo>
                  <a:pt x="338233" y="7144"/>
                </a:lnTo>
                <a:cubicBezTo>
                  <a:pt x="338233" y="3239"/>
                  <a:pt x="334994" y="0"/>
                  <a:pt x="331089" y="0"/>
                </a:cubicBezTo>
                <a:close/>
                <a:moveTo>
                  <a:pt x="223933" y="14288"/>
                </a:moveTo>
                <a:lnTo>
                  <a:pt x="323945" y="14288"/>
                </a:lnTo>
                <a:lnTo>
                  <a:pt x="323945" y="38100"/>
                </a:lnTo>
                <a:lnTo>
                  <a:pt x="223933" y="38100"/>
                </a:lnTo>
                <a:lnTo>
                  <a:pt x="223933" y="14288"/>
                </a:lnTo>
                <a:close/>
                <a:moveTo>
                  <a:pt x="190595" y="571500"/>
                </a:moveTo>
                <a:lnTo>
                  <a:pt x="90583" y="571500"/>
                </a:lnTo>
                <a:lnTo>
                  <a:pt x="90583" y="509588"/>
                </a:lnTo>
                <a:lnTo>
                  <a:pt x="190595" y="509588"/>
                </a:lnTo>
                <a:lnTo>
                  <a:pt x="190595" y="571500"/>
                </a:lnTo>
                <a:close/>
                <a:moveTo>
                  <a:pt x="230029" y="510921"/>
                </a:moveTo>
                <a:cubicBezTo>
                  <a:pt x="229838" y="511874"/>
                  <a:pt x="229648" y="512731"/>
                  <a:pt x="229457" y="513683"/>
                </a:cubicBezTo>
                <a:cubicBezTo>
                  <a:pt x="228981" y="516255"/>
                  <a:pt x="228695" y="518827"/>
                  <a:pt x="228695" y="521494"/>
                </a:cubicBezTo>
                <a:lnTo>
                  <a:pt x="228695" y="571500"/>
                </a:lnTo>
                <a:lnTo>
                  <a:pt x="204883" y="571500"/>
                </a:lnTo>
                <a:lnTo>
                  <a:pt x="204883" y="509588"/>
                </a:lnTo>
                <a:lnTo>
                  <a:pt x="230315" y="509588"/>
                </a:lnTo>
                <a:cubicBezTo>
                  <a:pt x="230315" y="509588"/>
                  <a:pt x="230124" y="510445"/>
                  <a:pt x="230029" y="510921"/>
                </a:cubicBezTo>
                <a:close/>
                <a:moveTo>
                  <a:pt x="304895" y="571500"/>
                </a:moveTo>
                <a:lnTo>
                  <a:pt x="242983" y="571500"/>
                </a:lnTo>
                <a:lnTo>
                  <a:pt x="242983" y="521494"/>
                </a:lnTo>
                <a:cubicBezTo>
                  <a:pt x="242983" y="519684"/>
                  <a:pt x="243173" y="517970"/>
                  <a:pt x="243554" y="516350"/>
                </a:cubicBezTo>
                <a:cubicBezTo>
                  <a:pt x="243650" y="515684"/>
                  <a:pt x="243840" y="514922"/>
                  <a:pt x="244030" y="514255"/>
                </a:cubicBezTo>
                <a:cubicBezTo>
                  <a:pt x="244221" y="513588"/>
                  <a:pt x="244412" y="512921"/>
                  <a:pt x="244602" y="512255"/>
                </a:cubicBezTo>
                <a:cubicBezTo>
                  <a:pt x="245269" y="510159"/>
                  <a:pt x="246221" y="508064"/>
                  <a:pt x="247364" y="506063"/>
                </a:cubicBezTo>
                <a:cubicBezTo>
                  <a:pt x="247364" y="506063"/>
                  <a:pt x="247364" y="506063"/>
                  <a:pt x="247364" y="506063"/>
                </a:cubicBezTo>
                <a:cubicBezTo>
                  <a:pt x="249174" y="502920"/>
                  <a:pt x="251460" y="500253"/>
                  <a:pt x="254032" y="498062"/>
                </a:cubicBezTo>
                <a:cubicBezTo>
                  <a:pt x="254603" y="497586"/>
                  <a:pt x="255175" y="497110"/>
                  <a:pt x="255746" y="496634"/>
                </a:cubicBezTo>
                <a:cubicBezTo>
                  <a:pt x="256318" y="496157"/>
                  <a:pt x="256985" y="495776"/>
                  <a:pt x="257651" y="495395"/>
                </a:cubicBezTo>
                <a:cubicBezTo>
                  <a:pt x="258794" y="494633"/>
                  <a:pt x="259937" y="494062"/>
                  <a:pt x="261271" y="493490"/>
                </a:cubicBezTo>
                <a:cubicBezTo>
                  <a:pt x="261556" y="493395"/>
                  <a:pt x="261842" y="493205"/>
                  <a:pt x="262128" y="493109"/>
                </a:cubicBezTo>
                <a:cubicBezTo>
                  <a:pt x="263747" y="492443"/>
                  <a:pt x="265462" y="491966"/>
                  <a:pt x="267176" y="491585"/>
                </a:cubicBezTo>
                <a:cubicBezTo>
                  <a:pt x="267557" y="491490"/>
                  <a:pt x="268034" y="491395"/>
                  <a:pt x="268510" y="491300"/>
                </a:cubicBezTo>
                <a:cubicBezTo>
                  <a:pt x="270320" y="491014"/>
                  <a:pt x="272129" y="490728"/>
                  <a:pt x="274034" y="490728"/>
                </a:cubicBezTo>
                <a:cubicBezTo>
                  <a:pt x="275939" y="490728"/>
                  <a:pt x="277749" y="490919"/>
                  <a:pt x="279559" y="491300"/>
                </a:cubicBezTo>
                <a:cubicBezTo>
                  <a:pt x="280035" y="491300"/>
                  <a:pt x="280416" y="491490"/>
                  <a:pt x="280892" y="491585"/>
                </a:cubicBezTo>
                <a:cubicBezTo>
                  <a:pt x="282607" y="491966"/>
                  <a:pt x="284321" y="492443"/>
                  <a:pt x="285941" y="493109"/>
                </a:cubicBezTo>
                <a:cubicBezTo>
                  <a:pt x="286226" y="493205"/>
                  <a:pt x="286512" y="493395"/>
                  <a:pt x="286703" y="493490"/>
                </a:cubicBezTo>
                <a:cubicBezTo>
                  <a:pt x="287941" y="494062"/>
                  <a:pt x="289179" y="494729"/>
                  <a:pt x="290322" y="495491"/>
                </a:cubicBezTo>
                <a:cubicBezTo>
                  <a:pt x="290894" y="495872"/>
                  <a:pt x="291560" y="496253"/>
                  <a:pt x="292132" y="496729"/>
                </a:cubicBezTo>
                <a:cubicBezTo>
                  <a:pt x="292799" y="497205"/>
                  <a:pt x="293370" y="497776"/>
                  <a:pt x="294037" y="498253"/>
                </a:cubicBezTo>
                <a:cubicBezTo>
                  <a:pt x="296609" y="500444"/>
                  <a:pt x="298895" y="503111"/>
                  <a:pt x="300609" y="506159"/>
                </a:cubicBezTo>
                <a:cubicBezTo>
                  <a:pt x="300609" y="506159"/>
                  <a:pt x="300609" y="506159"/>
                  <a:pt x="300609" y="506159"/>
                </a:cubicBezTo>
                <a:cubicBezTo>
                  <a:pt x="301752" y="508159"/>
                  <a:pt x="302609" y="510159"/>
                  <a:pt x="303276" y="512255"/>
                </a:cubicBezTo>
                <a:cubicBezTo>
                  <a:pt x="303467" y="512921"/>
                  <a:pt x="303752" y="513588"/>
                  <a:pt x="303943" y="514350"/>
                </a:cubicBezTo>
                <a:cubicBezTo>
                  <a:pt x="304133" y="515017"/>
                  <a:pt x="304229" y="515779"/>
                  <a:pt x="304419" y="516446"/>
                </a:cubicBezTo>
                <a:cubicBezTo>
                  <a:pt x="304705" y="518160"/>
                  <a:pt x="304991" y="519875"/>
                  <a:pt x="304991" y="521684"/>
                </a:cubicBezTo>
                <a:lnTo>
                  <a:pt x="304991" y="571690"/>
                </a:lnTo>
                <a:close/>
                <a:moveTo>
                  <a:pt x="342995" y="571500"/>
                </a:moveTo>
                <a:lnTo>
                  <a:pt x="319183" y="571500"/>
                </a:lnTo>
                <a:lnTo>
                  <a:pt x="319183" y="521494"/>
                </a:lnTo>
                <a:cubicBezTo>
                  <a:pt x="319183" y="518827"/>
                  <a:pt x="318897" y="516255"/>
                  <a:pt x="318421" y="513683"/>
                </a:cubicBezTo>
                <a:cubicBezTo>
                  <a:pt x="318230" y="512731"/>
                  <a:pt x="318040" y="511778"/>
                  <a:pt x="317849" y="510921"/>
                </a:cubicBezTo>
                <a:cubicBezTo>
                  <a:pt x="317754" y="510445"/>
                  <a:pt x="317659" y="510064"/>
                  <a:pt x="317564" y="509588"/>
                </a:cubicBezTo>
                <a:lnTo>
                  <a:pt x="342995" y="509588"/>
                </a:lnTo>
                <a:lnTo>
                  <a:pt x="342995" y="571500"/>
                </a:lnTo>
                <a:close/>
                <a:moveTo>
                  <a:pt x="457295" y="571500"/>
                </a:moveTo>
                <a:lnTo>
                  <a:pt x="357283" y="571500"/>
                </a:lnTo>
                <a:lnTo>
                  <a:pt x="357283" y="509588"/>
                </a:lnTo>
                <a:lnTo>
                  <a:pt x="457295" y="509588"/>
                </a:lnTo>
                <a:lnTo>
                  <a:pt x="457295" y="571500"/>
                </a:lnTo>
                <a:close/>
                <a:moveTo>
                  <a:pt x="457295" y="90488"/>
                </a:moveTo>
                <a:lnTo>
                  <a:pt x="457295" y="495300"/>
                </a:lnTo>
                <a:lnTo>
                  <a:pt x="310706" y="495300"/>
                </a:lnTo>
                <a:cubicBezTo>
                  <a:pt x="309944" y="494252"/>
                  <a:pt x="308991" y="493205"/>
                  <a:pt x="308134" y="492252"/>
                </a:cubicBezTo>
                <a:cubicBezTo>
                  <a:pt x="307753" y="491871"/>
                  <a:pt x="307467" y="491395"/>
                  <a:pt x="307086" y="491014"/>
                </a:cubicBezTo>
                <a:cubicBezTo>
                  <a:pt x="306134" y="489966"/>
                  <a:pt x="305086" y="488918"/>
                  <a:pt x="304038" y="487966"/>
                </a:cubicBezTo>
                <a:cubicBezTo>
                  <a:pt x="303276" y="487299"/>
                  <a:pt x="302514" y="486632"/>
                  <a:pt x="301657" y="485966"/>
                </a:cubicBezTo>
                <a:cubicBezTo>
                  <a:pt x="300133" y="484823"/>
                  <a:pt x="298609" y="483680"/>
                  <a:pt x="296894" y="482727"/>
                </a:cubicBezTo>
                <a:cubicBezTo>
                  <a:pt x="295656" y="481965"/>
                  <a:pt x="294513" y="481298"/>
                  <a:pt x="293180" y="480727"/>
                </a:cubicBezTo>
                <a:cubicBezTo>
                  <a:pt x="292227" y="480250"/>
                  <a:pt x="291275" y="479870"/>
                  <a:pt x="290322" y="479393"/>
                </a:cubicBezTo>
                <a:cubicBezTo>
                  <a:pt x="288226" y="478536"/>
                  <a:pt x="286036" y="477869"/>
                  <a:pt x="283845" y="477393"/>
                </a:cubicBezTo>
                <a:cubicBezTo>
                  <a:pt x="283178" y="477203"/>
                  <a:pt x="282512" y="477107"/>
                  <a:pt x="281845" y="477012"/>
                </a:cubicBezTo>
                <a:cubicBezTo>
                  <a:pt x="279273" y="476536"/>
                  <a:pt x="276606" y="476250"/>
                  <a:pt x="273939" y="476250"/>
                </a:cubicBezTo>
                <a:cubicBezTo>
                  <a:pt x="271272" y="476250"/>
                  <a:pt x="268605" y="476536"/>
                  <a:pt x="266033" y="477012"/>
                </a:cubicBezTo>
                <a:cubicBezTo>
                  <a:pt x="265367" y="477107"/>
                  <a:pt x="264700" y="477203"/>
                  <a:pt x="264033" y="477393"/>
                </a:cubicBezTo>
                <a:cubicBezTo>
                  <a:pt x="261842" y="477869"/>
                  <a:pt x="259651" y="478536"/>
                  <a:pt x="257556" y="479393"/>
                </a:cubicBezTo>
                <a:cubicBezTo>
                  <a:pt x="256603" y="479774"/>
                  <a:pt x="255651" y="480250"/>
                  <a:pt x="254699" y="480727"/>
                </a:cubicBezTo>
                <a:cubicBezTo>
                  <a:pt x="253460" y="481298"/>
                  <a:pt x="252222" y="481965"/>
                  <a:pt x="251079" y="482727"/>
                </a:cubicBezTo>
                <a:cubicBezTo>
                  <a:pt x="249365" y="483775"/>
                  <a:pt x="247745" y="484918"/>
                  <a:pt x="246221" y="486061"/>
                </a:cubicBezTo>
                <a:cubicBezTo>
                  <a:pt x="245459" y="486632"/>
                  <a:pt x="244697" y="487204"/>
                  <a:pt x="244030" y="487871"/>
                </a:cubicBezTo>
                <a:cubicBezTo>
                  <a:pt x="242888" y="488823"/>
                  <a:pt x="241840" y="489871"/>
                  <a:pt x="240887" y="491014"/>
                </a:cubicBezTo>
                <a:cubicBezTo>
                  <a:pt x="240697" y="491204"/>
                  <a:pt x="240506" y="491490"/>
                  <a:pt x="240316" y="491776"/>
                </a:cubicBezTo>
                <a:cubicBezTo>
                  <a:pt x="239268" y="492919"/>
                  <a:pt x="238316" y="494062"/>
                  <a:pt x="237363" y="495300"/>
                </a:cubicBezTo>
                <a:lnTo>
                  <a:pt x="90773" y="495300"/>
                </a:lnTo>
                <a:lnTo>
                  <a:pt x="90773" y="90488"/>
                </a:lnTo>
                <a:lnTo>
                  <a:pt x="457486" y="90488"/>
                </a:lnTo>
                <a:close/>
                <a:moveTo>
                  <a:pt x="419195" y="52388"/>
                </a:moveTo>
                <a:lnTo>
                  <a:pt x="419195" y="76200"/>
                </a:lnTo>
                <a:lnTo>
                  <a:pt x="128683" y="76200"/>
                </a:lnTo>
                <a:lnTo>
                  <a:pt x="128683" y="52388"/>
                </a:lnTo>
                <a:lnTo>
                  <a:pt x="419195" y="52388"/>
                </a:lnTo>
                <a:close/>
                <a:moveTo>
                  <a:pt x="114300" y="426244"/>
                </a:moveTo>
                <a:lnTo>
                  <a:pt x="128588" y="426244"/>
                </a:lnTo>
                <a:lnTo>
                  <a:pt x="128588" y="464344"/>
                </a:lnTo>
                <a:lnTo>
                  <a:pt x="114300" y="464344"/>
                </a:lnTo>
                <a:lnTo>
                  <a:pt x="114300" y="426244"/>
                </a:lnTo>
                <a:close/>
                <a:moveTo>
                  <a:pt x="204788" y="464344"/>
                </a:moveTo>
                <a:lnTo>
                  <a:pt x="190500" y="464344"/>
                </a:lnTo>
                <a:lnTo>
                  <a:pt x="190500" y="426244"/>
                </a:lnTo>
                <a:lnTo>
                  <a:pt x="204788" y="426244"/>
                </a:lnTo>
                <a:lnTo>
                  <a:pt x="204788" y="464344"/>
                </a:lnTo>
                <a:close/>
                <a:moveTo>
                  <a:pt x="357188" y="464344"/>
                </a:moveTo>
                <a:lnTo>
                  <a:pt x="342900" y="464344"/>
                </a:lnTo>
                <a:lnTo>
                  <a:pt x="342900" y="426244"/>
                </a:lnTo>
                <a:lnTo>
                  <a:pt x="357188" y="426244"/>
                </a:lnTo>
                <a:lnTo>
                  <a:pt x="357188" y="464344"/>
                </a:lnTo>
                <a:close/>
                <a:moveTo>
                  <a:pt x="433388" y="464344"/>
                </a:moveTo>
                <a:lnTo>
                  <a:pt x="419100" y="464344"/>
                </a:lnTo>
                <a:lnTo>
                  <a:pt x="419100" y="426244"/>
                </a:lnTo>
                <a:lnTo>
                  <a:pt x="433388" y="426244"/>
                </a:lnTo>
                <a:lnTo>
                  <a:pt x="433388" y="464344"/>
                </a:lnTo>
                <a:close/>
                <a:moveTo>
                  <a:pt x="114300" y="350044"/>
                </a:moveTo>
                <a:lnTo>
                  <a:pt x="128588" y="350044"/>
                </a:lnTo>
                <a:lnTo>
                  <a:pt x="128588" y="388144"/>
                </a:lnTo>
                <a:lnTo>
                  <a:pt x="114300" y="388144"/>
                </a:lnTo>
                <a:lnTo>
                  <a:pt x="114300" y="350044"/>
                </a:lnTo>
                <a:close/>
                <a:moveTo>
                  <a:pt x="204788" y="388144"/>
                </a:moveTo>
                <a:lnTo>
                  <a:pt x="190500" y="388144"/>
                </a:lnTo>
                <a:lnTo>
                  <a:pt x="190500" y="350044"/>
                </a:lnTo>
                <a:lnTo>
                  <a:pt x="204788" y="350044"/>
                </a:lnTo>
                <a:lnTo>
                  <a:pt x="204788" y="388144"/>
                </a:lnTo>
                <a:close/>
                <a:moveTo>
                  <a:pt x="280988" y="388144"/>
                </a:moveTo>
                <a:lnTo>
                  <a:pt x="266700" y="388144"/>
                </a:lnTo>
                <a:lnTo>
                  <a:pt x="266700" y="350044"/>
                </a:lnTo>
                <a:lnTo>
                  <a:pt x="280988" y="350044"/>
                </a:lnTo>
                <a:lnTo>
                  <a:pt x="280988" y="388144"/>
                </a:lnTo>
                <a:close/>
                <a:moveTo>
                  <a:pt x="357188" y="388144"/>
                </a:moveTo>
                <a:lnTo>
                  <a:pt x="342900" y="388144"/>
                </a:lnTo>
                <a:lnTo>
                  <a:pt x="342900" y="350044"/>
                </a:lnTo>
                <a:lnTo>
                  <a:pt x="357188" y="350044"/>
                </a:lnTo>
                <a:lnTo>
                  <a:pt x="357188" y="388144"/>
                </a:lnTo>
                <a:close/>
                <a:moveTo>
                  <a:pt x="433388" y="388144"/>
                </a:moveTo>
                <a:lnTo>
                  <a:pt x="419100" y="388144"/>
                </a:lnTo>
                <a:lnTo>
                  <a:pt x="419100" y="350044"/>
                </a:lnTo>
                <a:lnTo>
                  <a:pt x="433388" y="350044"/>
                </a:lnTo>
                <a:lnTo>
                  <a:pt x="433388" y="388144"/>
                </a:lnTo>
                <a:close/>
                <a:moveTo>
                  <a:pt x="114300" y="273844"/>
                </a:moveTo>
                <a:lnTo>
                  <a:pt x="128588" y="273844"/>
                </a:lnTo>
                <a:lnTo>
                  <a:pt x="128588" y="311944"/>
                </a:lnTo>
                <a:lnTo>
                  <a:pt x="114300" y="311944"/>
                </a:lnTo>
                <a:lnTo>
                  <a:pt x="114300" y="273844"/>
                </a:lnTo>
                <a:close/>
                <a:moveTo>
                  <a:pt x="204788" y="311944"/>
                </a:moveTo>
                <a:lnTo>
                  <a:pt x="190500" y="311944"/>
                </a:lnTo>
                <a:lnTo>
                  <a:pt x="190500" y="273844"/>
                </a:lnTo>
                <a:lnTo>
                  <a:pt x="204788" y="273844"/>
                </a:lnTo>
                <a:lnTo>
                  <a:pt x="204788" y="311944"/>
                </a:lnTo>
                <a:close/>
                <a:moveTo>
                  <a:pt x="280988" y="311944"/>
                </a:moveTo>
                <a:lnTo>
                  <a:pt x="266700" y="311944"/>
                </a:lnTo>
                <a:lnTo>
                  <a:pt x="266700" y="273844"/>
                </a:lnTo>
                <a:lnTo>
                  <a:pt x="280988" y="273844"/>
                </a:lnTo>
                <a:lnTo>
                  <a:pt x="280988" y="311944"/>
                </a:lnTo>
                <a:close/>
                <a:moveTo>
                  <a:pt x="357188" y="311944"/>
                </a:moveTo>
                <a:lnTo>
                  <a:pt x="342900" y="311944"/>
                </a:lnTo>
                <a:lnTo>
                  <a:pt x="342900" y="273844"/>
                </a:lnTo>
                <a:lnTo>
                  <a:pt x="357188" y="273844"/>
                </a:lnTo>
                <a:lnTo>
                  <a:pt x="357188" y="311944"/>
                </a:lnTo>
                <a:close/>
                <a:moveTo>
                  <a:pt x="433388" y="311944"/>
                </a:moveTo>
                <a:lnTo>
                  <a:pt x="419100" y="311944"/>
                </a:lnTo>
                <a:lnTo>
                  <a:pt x="419100" y="273844"/>
                </a:lnTo>
                <a:lnTo>
                  <a:pt x="433388" y="273844"/>
                </a:lnTo>
                <a:lnTo>
                  <a:pt x="433388" y="311944"/>
                </a:lnTo>
                <a:close/>
                <a:moveTo>
                  <a:pt x="114300" y="197644"/>
                </a:moveTo>
                <a:lnTo>
                  <a:pt x="128588" y="197644"/>
                </a:lnTo>
                <a:lnTo>
                  <a:pt x="128588" y="235744"/>
                </a:lnTo>
                <a:lnTo>
                  <a:pt x="114300" y="235744"/>
                </a:lnTo>
                <a:lnTo>
                  <a:pt x="114300" y="197644"/>
                </a:lnTo>
                <a:close/>
                <a:moveTo>
                  <a:pt x="204788" y="235744"/>
                </a:moveTo>
                <a:lnTo>
                  <a:pt x="190500" y="235744"/>
                </a:lnTo>
                <a:lnTo>
                  <a:pt x="190500" y="197644"/>
                </a:lnTo>
                <a:lnTo>
                  <a:pt x="204788" y="197644"/>
                </a:lnTo>
                <a:lnTo>
                  <a:pt x="204788" y="235744"/>
                </a:lnTo>
                <a:close/>
                <a:moveTo>
                  <a:pt x="280988" y="235744"/>
                </a:moveTo>
                <a:lnTo>
                  <a:pt x="266700" y="235744"/>
                </a:lnTo>
                <a:lnTo>
                  <a:pt x="266700" y="197644"/>
                </a:lnTo>
                <a:lnTo>
                  <a:pt x="280988" y="197644"/>
                </a:lnTo>
                <a:lnTo>
                  <a:pt x="280988" y="235744"/>
                </a:lnTo>
                <a:close/>
                <a:moveTo>
                  <a:pt x="357188" y="235744"/>
                </a:moveTo>
                <a:lnTo>
                  <a:pt x="342900" y="235744"/>
                </a:lnTo>
                <a:lnTo>
                  <a:pt x="342900" y="197644"/>
                </a:lnTo>
                <a:lnTo>
                  <a:pt x="357188" y="197644"/>
                </a:lnTo>
                <a:lnTo>
                  <a:pt x="357188" y="235744"/>
                </a:lnTo>
                <a:close/>
                <a:moveTo>
                  <a:pt x="433388" y="235744"/>
                </a:moveTo>
                <a:lnTo>
                  <a:pt x="419100" y="235744"/>
                </a:lnTo>
                <a:lnTo>
                  <a:pt x="419100" y="197644"/>
                </a:lnTo>
                <a:lnTo>
                  <a:pt x="433388" y="197644"/>
                </a:lnTo>
                <a:lnTo>
                  <a:pt x="433388" y="235744"/>
                </a:lnTo>
                <a:close/>
                <a:moveTo>
                  <a:pt x="114300" y="121444"/>
                </a:moveTo>
                <a:lnTo>
                  <a:pt x="128588" y="121444"/>
                </a:lnTo>
                <a:lnTo>
                  <a:pt x="128588" y="159544"/>
                </a:lnTo>
                <a:lnTo>
                  <a:pt x="114300" y="159544"/>
                </a:lnTo>
                <a:lnTo>
                  <a:pt x="114300" y="121444"/>
                </a:lnTo>
                <a:close/>
                <a:moveTo>
                  <a:pt x="204788" y="159544"/>
                </a:moveTo>
                <a:lnTo>
                  <a:pt x="190500" y="159544"/>
                </a:lnTo>
                <a:lnTo>
                  <a:pt x="190500" y="121444"/>
                </a:lnTo>
                <a:lnTo>
                  <a:pt x="204788" y="121444"/>
                </a:lnTo>
                <a:lnTo>
                  <a:pt x="204788" y="159544"/>
                </a:lnTo>
                <a:close/>
                <a:moveTo>
                  <a:pt x="280988" y="159544"/>
                </a:moveTo>
                <a:lnTo>
                  <a:pt x="266700" y="159544"/>
                </a:lnTo>
                <a:lnTo>
                  <a:pt x="266700" y="121444"/>
                </a:lnTo>
                <a:lnTo>
                  <a:pt x="280988" y="121444"/>
                </a:lnTo>
                <a:lnTo>
                  <a:pt x="280988" y="159544"/>
                </a:lnTo>
                <a:close/>
                <a:moveTo>
                  <a:pt x="357188" y="159544"/>
                </a:moveTo>
                <a:lnTo>
                  <a:pt x="342900" y="159544"/>
                </a:lnTo>
                <a:lnTo>
                  <a:pt x="342900" y="121444"/>
                </a:lnTo>
                <a:lnTo>
                  <a:pt x="357188" y="121444"/>
                </a:lnTo>
                <a:lnTo>
                  <a:pt x="357188" y="159544"/>
                </a:lnTo>
                <a:close/>
                <a:moveTo>
                  <a:pt x="433388" y="159544"/>
                </a:moveTo>
                <a:lnTo>
                  <a:pt x="419100" y="159544"/>
                </a:lnTo>
                <a:lnTo>
                  <a:pt x="419100" y="121444"/>
                </a:lnTo>
                <a:lnTo>
                  <a:pt x="433388" y="121444"/>
                </a:lnTo>
                <a:lnTo>
                  <a:pt x="433388" y="159544"/>
                </a:lnTo>
                <a:close/>
                <a:moveTo>
                  <a:pt x="528638" y="578644"/>
                </a:moveTo>
                <a:lnTo>
                  <a:pt x="528638" y="546545"/>
                </a:lnTo>
                <a:cubicBezTo>
                  <a:pt x="539591" y="543401"/>
                  <a:pt x="547688" y="533400"/>
                  <a:pt x="547688" y="521494"/>
                </a:cubicBezTo>
                <a:cubicBezTo>
                  <a:pt x="547688" y="507016"/>
                  <a:pt x="535972" y="495300"/>
                  <a:pt x="521494" y="495300"/>
                </a:cubicBezTo>
                <a:cubicBezTo>
                  <a:pt x="507016" y="495300"/>
                  <a:pt x="495300" y="507016"/>
                  <a:pt x="495300" y="521494"/>
                </a:cubicBezTo>
                <a:cubicBezTo>
                  <a:pt x="495300" y="533400"/>
                  <a:pt x="503396" y="543401"/>
                  <a:pt x="514350" y="546545"/>
                </a:cubicBezTo>
                <a:lnTo>
                  <a:pt x="514350" y="578644"/>
                </a:lnTo>
                <a:lnTo>
                  <a:pt x="528638" y="578644"/>
                </a:lnTo>
                <a:close/>
                <a:moveTo>
                  <a:pt x="509588" y="521494"/>
                </a:moveTo>
                <a:cubicBezTo>
                  <a:pt x="509588" y="514922"/>
                  <a:pt x="514921" y="509588"/>
                  <a:pt x="521494" y="509588"/>
                </a:cubicBezTo>
                <a:cubicBezTo>
                  <a:pt x="528066" y="509588"/>
                  <a:pt x="533400" y="514922"/>
                  <a:pt x="533400" y="521494"/>
                </a:cubicBezTo>
                <a:cubicBezTo>
                  <a:pt x="533400" y="528066"/>
                  <a:pt x="528066" y="533400"/>
                  <a:pt x="521494" y="533400"/>
                </a:cubicBezTo>
                <a:cubicBezTo>
                  <a:pt x="514921" y="533400"/>
                  <a:pt x="509588" y="528066"/>
                  <a:pt x="509588" y="521494"/>
                </a:cubicBezTo>
                <a:close/>
                <a:moveTo>
                  <a:pt x="33338" y="578644"/>
                </a:moveTo>
                <a:lnTo>
                  <a:pt x="33338" y="546545"/>
                </a:lnTo>
                <a:cubicBezTo>
                  <a:pt x="44291" y="543401"/>
                  <a:pt x="52388" y="533400"/>
                  <a:pt x="52388" y="521494"/>
                </a:cubicBezTo>
                <a:cubicBezTo>
                  <a:pt x="52388" y="507016"/>
                  <a:pt x="40672" y="495300"/>
                  <a:pt x="26194" y="495300"/>
                </a:cubicBezTo>
                <a:cubicBezTo>
                  <a:pt x="11716" y="495300"/>
                  <a:pt x="0" y="507016"/>
                  <a:pt x="0" y="521494"/>
                </a:cubicBezTo>
                <a:cubicBezTo>
                  <a:pt x="0" y="533400"/>
                  <a:pt x="8096" y="543401"/>
                  <a:pt x="19050" y="546545"/>
                </a:cubicBezTo>
                <a:lnTo>
                  <a:pt x="19050" y="578644"/>
                </a:lnTo>
                <a:lnTo>
                  <a:pt x="33338" y="578644"/>
                </a:lnTo>
                <a:close/>
                <a:moveTo>
                  <a:pt x="14288" y="521494"/>
                </a:moveTo>
                <a:cubicBezTo>
                  <a:pt x="14288" y="514922"/>
                  <a:pt x="19622" y="509588"/>
                  <a:pt x="26194" y="509588"/>
                </a:cubicBezTo>
                <a:cubicBezTo>
                  <a:pt x="32766" y="509588"/>
                  <a:pt x="38100" y="514922"/>
                  <a:pt x="38100" y="521494"/>
                </a:cubicBezTo>
                <a:cubicBezTo>
                  <a:pt x="38100" y="528066"/>
                  <a:pt x="32766" y="533400"/>
                  <a:pt x="26194" y="533400"/>
                </a:cubicBezTo>
                <a:cubicBezTo>
                  <a:pt x="19622" y="533400"/>
                  <a:pt x="14288" y="528066"/>
                  <a:pt x="14288" y="521494"/>
                </a:cubicBezTo>
                <a:close/>
                <a:moveTo>
                  <a:pt x="264319" y="445294"/>
                </a:moveTo>
                <a:cubicBezTo>
                  <a:pt x="264319" y="440055"/>
                  <a:pt x="268605" y="435769"/>
                  <a:pt x="273844" y="435769"/>
                </a:cubicBezTo>
                <a:cubicBezTo>
                  <a:pt x="279083" y="435769"/>
                  <a:pt x="283369" y="440055"/>
                  <a:pt x="283369" y="445294"/>
                </a:cubicBezTo>
                <a:cubicBezTo>
                  <a:pt x="283369" y="450533"/>
                  <a:pt x="279083" y="454819"/>
                  <a:pt x="273844" y="454819"/>
                </a:cubicBezTo>
                <a:cubicBezTo>
                  <a:pt x="268605" y="454819"/>
                  <a:pt x="264319" y="450533"/>
                  <a:pt x="264319" y="445294"/>
                </a:cubicBezTo>
                <a:close/>
                <a:moveTo>
                  <a:pt x="112014" y="540544"/>
                </a:moveTo>
                <a:cubicBezTo>
                  <a:pt x="112014" y="535305"/>
                  <a:pt x="116300" y="531019"/>
                  <a:pt x="121539" y="531019"/>
                </a:cubicBezTo>
                <a:cubicBezTo>
                  <a:pt x="126778" y="531019"/>
                  <a:pt x="131064" y="535305"/>
                  <a:pt x="131064" y="540544"/>
                </a:cubicBezTo>
                <a:cubicBezTo>
                  <a:pt x="131064" y="545783"/>
                  <a:pt x="126778" y="550069"/>
                  <a:pt x="121539" y="550069"/>
                </a:cubicBezTo>
                <a:cubicBezTo>
                  <a:pt x="116300" y="550069"/>
                  <a:pt x="112014" y="545783"/>
                  <a:pt x="112014" y="540544"/>
                </a:cubicBezTo>
                <a:close/>
                <a:moveTo>
                  <a:pt x="416719" y="540544"/>
                </a:moveTo>
                <a:cubicBezTo>
                  <a:pt x="416719" y="535305"/>
                  <a:pt x="421005" y="531019"/>
                  <a:pt x="426244" y="531019"/>
                </a:cubicBezTo>
                <a:cubicBezTo>
                  <a:pt x="431483" y="531019"/>
                  <a:pt x="435769" y="535305"/>
                  <a:pt x="435769" y="540544"/>
                </a:cubicBezTo>
                <a:cubicBezTo>
                  <a:pt x="435769" y="545783"/>
                  <a:pt x="431483" y="550069"/>
                  <a:pt x="426244" y="550069"/>
                </a:cubicBezTo>
                <a:cubicBezTo>
                  <a:pt x="421005" y="550069"/>
                  <a:pt x="416719" y="545783"/>
                  <a:pt x="416719" y="540544"/>
                </a:cubicBezTo>
                <a:close/>
              </a:path>
            </a:pathLst>
          </a:custGeom>
          <a:solidFill>
            <a:schemeClr val="tx1"/>
          </a:solidFill>
          <a:ln w="3175" cap="flat">
            <a:noFill/>
            <a:prstDash val="solid"/>
            <a:miter/>
          </a:ln>
        </p:spPr>
        <p:txBody>
          <a:bodyPr rtlCol="0" anchor="ctr"/>
          <a:lstStyle/>
          <a:p>
            <a:endParaRPr lang="en-US" dirty="0">
              <a:latin typeface="Inter" panose="02000503000000020004" pitchFamily="2" charset="0"/>
            </a:endParaRPr>
          </a:p>
        </p:txBody>
      </p:sp>
      <p:sp>
        <p:nvSpPr>
          <p:cNvPr id="671" name="Freeform 255">
            <a:extLst>
              <a:ext uri="{FF2B5EF4-FFF2-40B4-BE49-F238E27FC236}">
                <a16:creationId xmlns:a16="http://schemas.microsoft.com/office/drawing/2014/main" id="{EE3A3A5F-AE2B-E038-F5FD-9E0B44CFBAC9}"/>
              </a:ext>
            </a:extLst>
          </p:cNvPr>
          <p:cNvSpPr>
            <a:spLocks noChangeAspect="1"/>
          </p:cNvSpPr>
          <p:nvPr/>
        </p:nvSpPr>
        <p:spPr>
          <a:xfrm>
            <a:off x="779715" y="3640674"/>
            <a:ext cx="228600" cy="253368"/>
          </a:xfrm>
          <a:custGeom>
            <a:avLst/>
            <a:gdLst>
              <a:gd name="connsiteX0" fmla="*/ 64198 w 528542"/>
              <a:gd name="connsiteY0" fmla="*/ 228524 h 585806"/>
              <a:gd name="connsiteX1" fmla="*/ 38005 w 528542"/>
              <a:gd name="connsiteY1" fmla="*/ 254718 h 585806"/>
              <a:gd name="connsiteX2" fmla="*/ 64198 w 528542"/>
              <a:gd name="connsiteY2" fmla="*/ 280912 h 585806"/>
              <a:gd name="connsiteX3" fmla="*/ 90392 w 528542"/>
              <a:gd name="connsiteY3" fmla="*/ 254718 h 585806"/>
              <a:gd name="connsiteX4" fmla="*/ 64198 w 528542"/>
              <a:gd name="connsiteY4" fmla="*/ 228524 h 585806"/>
              <a:gd name="connsiteX5" fmla="*/ 64198 w 528542"/>
              <a:gd name="connsiteY5" fmla="*/ 266624 h 585806"/>
              <a:gd name="connsiteX6" fmla="*/ 52292 w 528542"/>
              <a:gd name="connsiteY6" fmla="*/ 254718 h 585806"/>
              <a:gd name="connsiteX7" fmla="*/ 64198 w 528542"/>
              <a:gd name="connsiteY7" fmla="*/ 242812 h 585806"/>
              <a:gd name="connsiteX8" fmla="*/ 76105 w 528542"/>
              <a:gd name="connsiteY8" fmla="*/ 254718 h 585806"/>
              <a:gd name="connsiteX9" fmla="*/ 64198 w 528542"/>
              <a:gd name="connsiteY9" fmla="*/ 266624 h 585806"/>
              <a:gd name="connsiteX10" fmla="*/ 407099 w 528542"/>
              <a:gd name="connsiteY10" fmla="*/ 228524 h 585806"/>
              <a:gd name="connsiteX11" fmla="*/ 380905 w 528542"/>
              <a:gd name="connsiteY11" fmla="*/ 254718 h 585806"/>
              <a:gd name="connsiteX12" fmla="*/ 407099 w 528542"/>
              <a:gd name="connsiteY12" fmla="*/ 280912 h 585806"/>
              <a:gd name="connsiteX13" fmla="*/ 433292 w 528542"/>
              <a:gd name="connsiteY13" fmla="*/ 254718 h 585806"/>
              <a:gd name="connsiteX14" fmla="*/ 407099 w 528542"/>
              <a:gd name="connsiteY14" fmla="*/ 228524 h 585806"/>
              <a:gd name="connsiteX15" fmla="*/ 407099 w 528542"/>
              <a:gd name="connsiteY15" fmla="*/ 266624 h 585806"/>
              <a:gd name="connsiteX16" fmla="*/ 395192 w 528542"/>
              <a:gd name="connsiteY16" fmla="*/ 254718 h 585806"/>
              <a:gd name="connsiteX17" fmla="*/ 407099 w 528542"/>
              <a:gd name="connsiteY17" fmla="*/ 242812 h 585806"/>
              <a:gd name="connsiteX18" fmla="*/ 419005 w 528542"/>
              <a:gd name="connsiteY18" fmla="*/ 254718 h 585806"/>
              <a:gd name="connsiteX19" fmla="*/ 407099 w 528542"/>
              <a:gd name="connsiteY19" fmla="*/ 266624 h 585806"/>
              <a:gd name="connsiteX20" fmla="*/ 461867 w 528542"/>
              <a:gd name="connsiteY20" fmla="*/ 397593 h 585806"/>
              <a:gd name="connsiteX21" fmla="*/ 459962 w 528542"/>
              <a:gd name="connsiteY21" fmla="*/ 383401 h 585806"/>
              <a:gd name="connsiteX22" fmla="*/ 507397 w 528542"/>
              <a:gd name="connsiteY22" fmla="*/ 335966 h 585806"/>
              <a:gd name="connsiteX23" fmla="*/ 508254 w 528542"/>
              <a:gd name="connsiteY23" fmla="*/ 326917 h 585806"/>
              <a:gd name="connsiteX24" fmla="*/ 469678 w 528542"/>
              <a:gd name="connsiteY24" fmla="*/ 269005 h 585806"/>
              <a:gd name="connsiteX25" fmla="*/ 471392 w 528542"/>
              <a:gd name="connsiteY25" fmla="*/ 254623 h 585806"/>
              <a:gd name="connsiteX26" fmla="*/ 434816 w 528542"/>
              <a:gd name="connsiteY26" fmla="*/ 196711 h 585806"/>
              <a:gd name="connsiteX27" fmla="*/ 287369 w 528542"/>
              <a:gd name="connsiteY27" fmla="*/ 55645 h 585806"/>
              <a:gd name="connsiteX28" fmla="*/ 283464 w 528542"/>
              <a:gd name="connsiteY28" fmla="*/ 18212 h 585806"/>
              <a:gd name="connsiteX29" fmla="*/ 253556 w 528542"/>
              <a:gd name="connsiteY29" fmla="*/ 210 h 585806"/>
              <a:gd name="connsiteX30" fmla="*/ 220694 w 528542"/>
              <a:gd name="connsiteY30" fmla="*/ 11926 h 585806"/>
              <a:gd name="connsiteX31" fmla="*/ 35338 w 528542"/>
              <a:gd name="connsiteY31" fmla="*/ 197282 h 585806"/>
              <a:gd name="connsiteX32" fmla="*/ 0 w 528542"/>
              <a:gd name="connsiteY32" fmla="*/ 254623 h 585806"/>
              <a:gd name="connsiteX33" fmla="*/ 21527 w 528542"/>
              <a:gd name="connsiteY33" fmla="*/ 302533 h 585806"/>
              <a:gd name="connsiteX34" fmla="*/ 87440 w 528542"/>
              <a:gd name="connsiteY34" fmla="*/ 533229 h 585806"/>
              <a:gd name="connsiteX35" fmla="*/ 83344 w 528542"/>
              <a:gd name="connsiteY35" fmla="*/ 533229 h 585806"/>
              <a:gd name="connsiteX36" fmla="*/ 38100 w 528542"/>
              <a:gd name="connsiteY36" fmla="*/ 578473 h 585806"/>
              <a:gd name="connsiteX37" fmla="*/ 45244 w 528542"/>
              <a:gd name="connsiteY37" fmla="*/ 585616 h 585806"/>
              <a:gd name="connsiteX38" fmla="*/ 235744 w 528542"/>
              <a:gd name="connsiteY38" fmla="*/ 585616 h 585806"/>
              <a:gd name="connsiteX39" fmla="*/ 242887 w 528542"/>
              <a:gd name="connsiteY39" fmla="*/ 578473 h 585806"/>
              <a:gd name="connsiteX40" fmla="*/ 242887 w 528542"/>
              <a:gd name="connsiteY40" fmla="*/ 540373 h 585806"/>
              <a:gd name="connsiteX41" fmla="*/ 235744 w 528542"/>
              <a:gd name="connsiteY41" fmla="*/ 533229 h 585806"/>
              <a:gd name="connsiteX42" fmla="*/ 178499 w 528542"/>
              <a:gd name="connsiteY42" fmla="*/ 533229 h 585806"/>
              <a:gd name="connsiteX43" fmla="*/ 111347 w 528542"/>
              <a:gd name="connsiteY43" fmla="*/ 298247 h 585806"/>
              <a:gd name="connsiteX44" fmla="*/ 128588 w 528542"/>
              <a:gd name="connsiteY44" fmla="*/ 254623 h 585806"/>
              <a:gd name="connsiteX45" fmla="*/ 121920 w 528542"/>
              <a:gd name="connsiteY45" fmla="*/ 226238 h 585806"/>
              <a:gd name="connsiteX46" fmla="*/ 235839 w 528542"/>
              <a:gd name="connsiteY46" fmla="*/ 112319 h 585806"/>
              <a:gd name="connsiteX47" fmla="*/ 350615 w 528542"/>
              <a:gd name="connsiteY47" fmla="*/ 224238 h 585806"/>
              <a:gd name="connsiteX48" fmla="*/ 342900 w 528542"/>
              <a:gd name="connsiteY48" fmla="*/ 254718 h 585806"/>
              <a:gd name="connsiteX49" fmla="*/ 345377 w 528542"/>
              <a:gd name="connsiteY49" fmla="*/ 271863 h 585806"/>
              <a:gd name="connsiteX50" fmla="*/ 306134 w 528542"/>
              <a:gd name="connsiteY50" fmla="*/ 326727 h 585806"/>
              <a:gd name="connsiteX51" fmla="*/ 306896 w 528542"/>
              <a:gd name="connsiteY51" fmla="*/ 335966 h 585806"/>
              <a:gd name="connsiteX52" fmla="*/ 354330 w 528542"/>
              <a:gd name="connsiteY52" fmla="*/ 383401 h 585806"/>
              <a:gd name="connsiteX53" fmla="*/ 352425 w 528542"/>
              <a:gd name="connsiteY53" fmla="*/ 397593 h 585806"/>
              <a:gd name="connsiteX54" fmla="*/ 407194 w 528542"/>
              <a:gd name="connsiteY54" fmla="*/ 452362 h 585806"/>
              <a:gd name="connsiteX55" fmla="*/ 461962 w 528542"/>
              <a:gd name="connsiteY55" fmla="*/ 397593 h 585806"/>
              <a:gd name="connsiteX56" fmla="*/ 457105 w 528542"/>
              <a:gd name="connsiteY56" fmla="*/ 254718 h 585806"/>
              <a:gd name="connsiteX57" fmla="*/ 407099 w 528542"/>
              <a:gd name="connsiteY57" fmla="*/ 304724 h 585806"/>
              <a:gd name="connsiteX58" fmla="*/ 373094 w 528542"/>
              <a:gd name="connsiteY58" fmla="*/ 291389 h 585806"/>
              <a:gd name="connsiteX59" fmla="*/ 357092 w 528542"/>
              <a:gd name="connsiteY59" fmla="*/ 254718 h 585806"/>
              <a:gd name="connsiteX60" fmla="*/ 407099 w 528542"/>
              <a:gd name="connsiteY60" fmla="*/ 204712 h 585806"/>
              <a:gd name="connsiteX61" fmla="*/ 426530 w 528542"/>
              <a:gd name="connsiteY61" fmla="*/ 208617 h 585806"/>
              <a:gd name="connsiteX62" fmla="*/ 427006 w 528542"/>
              <a:gd name="connsiteY62" fmla="*/ 209093 h 585806"/>
              <a:gd name="connsiteX63" fmla="*/ 427101 w 528542"/>
              <a:gd name="connsiteY63" fmla="*/ 209093 h 585806"/>
              <a:gd name="connsiteX64" fmla="*/ 457105 w 528542"/>
              <a:gd name="connsiteY64" fmla="*/ 254718 h 585806"/>
              <a:gd name="connsiteX65" fmla="*/ 228505 w 528542"/>
              <a:gd name="connsiteY65" fmla="*/ 571424 h 585806"/>
              <a:gd name="connsiteX66" fmla="*/ 53150 w 528542"/>
              <a:gd name="connsiteY66" fmla="*/ 571424 h 585806"/>
              <a:gd name="connsiteX67" fmla="*/ 83249 w 528542"/>
              <a:gd name="connsiteY67" fmla="*/ 547612 h 585806"/>
              <a:gd name="connsiteX68" fmla="*/ 228505 w 528542"/>
              <a:gd name="connsiteY68" fmla="*/ 547612 h 585806"/>
              <a:gd name="connsiteX69" fmla="*/ 228505 w 528542"/>
              <a:gd name="connsiteY69" fmla="*/ 571424 h 585806"/>
              <a:gd name="connsiteX70" fmla="*/ 102203 w 528542"/>
              <a:gd name="connsiteY70" fmla="*/ 533324 h 585806"/>
              <a:gd name="connsiteX71" fmla="*/ 39529 w 528542"/>
              <a:gd name="connsiteY71" fmla="*/ 314059 h 585806"/>
              <a:gd name="connsiteX72" fmla="*/ 64103 w 528542"/>
              <a:gd name="connsiteY72" fmla="*/ 319012 h 585806"/>
              <a:gd name="connsiteX73" fmla="*/ 99251 w 528542"/>
              <a:gd name="connsiteY73" fmla="*/ 308439 h 585806"/>
              <a:gd name="connsiteX74" fmla="*/ 163449 w 528542"/>
              <a:gd name="connsiteY74" fmla="*/ 533324 h 585806"/>
              <a:gd name="connsiteX75" fmla="*/ 102108 w 528542"/>
              <a:gd name="connsiteY75" fmla="*/ 533324 h 585806"/>
              <a:gd name="connsiteX76" fmla="*/ 64198 w 528542"/>
              <a:gd name="connsiteY76" fmla="*/ 304724 h 585806"/>
              <a:gd name="connsiteX77" fmla="*/ 14192 w 528542"/>
              <a:gd name="connsiteY77" fmla="*/ 254718 h 585806"/>
              <a:gd name="connsiteX78" fmla="*/ 64198 w 528542"/>
              <a:gd name="connsiteY78" fmla="*/ 204712 h 585806"/>
              <a:gd name="connsiteX79" fmla="*/ 114205 w 528542"/>
              <a:gd name="connsiteY79" fmla="*/ 254718 h 585806"/>
              <a:gd name="connsiteX80" fmla="*/ 64198 w 528542"/>
              <a:gd name="connsiteY80" fmla="*/ 304724 h 585806"/>
              <a:gd name="connsiteX81" fmla="*/ 64198 w 528542"/>
              <a:gd name="connsiteY81" fmla="*/ 190424 h 585806"/>
              <a:gd name="connsiteX82" fmla="*/ 62293 w 528542"/>
              <a:gd name="connsiteY82" fmla="*/ 190519 h 585806"/>
              <a:gd name="connsiteX83" fmla="*/ 230696 w 528542"/>
              <a:gd name="connsiteY83" fmla="*/ 22117 h 585806"/>
              <a:gd name="connsiteX84" fmla="*/ 252032 w 528542"/>
              <a:gd name="connsiteY84" fmla="*/ 14497 h 585806"/>
              <a:gd name="connsiteX85" fmla="*/ 271462 w 528542"/>
              <a:gd name="connsiteY85" fmla="*/ 26213 h 585806"/>
              <a:gd name="connsiteX86" fmla="*/ 268129 w 528542"/>
              <a:gd name="connsiteY86" fmla="*/ 59741 h 585806"/>
              <a:gd name="connsiteX87" fmla="*/ 113824 w 528542"/>
              <a:gd name="connsiteY87" fmla="*/ 214046 h 585806"/>
              <a:gd name="connsiteX88" fmla="*/ 64103 w 528542"/>
              <a:gd name="connsiteY88" fmla="*/ 190519 h 585806"/>
              <a:gd name="connsiteX89" fmla="*/ 245840 w 528542"/>
              <a:gd name="connsiteY89" fmla="*/ 102223 h 585806"/>
              <a:gd name="connsiteX90" fmla="*/ 278321 w 528542"/>
              <a:gd name="connsiteY90" fmla="*/ 69742 h 585806"/>
              <a:gd name="connsiteX91" fmla="*/ 279654 w 528542"/>
              <a:gd name="connsiteY91" fmla="*/ 68123 h 585806"/>
              <a:gd name="connsiteX92" fmla="*/ 407480 w 528542"/>
              <a:gd name="connsiteY92" fmla="*/ 190424 h 585806"/>
              <a:gd name="connsiteX93" fmla="*/ 407099 w 528542"/>
              <a:gd name="connsiteY93" fmla="*/ 190424 h 585806"/>
              <a:gd name="connsiteX94" fmla="*/ 358807 w 528542"/>
              <a:gd name="connsiteY94" fmla="*/ 212427 h 585806"/>
              <a:gd name="connsiteX95" fmla="*/ 245840 w 528542"/>
              <a:gd name="connsiteY95" fmla="*/ 102223 h 585806"/>
              <a:gd name="connsiteX96" fmla="*/ 321183 w 528542"/>
              <a:gd name="connsiteY96" fmla="*/ 330156 h 585806"/>
              <a:gd name="connsiteX97" fmla="*/ 351758 w 528542"/>
              <a:gd name="connsiteY97" fmla="*/ 287293 h 585806"/>
              <a:gd name="connsiteX98" fmla="*/ 363379 w 528542"/>
              <a:gd name="connsiteY98" fmla="*/ 301867 h 585806"/>
              <a:gd name="connsiteX99" fmla="*/ 407099 w 528542"/>
              <a:gd name="connsiteY99" fmla="*/ 319012 h 585806"/>
              <a:gd name="connsiteX100" fmla="*/ 463486 w 528542"/>
              <a:gd name="connsiteY100" fmla="*/ 285484 h 585806"/>
              <a:gd name="connsiteX101" fmla="*/ 493109 w 528542"/>
              <a:gd name="connsiteY101" fmla="*/ 329965 h 585806"/>
              <a:gd name="connsiteX102" fmla="*/ 453866 w 528542"/>
              <a:gd name="connsiteY102" fmla="*/ 369208 h 585806"/>
              <a:gd name="connsiteX103" fmla="*/ 407099 w 528542"/>
              <a:gd name="connsiteY103" fmla="*/ 342729 h 585806"/>
              <a:gd name="connsiteX104" fmla="*/ 360331 w 528542"/>
              <a:gd name="connsiteY104" fmla="*/ 369208 h 585806"/>
              <a:gd name="connsiteX105" fmla="*/ 321183 w 528542"/>
              <a:gd name="connsiteY105" fmla="*/ 330061 h 585806"/>
              <a:gd name="connsiteX106" fmla="*/ 407099 w 528542"/>
              <a:gd name="connsiteY106" fmla="*/ 438074 h 585806"/>
              <a:gd name="connsiteX107" fmla="*/ 366617 w 528542"/>
              <a:gd name="connsiteY107" fmla="*/ 397593 h 585806"/>
              <a:gd name="connsiteX108" fmla="*/ 407099 w 528542"/>
              <a:gd name="connsiteY108" fmla="*/ 357112 h 585806"/>
              <a:gd name="connsiteX109" fmla="*/ 447580 w 528542"/>
              <a:gd name="connsiteY109" fmla="*/ 397593 h 585806"/>
              <a:gd name="connsiteX110" fmla="*/ 407099 w 528542"/>
              <a:gd name="connsiteY110" fmla="*/ 438074 h 585806"/>
              <a:gd name="connsiteX111" fmla="*/ 346805 w 528542"/>
              <a:gd name="connsiteY111" fmla="*/ 480175 h 585806"/>
              <a:gd name="connsiteX112" fmla="*/ 334042 w 528542"/>
              <a:gd name="connsiteY112" fmla="*/ 480175 h 585806"/>
              <a:gd name="connsiteX113" fmla="*/ 286417 w 528542"/>
              <a:gd name="connsiteY113" fmla="*/ 575425 h 585806"/>
              <a:gd name="connsiteX114" fmla="*/ 286703 w 528542"/>
              <a:gd name="connsiteY114" fmla="*/ 582378 h 585806"/>
              <a:gd name="connsiteX115" fmla="*/ 292799 w 528542"/>
              <a:gd name="connsiteY115" fmla="*/ 585807 h 585806"/>
              <a:gd name="connsiteX116" fmla="*/ 388049 w 528542"/>
              <a:gd name="connsiteY116" fmla="*/ 585807 h 585806"/>
              <a:gd name="connsiteX117" fmla="*/ 394145 w 528542"/>
              <a:gd name="connsiteY117" fmla="*/ 582378 h 585806"/>
              <a:gd name="connsiteX118" fmla="*/ 394430 w 528542"/>
              <a:gd name="connsiteY118" fmla="*/ 575425 h 585806"/>
              <a:gd name="connsiteX119" fmla="*/ 346805 w 528542"/>
              <a:gd name="connsiteY119" fmla="*/ 480175 h 585806"/>
              <a:gd name="connsiteX120" fmla="*/ 304324 w 528542"/>
              <a:gd name="connsiteY120" fmla="*/ 571424 h 585806"/>
              <a:gd name="connsiteX121" fmla="*/ 340424 w 528542"/>
              <a:gd name="connsiteY121" fmla="*/ 499320 h 585806"/>
              <a:gd name="connsiteX122" fmla="*/ 376523 w 528542"/>
              <a:gd name="connsiteY122" fmla="*/ 571424 h 585806"/>
              <a:gd name="connsiteX123" fmla="*/ 304419 w 528542"/>
              <a:gd name="connsiteY123" fmla="*/ 571424 h 585806"/>
              <a:gd name="connsiteX124" fmla="*/ 521399 w 528542"/>
              <a:gd name="connsiteY124" fmla="*/ 476174 h 585806"/>
              <a:gd name="connsiteX125" fmla="*/ 426149 w 528542"/>
              <a:gd name="connsiteY125" fmla="*/ 476174 h 585806"/>
              <a:gd name="connsiteX126" fmla="*/ 419005 w 528542"/>
              <a:gd name="connsiteY126" fmla="*/ 483318 h 585806"/>
              <a:gd name="connsiteX127" fmla="*/ 419005 w 528542"/>
              <a:gd name="connsiteY127" fmla="*/ 578568 h 585806"/>
              <a:gd name="connsiteX128" fmla="*/ 426149 w 528542"/>
              <a:gd name="connsiteY128" fmla="*/ 585712 h 585806"/>
              <a:gd name="connsiteX129" fmla="*/ 521399 w 528542"/>
              <a:gd name="connsiteY129" fmla="*/ 585712 h 585806"/>
              <a:gd name="connsiteX130" fmla="*/ 528542 w 528542"/>
              <a:gd name="connsiteY130" fmla="*/ 578568 h 585806"/>
              <a:gd name="connsiteX131" fmla="*/ 528542 w 528542"/>
              <a:gd name="connsiteY131" fmla="*/ 483318 h 585806"/>
              <a:gd name="connsiteX132" fmla="*/ 521399 w 528542"/>
              <a:gd name="connsiteY132" fmla="*/ 476174 h 585806"/>
              <a:gd name="connsiteX133" fmla="*/ 514255 w 528542"/>
              <a:gd name="connsiteY133" fmla="*/ 571424 h 585806"/>
              <a:gd name="connsiteX134" fmla="*/ 433292 w 528542"/>
              <a:gd name="connsiteY134" fmla="*/ 571424 h 585806"/>
              <a:gd name="connsiteX135" fmla="*/ 433292 w 528542"/>
              <a:gd name="connsiteY135" fmla="*/ 490462 h 585806"/>
              <a:gd name="connsiteX136" fmla="*/ 514255 w 528542"/>
              <a:gd name="connsiteY136" fmla="*/ 490462 h 585806"/>
              <a:gd name="connsiteX137" fmla="*/ 514255 w 528542"/>
              <a:gd name="connsiteY137" fmla="*/ 571424 h 585806"/>
              <a:gd name="connsiteX138" fmla="*/ 254127 w 528542"/>
              <a:gd name="connsiteY138" fmla="*/ 45358 h 585806"/>
              <a:gd name="connsiteX139" fmla="*/ 244602 w 528542"/>
              <a:gd name="connsiteY139" fmla="*/ 54883 h 585806"/>
              <a:gd name="connsiteX140" fmla="*/ 235077 w 528542"/>
              <a:gd name="connsiteY140" fmla="*/ 45358 h 585806"/>
              <a:gd name="connsiteX141" fmla="*/ 244602 w 528542"/>
              <a:gd name="connsiteY141" fmla="*/ 35833 h 585806"/>
              <a:gd name="connsiteX142" fmla="*/ 254127 w 528542"/>
              <a:gd name="connsiteY142" fmla="*/ 45358 h 585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28542" h="585806">
                <a:moveTo>
                  <a:pt x="64198" y="228524"/>
                </a:moveTo>
                <a:cubicBezTo>
                  <a:pt x="49720" y="228524"/>
                  <a:pt x="38005" y="240240"/>
                  <a:pt x="38005" y="254718"/>
                </a:cubicBezTo>
                <a:cubicBezTo>
                  <a:pt x="38005" y="269196"/>
                  <a:pt x="49720" y="280912"/>
                  <a:pt x="64198" y="280912"/>
                </a:cubicBezTo>
                <a:cubicBezTo>
                  <a:pt x="78677" y="280912"/>
                  <a:pt x="90392" y="269196"/>
                  <a:pt x="90392" y="254718"/>
                </a:cubicBezTo>
                <a:cubicBezTo>
                  <a:pt x="90392" y="240240"/>
                  <a:pt x="78677" y="228524"/>
                  <a:pt x="64198" y="228524"/>
                </a:cubicBezTo>
                <a:close/>
                <a:moveTo>
                  <a:pt x="64198" y="266624"/>
                </a:moveTo>
                <a:cubicBezTo>
                  <a:pt x="57626" y="266624"/>
                  <a:pt x="52292" y="261290"/>
                  <a:pt x="52292" y="254718"/>
                </a:cubicBezTo>
                <a:cubicBezTo>
                  <a:pt x="52292" y="248146"/>
                  <a:pt x="57626" y="242812"/>
                  <a:pt x="64198" y="242812"/>
                </a:cubicBezTo>
                <a:cubicBezTo>
                  <a:pt x="70771" y="242812"/>
                  <a:pt x="76105" y="248146"/>
                  <a:pt x="76105" y="254718"/>
                </a:cubicBezTo>
                <a:cubicBezTo>
                  <a:pt x="76105" y="261290"/>
                  <a:pt x="70771" y="266624"/>
                  <a:pt x="64198" y="266624"/>
                </a:cubicBezTo>
                <a:close/>
                <a:moveTo>
                  <a:pt x="407099" y="228524"/>
                </a:moveTo>
                <a:cubicBezTo>
                  <a:pt x="392621" y="228524"/>
                  <a:pt x="380905" y="240240"/>
                  <a:pt x="380905" y="254718"/>
                </a:cubicBezTo>
                <a:cubicBezTo>
                  <a:pt x="380905" y="269196"/>
                  <a:pt x="392621" y="280912"/>
                  <a:pt x="407099" y="280912"/>
                </a:cubicBezTo>
                <a:cubicBezTo>
                  <a:pt x="421577" y="280912"/>
                  <a:pt x="433292" y="269196"/>
                  <a:pt x="433292" y="254718"/>
                </a:cubicBezTo>
                <a:cubicBezTo>
                  <a:pt x="433292" y="240240"/>
                  <a:pt x="421577" y="228524"/>
                  <a:pt x="407099" y="228524"/>
                </a:cubicBezTo>
                <a:close/>
                <a:moveTo>
                  <a:pt x="407099" y="266624"/>
                </a:moveTo>
                <a:cubicBezTo>
                  <a:pt x="400526" y="266624"/>
                  <a:pt x="395192" y="261290"/>
                  <a:pt x="395192" y="254718"/>
                </a:cubicBezTo>
                <a:cubicBezTo>
                  <a:pt x="395192" y="248146"/>
                  <a:pt x="400526" y="242812"/>
                  <a:pt x="407099" y="242812"/>
                </a:cubicBezTo>
                <a:cubicBezTo>
                  <a:pt x="413671" y="242812"/>
                  <a:pt x="419005" y="248146"/>
                  <a:pt x="419005" y="254718"/>
                </a:cubicBezTo>
                <a:cubicBezTo>
                  <a:pt x="419005" y="261290"/>
                  <a:pt x="413671" y="266624"/>
                  <a:pt x="407099" y="266624"/>
                </a:cubicBezTo>
                <a:close/>
                <a:moveTo>
                  <a:pt x="461867" y="397593"/>
                </a:moveTo>
                <a:cubicBezTo>
                  <a:pt x="461867" y="392640"/>
                  <a:pt x="461201" y="387973"/>
                  <a:pt x="459962" y="383401"/>
                </a:cubicBezTo>
                <a:lnTo>
                  <a:pt x="507397" y="335966"/>
                </a:lnTo>
                <a:cubicBezTo>
                  <a:pt x="509778" y="333585"/>
                  <a:pt x="510159" y="329775"/>
                  <a:pt x="508254" y="326917"/>
                </a:cubicBezTo>
                <a:lnTo>
                  <a:pt x="469678" y="269005"/>
                </a:lnTo>
                <a:cubicBezTo>
                  <a:pt x="470726" y="264338"/>
                  <a:pt x="471392" y="259576"/>
                  <a:pt x="471392" y="254623"/>
                </a:cubicBezTo>
                <a:cubicBezTo>
                  <a:pt x="471392" y="229096"/>
                  <a:pt x="456438" y="207093"/>
                  <a:pt x="434816" y="196711"/>
                </a:cubicBezTo>
                <a:lnTo>
                  <a:pt x="287369" y="55645"/>
                </a:lnTo>
                <a:cubicBezTo>
                  <a:pt x="292036" y="43549"/>
                  <a:pt x="290989" y="29547"/>
                  <a:pt x="283464" y="18212"/>
                </a:cubicBezTo>
                <a:cubicBezTo>
                  <a:pt x="276606" y="8020"/>
                  <a:pt x="265748" y="1448"/>
                  <a:pt x="253556" y="210"/>
                </a:cubicBezTo>
                <a:cubicBezTo>
                  <a:pt x="241268" y="-1028"/>
                  <a:pt x="229362" y="3258"/>
                  <a:pt x="220694" y="11926"/>
                </a:cubicBezTo>
                <a:lnTo>
                  <a:pt x="35338" y="197282"/>
                </a:lnTo>
                <a:cubicBezTo>
                  <a:pt x="14383" y="207950"/>
                  <a:pt x="0" y="229572"/>
                  <a:pt x="0" y="254623"/>
                </a:cubicBezTo>
                <a:cubicBezTo>
                  <a:pt x="0" y="273673"/>
                  <a:pt x="8382" y="290722"/>
                  <a:pt x="21527" y="302533"/>
                </a:cubicBezTo>
                <a:lnTo>
                  <a:pt x="87440" y="533229"/>
                </a:lnTo>
                <a:lnTo>
                  <a:pt x="83344" y="533229"/>
                </a:lnTo>
                <a:cubicBezTo>
                  <a:pt x="58388" y="533229"/>
                  <a:pt x="38100" y="553517"/>
                  <a:pt x="38100" y="578473"/>
                </a:cubicBezTo>
                <a:cubicBezTo>
                  <a:pt x="38100" y="582378"/>
                  <a:pt x="41339" y="585616"/>
                  <a:pt x="45244" y="585616"/>
                </a:cubicBezTo>
                <a:lnTo>
                  <a:pt x="235744" y="585616"/>
                </a:lnTo>
                <a:cubicBezTo>
                  <a:pt x="239649" y="585616"/>
                  <a:pt x="242887" y="582378"/>
                  <a:pt x="242887" y="578473"/>
                </a:cubicBezTo>
                <a:lnTo>
                  <a:pt x="242887" y="540373"/>
                </a:lnTo>
                <a:cubicBezTo>
                  <a:pt x="242887" y="536467"/>
                  <a:pt x="239649" y="533229"/>
                  <a:pt x="235744" y="533229"/>
                </a:cubicBezTo>
                <a:lnTo>
                  <a:pt x="178499" y="533229"/>
                </a:lnTo>
                <a:lnTo>
                  <a:pt x="111347" y="298247"/>
                </a:lnTo>
                <a:cubicBezTo>
                  <a:pt x="122015" y="286817"/>
                  <a:pt x="128588" y="271482"/>
                  <a:pt x="128588" y="254623"/>
                </a:cubicBezTo>
                <a:cubicBezTo>
                  <a:pt x="128588" y="244431"/>
                  <a:pt x="126111" y="234811"/>
                  <a:pt x="121920" y="226238"/>
                </a:cubicBezTo>
                <a:lnTo>
                  <a:pt x="235839" y="112319"/>
                </a:lnTo>
                <a:lnTo>
                  <a:pt x="350615" y="224238"/>
                </a:lnTo>
                <a:cubicBezTo>
                  <a:pt x="345758" y="233287"/>
                  <a:pt x="342900" y="243669"/>
                  <a:pt x="342900" y="254718"/>
                </a:cubicBezTo>
                <a:cubicBezTo>
                  <a:pt x="342900" y="260528"/>
                  <a:pt x="343757" y="266338"/>
                  <a:pt x="345377" y="271863"/>
                </a:cubicBezTo>
                <a:lnTo>
                  <a:pt x="306134" y="326727"/>
                </a:lnTo>
                <a:cubicBezTo>
                  <a:pt x="304133" y="329584"/>
                  <a:pt x="304419" y="333490"/>
                  <a:pt x="306896" y="335966"/>
                </a:cubicBezTo>
                <a:lnTo>
                  <a:pt x="354330" y="383401"/>
                </a:lnTo>
                <a:cubicBezTo>
                  <a:pt x="353092" y="387973"/>
                  <a:pt x="352425" y="392640"/>
                  <a:pt x="352425" y="397593"/>
                </a:cubicBezTo>
                <a:cubicBezTo>
                  <a:pt x="352425" y="427787"/>
                  <a:pt x="377000" y="452362"/>
                  <a:pt x="407194" y="452362"/>
                </a:cubicBezTo>
                <a:cubicBezTo>
                  <a:pt x="437388" y="452362"/>
                  <a:pt x="461962" y="427787"/>
                  <a:pt x="461962" y="397593"/>
                </a:cubicBezTo>
                <a:close/>
                <a:moveTo>
                  <a:pt x="457105" y="254718"/>
                </a:moveTo>
                <a:cubicBezTo>
                  <a:pt x="457105" y="282245"/>
                  <a:pt x="434626" y="304724"/>
                  <a:pt x="407099" y="304724"/>
                </a:cubicBezTo>
                <a:cubicBezTo>
                  <a:pt x="394430" y="304724"/>
                  <a:pt x="382334" y="299962"/>
                  <a:pt x="373094" y="291389"/>
                </a:cubicBezTo>
                <a:cubicBezTo>
                  <a:pt x="362903" y="281959"/>
                  <a:pt x="357092" y="268624"/>
                  <a:pt x="357092" y="254718"/>
                </a:cubicBezTo>
                <a:cubicBezTo>
                  <a:pt x="357092" y="227095"/>
                  <a:pt x="379571" y="204712"/>
                  <a:pt x="407099" y="204712"/>
                </a:cubicBezTo>
                <a:cubicBezTo>
                  <a:pt x="413957" y="204712"/>
                  <a:pt x="420529" y="206140"/>
                  <a:pt x="426530" y="208617"/>
                </a:cubicBezTo>
                <a:lnTo>
                  <a:pt x="427006" y="209093"/>
                </a:lnTo>
                <a:lnTo>
                  <a:pt x="427101" y="209093"/>
                </a:lnTo>
                <a:cubicBezTo>
                  <a:pt x="444722" y="216713"/>
                  <a:pt x="457105" y="234239"/>
                  <a:pt x="457105" y="254718"/>
                </a:cubicBezTo>
                <a:close/>
                <a:moveTo>
                  <a:pt x="228505" y="571424"/>
                </a:moveTo>
                <a:lnTo>
                  <a:pt x="53150" y="571424"/>
                </a:lnTo>
                <a:cubicBezTo>
                  <a:pt x="56388" y="557803"/>
                  <a:pt x="68675" y="547612"/>
                  <a:pt x="83249" y="547612"/>
                </a:cubicBezTo>
                <a:lnTo>
                  <a:pt x="228505" y="547612"/>
                </a:lnTo>
                <a:lnTo>
                  <a:pt x="228505" y="571424"/>
                </a:lnTo>
                <a:close/>
                <a:moveTo>
                  <a:pt x="102203" y="533324"/>
                </a:moveTo>
                <a:lnTo>
                  <a:pt x="39529" y="314059"/>
                </a:lnTo>
                <a:cubicBezTo>
                  <a:pt x="47149" y="317202"/>
                  <a:pt x="55435" y="319012"/>
                  <a:pt x="64103" y="319012"/>
                </a:cubicBezTo>
                <a:cubicBezTo>
                  <a:pt x="77057" y="319012"/>
                  <a:pt x="89154" y="315106"/>
                  <a:pt x="99251" y="308439"/>
                </a:cubicBezTo>
                <a:lnTo>
                  <a:pt x="163449" y="533324"/>
                </a:lnTo>
                <a:lnTo>
                  <a:pt x="102108" y="533324"/>
                </a:lnTo>
                <a:close/>
                <a:moveTo>
                  <a:pt x="64198" y="304724"/>
                </a:moveTo>
                <a:cubicBezTo>
                  <a:pt x="36671" y="304724"/>
                  <a:pt x="14192" y="282245"/>
                  <a:pt x="14192" y="254718"/>
                </a:cubicBezTo>
                <a:cubicBezTo>
                  <a:pt x="14192" y="227191"/>
                  <a:pt x="36671" y="204712"/>
                  <a:pt x="64198" y="204712"/>
                </a:cubicBezTo>
                <a:cubicBezTo>
                  <a:pt x="91726" y="204712"/>
                  <a:pt x="114205" y="227191"/>
                  <a:pt x="114205" y="254718"/>
                </a:cubicBezTo>
                <a:cubicBezTo>
                  <a:pt x="114205" y="282245"/>
                  <a:pt x="91726" y="304724"/>
                  <a:pt x="64198" y="304724"/>
                </a:cubicBezTo>
                <a:close/>
                <a:moveTo>
                  <a:pt x="64198" y="190424"/>
                </a:moveTo>
                <a:cubicBezTo>
                  <a:pt x="63532" y="190424"/>
                  <a:pt x="62960" y="190424"/>
                  <a:pt x="62293" y="190519"/>
                </a:cubicBezTo>
                <a:lnTo>
                  <a:pt x="230696" y="22117"/>
                </a:lnTo>
                <a:cubicBezTo>
                  <a:pt x="236315" y="16498"/>
                  <a:pt x="244126" y="13735"/>
                  <a:pt x="252032" y="14497"/>
                </a:cubicBezTo>
                <a:cubicBezTo>
                  <a:pt x="259937" y="15259"/>
                  <a:pt x="267081" y="19546"/>
                  <a:pt x="271462" y="26213"/>
                </a:cubicBezTo>
                <a:cubicBezTo>
                  <a:pt x="278416" y="36691"/>
                  <a:pt x="277082" y="50788"/>
                  <a:pt x="268129" y="59741"/>
                </a:cubicBezTo>
                <a:lnTo>
                  <a:pt x="113824" y="214046"/>
                </a:lnTo>
                <a:cubicBezTo>
                  <a:pt x="102013" y="199663"/>
                  <a:pt x="84106" y="190519"/>
                  <a:pt x="64103" y="190519"/>
                </a:cubicBezTo>
                <a:close/>
                <a:moveTo>
                  <a:pt x="245840" y="102223"/>
                </a:moveTo>
                <a:lnTo>
                  <a:pt x="278321" y="69742"/>
                </a:lnTo>
                <a:cubicBezTo>
                  <a:pt x="278797" y="69266"/>
                  <a:pt x="279178" y="68599"/>
                  <a:pt x="279654" y="68123"/>
                </a:cubicBezTo>
                <a:lnTo>
                  <a:pt x="407480" y="190424"/>
                </a:lnTo>
                <a:cubicBezTo>
                  <a:pt x="407480" y="190424"/>
                  <a:pt x="407194" y="190424"/>
                  <a:pt x="407099" y="190424"/>
                </a:cubicBezTo>
                <a:cubicBezTo>
                  <a:pt x="387858" y="190424"/>
                  <a:pt x="370618" y="198997"/>
                  <a:pt x="358807" y="212427"/>
                </a:cubicBezTo>
                <a:lnTo>
                  <a:pt x="245840" y="102223"/>
                </a:lnTo>
                <a:close/>
                <a:moveTo>
                  <a:pt x="321183" y="330156"/>
                </a:moveTo>
                <a:lnTo>
                  <a:pt x="351758" y="287293"/>
                </a:lnTo>
                <a:cubicBezTo>
                  <a:pt x="354902" y="292627"/>
                  <a:pt x="358807" y="297580"/>
                  <a:pt x="363379" y="301867"/>
                </a:cubicBezTo>
                <a:cubicBezTo>
                  <a:pt x="375285" y="312916"/>
                  <a:pt x="390811" y="319012"/>
                  <a:pt x="407099" y="319012"/>
                </a:cubicBezTo>
                <a:cubicBezTo>
                  <a:pt x="431387" y="319012"/>
                  <a:pt x="452533" y="305486"/>
                  <a:pt x="463486" y="285484"/>
                </a:cubicBezTo>
                <a:lnTo>
                  <a:pt x="493109" y="329965"/>
                </a:lnTo>
                <a:lnTo>
                  <a:pt x="453866" y="369208"/>
                </a:lnTo>
                <a:cubicBezTo>
                  <a:pt x="444246" y="353397"/>
                  <a:pt x="426911" y="342729"/>
                  <a:pt x="407099" y="342729"/>
                </a:cubicBezTo>
                <a:cubicBezTo>
                  <a:pt x="387286" y="342729"/>
                  <a:pt x="369951" y="353397"/>
                  <a:pt x="360331" y="369208"/>
                </a:cubicBezTo>
                <a:lnTo>
                  <a:pt x="321183" y="330061"/>
                </a:lnTo>
                <a:close/>
                <a:moveTo>
                  <a:pt x="407099" y="438074"/>
                </a:moveTo>
                <a:cubicBezTo>
                  <a:pt x="384810" y="438074"/>
                  <a:pt x="366617" y="419881"/>
                  <a:pt x="366617" y="397593"/>
                </a:cubicBezTo>
                <a:cubicBezTo>
                  <a:pt x="366617" y="375304"/>
                  <a:pt x="384810" y="357112"/>
                  <a:pt x="407099" y="357112"/>
                </a:cubicBezTo>
                <a:cubicBezTo>
                  <a:pt x="429387" y="357112"/>
                  <a:pt x="447580" y="375304"/>
                  <a:pt x="447580" y="397593"/>
                </a:cubicBezTo>
                <a:cubicBezTo>
                  <a:pt x="447580" y="419881"/>
                  <a:pt x="429387" y="438074"/>
                  <a:pt x="407099" y="438074"/>
                </a:cubicBezTo>
                <a:close/>
                <a:moveTo>
                  <a:pt x="346805" y="480175"/>
                </a:moveTo>
                <a:cubicBezTo>
                  <a:pt x="344424" y="475317"/>
                  <a:pt x="336423" y="475317"/>
                  <a:pt x="334042" y="480175"/>
                </a:cubicBezTo>
                <a:lnTo>
                  <a:pt x="286417" y="575425"/>
                </a:lnTo>
                <a:cubicBezTo>
                  <a:pt x="285274" y="577615"/>
                  <a:pt x="285464" y="580282"/>
                  <a:pt x="286703" y="582378"/>
                </a:cubicBezTo>
                <a:cubicBezTo>
                  <a:pt x="288036" y="584473"/>
                  <a:pt x="290322" y="585807"/>
                  <a:pt x="292799" y="585807"/>
                </a:cubicBezTo>
                <a:lnTo>
                  <a:pt x="388049" y="585807"/>
                </a:lnTo>
                <a:cubicBezTo>
                  <a:pt x="390525" y="585807"/>
                  <a:pt x="392811" y="584569"/>
                  <a:pt x="394145" y="582378"/>
                </a:cubicBezTo>
                <a:cubicBezTo>
                  <a:pt x="395478" y="580282"/>
                  <a:pt x="395573" y="577615"/>
                  <a:pt x="394430" y="575425"/>
                </a:cubicBezTo>
                <a:lnTo>
                  <a:pt x="346805" y="480175"/>
                </a:lnTo>
                <a:close/>
                <a:moveTo>
                  <a:pt x="304324" y="571424"/>
                </a:moveTo>
                <a:lnTo>
                  <a:pt x="340424" y="499320"/>
                </a:lnTo>
                <a:lnTo>
                  <a:pt x="376523" y="571424"/>
                </a:lnTo>
                <a:lnTo>
                  <a:pt x="304419" y="571424"/>
                </a:lnTo>
                <a:close/>
                <a:moveTo>
                  <a:pt x="521399" y="476174"/>
                </a:moveTo>
                <a:lnTo>
                  <a:pt x="426149" y="476174"/>
                </a:lnTo>
                <a:cubicBezTo>
                  <a:pt x="422243" y="476174"/>
                  <a:pt x="419005" y="479413"/>
                  <a:pt x="419005" y="483318"/>
                </a:cubicBezTo>
                <a:lnTo>
                  <a:pt x="419005" y="578568"/>
                </a:lnTo>
                <a:cubicBezTo>
                  <a:pt x="419005" y="582473"/>
                  <a:pt x="422243" y="585712"/>
                  <a:pt x="426149" y="585712"/>
                </a:cubicBezTo>
                <a:lnTo>
                  <a:pt x="521399" y="585712"/>
                </a:lnTo>
                <a:cubicBezTo>
                  <a:pt x="525304" y="585712"/>
                  <a:pt x="528542" y="582473"/>
                  <a:pt x="528542" y="578568"/>
                </a:cubicBezTo>
                <a:lnTo>
                  <a:pt x="528542" y="483318"/>
                </a:lnTo>
                <a:cubicBezTo>
                  <a:pt x="528542" y="479413"/>
                  <a:pt x="525304" y="476174"/>
                  <a:pt x="521399" y="476174"/>
                </a:cubicBezTo>
                <a:close/>
                <a:moveTo>
                  <a:pt x="514255" y="571424"/>
                </a:moveTo>
                <a:lnTo>
                  <a:pt x="433292" y="571424"/>
                </a:lnTo>
                <a:lnTo>
                  <a:pt x="433292" y="490462"/>
                </a:lnTo>
                <a:lnTo>
                  <a:pt x="514255" y="490462"/>
                </a:lnTo>
                <a:lnTo>
                  <a:pt x="514255" y="571424"/>
                </a:lnTo>
                <a:close/>
                <a:moveTo>
                  <a:pt x="254127" y="45358"/>
                </a:moveTo>
                <a:cubicBezTo>
                  <a:pt x="254127" y="50597"/>
                  <a:pt x="249841" y="54883"/>
                  <a:pt x="244602" y="54883"/>
                </a:cubicBezTo>
                <a:cubicBezTo>
                  <a:pt x="239363" y="54883"/>
                  <a:pt x="235077" y="50597"/>
                  <a:pt x="235077" y="45358"/>
                </a:cubicBezTo>
                <a:cubicBezTo>
                  <a:pt x="235077" y="40120"/>
                  <a:pt x="239363" y="35833"/>
                  <a:pt x="244602" y="35833"/>
                </a:cubicBezTo>
                <a:cubicBezTo>
                  <a:pt x="249841" y="35833"/>
                  <a:pt x="254127" y="40120"/>
                  <a:pt x="254127" y="45358"/>
                </a:cubicBezTo>
                <a:close/>
              </a:path>
            </a:pathLst>
          </a:custGeom>
          <a:solidFill>
            <a:schemeClr val="tx1"/>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2" name="Freeform 70">
            <a:extLst>
              <a:ext uri="{FF2B5EF4-FFF2-40B4-BE49-F238E27FC236}">
                <a16:creationId xmlns:a16="http://schemas.microsoft.com/office/drawing/2014/main" id="{3C230940-C1D4-686D-91F8-BF71A45D3887}"/>
              </a:ext>
            </a:extLst>
          </p:cNvPr>
          <p:cNvSpPr>
            <a:spLocks noChangeAspect="1"/>
          </p:cNvSpPr>
          <p:nvPr/>
        </p:nvSpPr>
        <p:spPr>
          <a:xfrm>
            <a:off x="2960460" y="3008404"/>
            <a:ext cx="228600" cy="65049"/>
          </a:xfrm>
          <a:custGeom>
            <a:avLst/>
            <a:gdLst>
              <a:gd name="connsiteX0" fmla="*/ 235744 w 585787"/>
              <a:gd name="connsiteY0" fmla="*/ 76200 h 166687"/>
              <a:gd name="connsiteX1" fmla="*/ 521494 w 585787"/>
              <a:gd name="connsiteY1" fmla="*/ 76200 h 166687"/>
              <a:gd name="connsiteX2" fmla="*/ 521494 w 585787"/>
              <a:gd name="connsiteY2" fmla="*/ 90488 h 166687"/>
              <a:gd name="connsiteX3" fmla="*/ 235744 w 585787"/>
              <a:gd name="connsiteY3" fmla="*/ 90488 h 166687"/>
              <a:gd name="connsiteX4" fmla="*/ 235744 w 585787"/>
              <a:gd name="connsiteY4" fmla="*/ 76200 h 166687"/>
              <a:gd name="connsiteX5" fmla="*/ 0 w 585787"/>
              <a:gd name="connsiteY5" fmla="*/ 159544 h 166687"/>
              <a:gd name="connsiteX6" fmla="*/ 0 w 585787"/>
              <a:gd name="connsiteY6" fmla="*/ 7144 h 166687"/>
              <a:gd name="connsiteX7" fmla="*/ 7144 w 585787"/>
              <a:gd name="connsiteY7" fmla="*/ 0 h 166687"/>
              <a:gd name="connsiteX8" fmla="*/ 578644 w 585787"/>
              <a:gd name="connsiteY8" fmla="*/ 0 h 166687"/>
              <a:gd name="connsiteX9" fmla="*/ 585788 w 585787"/>
              <a:gd name="connsiteY9" fmla="*/ 7144 h 166687"/>
              <a:gd name="connsiteX10" fmla="*/ 585788 w 585787"/>
              <a:gd name="connsiteY10" fmla="*/ 159544 h 166687"/>
              <a:gd name="connsiteX11" fmla="*/ 578644 w 585787"/>
              <a:gd name="connsiteY11" fmla="*/ 166688 h 166687"/>
              <a:gd name="connsiteX12" fmla="*/ 7144 w 585787"/>
              <a:gd name="connsiteY12" fmla="*/ 166688 h 166687"/>
              <a:gd name="connsiteX13" fmla="*/ 0 w 585787"/>
              <a:gd name="connsiteY13" fmla="*/ 159544 h 166687"/>
              <a:gd name="connsiteX14" fmla="*/ 14288 w 585787"/>
              <a:gd name="connsiteY14" fmla="*/ 152400 h 166687"/>
              <a:gd name="connsiteX15" fmla="*/ 571500 w 585787"/>
              <a:gd name="connsiteY15" fmla="*/ 152400 h 166687"/>
              <a:gd name="connsiteX16" fmla="*/ 571500 w 585787"/>
              <a:gd name="connsiteY16" fmla="*/ 14288 h 166687"/>
              <a:gd name="connsiteX17" fmla="*/ 14288 w 585787"/>
              <a:gd name="connsiteY17" fmla="*/ 14288 h 166687"/>
              <a:gd name="connsiteX18" fmla="*/ 14288 w 585787"/>
              <a:gd name="connsiteY18" fmla="*/ 152400 h 166687"/>
              <a:gd name="connsiteX19" fmla="*/ 64294 w 585787"/>
              <a:gd name="connsiteY19" fmla="*/ 73819 h 166687"/>
              <a:gd name="connsiteX20" fmla="*/ 54769 w 585787"/>
              <a:gd name="connsiteY20" fmla="*/ 83344 h 166687"/>
              <a:gd name="connsiteX21" fmla="*/ 64294 w 585787"/>
              <a:gd name="connsiteY21" fmla="*/ 92869 h 166687"/>
              <a:gd name="connsiteX22" fmla="*/ 73819 w 585787"/>
              <a:gd name="connsiteY22" fmla="*/ 83344 h 166687"/>
              <a:gd name="connsiteX23" fmla="*/ 64294 w 585787"/>
              <a:gd name="connsiteY23" fmla="*/ 73819 h 166687"/>
              <a:gd name="connsiteX24" fmla="*/ 121444 w 585787"/>
              <a:gd name="connsiteY24" fmla="*/ 73819 h 166687"/>
              <a:gd name="connsiteX25" fmla="*/ 111919 w 585787"/>
              <a:gd name="connsiteY25" fmla="*/ 83344 h 166687"/>
              <a:gd name="connsiteX26" fmla="*/ 121444 w 585787"/>
              <a:gd name="connsiteY26" fmla="*/ 92869 h 166687"/>
              <a:gd name="connsiteX27" fmla="*/ 130969 w 585787"/>
              <a:gd name="connsiteY27" fmla="*/ 83344 h 166687"/>
              <a:gd name="connsiteX28" fmla="*/ 121444 w 585787"/>
              <a:gd name="connsiteY28" fmla="*/ 73819 h 166687"/>
              <a:gd name="connsiteX29" fmla="*/ 178594 w 585787"/>
              <a:gd name="connsiteY29" fmla="*/ 73819 h 166687"/>
              <a:gd name="connsiteX30" fmla="*/ 169069 w 585787"/>
              <a:gd name="connsiteY30" fmla="*/ 83344 h 166687"/>
              <a:gd name="connsiteX31" fmla="*/ 178594 w 585787"/>
              <a:gd name="connsiteY31" fmla="*/ 92869 h 166687"/>
              <a:gd name="connsiteX32" fmla="*/ 188119 w 585787"/>
              <a:gd name="connsiteY32" fmla="*/ 83344 h 166687"/>
              <a:gd name="connsiteX33" fmla="*/ 178594 w 585787"/>
              <a:gd name="connsiteY33" fmla="*/ 73819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85787" h="166687">
                <a:moveTo>
                  <a:pt x="235744" y="76200"/>
                </a:moveTo>
                <a:lnTo>
                  <a:pt x="521494" y="76200"/>
                </a:lnTo>
                <a:lnTo>
                  <a:pt x="521494" y="90488"/>
                </a:lnTo>
                <a:lnTo>
                  <a:pt x="235744" y="90488"/>
                </a:lnTo>
                <a:lnTo>
                  <a:pt x="235744" y="76200"/>
                </a:lnTo>
                <a:close/>
                <a:moveTo>
                  <a:pt x="0" y="159544"/>
                </a:moveTo>
                <a:lnTo>
                  <a:pt x="0" y="7144"/>
                </a:lnTo>
                <a:cubicBezTo>
                  <a:pt x="0" y="3239"/>
                  <a:pt x="3239" y="0"/>
                  <a:pt x="7144" y="0"/>
                </a:cubicBezTo>
                <a:lnTo>
                  <a:pt x="578644" y="0"/>
                </a:lnTo>
                <a:cubicBezTo>
                  <a:pt x="582549" y="0"/>
                  <a:pt x="585788" y="3239"/>
                  <a:pt x="585788" y="7144"/>
                </a:cubicBezTo>
                <a:lnTo>
                  <a:pt x="585788" y="159544"/>
                </a:lnTo>
                <a:cubicBezTo>
                  <a:pt x="585788" y="163449"/>
                  <a:pt x="582549" y="166688"/>
                  <a:pt x="578644" y="166688"/>
                </a:cubicBezTo>
                <a:lnTo>
                  <a:pt x="7144" y="166688"/>
                </a:lnTo>
                <a:cubicBezTo>
                  <a:pt x="3239" y="166688"/>
                  <a:pt x="0" y="163449"/>
                  <a:pt x="0" y="159544"/>
                </a:cubicBezTo>
                <a:close/>
                <a:moveTo>
                  <a:pt x="14288" y="152400"/>
                </a:moveTo>
                <a:lnTo>
                  <a:pt x="571500" y="152400"/>
                </a:lnTo>
                <a:lnTo>
                  <a:pt x="571500" y="14288"/>
                </a:lnTo>
                <a:lnTo>
                  <a:pt x="14288" y="14288"/>
                </a:lnTo>
                <a:lnTo>
                  <a:pt x="14288" y="152400"/>
                </a:lnTo>
                <a:close/>
                <a:moveTo>
                  <a:pt x="64294" y="73819"/>
                </a:moveTo>
                <a:cubicBezTo>
                  <a:pt x="59055" y="73819"/>
                  <a:pt x="54769" y="78105"/>
                  <a:pt x="54769" y="83344"/>
                </a:cubicBezTo>
                <a:cubicBezTo>
                  <a:pt x="54769" y="88582"/>
                  <a:pt x="59055" y="92869"/>
                  <a:pt x="64294" y="92869"/>
                </a:cubicBezTo>
                <a:cubicBezTo>
                  <a:pt x="69532" y="92869"/>
                  <a:pt x="73819" y="88582"/>
                  <a:pt x="73819" y="83344"/>
                </a:cubicBezTo>
                <a:cubicBezTo>
                  <a:pt x="73819" y="78105"/>
                  <a:pt x="69532" y="73819"/>
                  <a:pt x="64294" y="73819"/>
                </a:cubicBezTo>
                <a:close/>
                <a:moveTo>
                  <a:pt x="121444" y="73819"/>
                </a:moveTo>
                <a:cubicBezTo>
                  <a:pt x="116205" y="73819"/>
                  <a:pt x="111919" y="78105"/>
                  <a:pt x="111919" y="83344"/>
                </a:cubicBezTo>
                <a:cubicBezTo>
                  <a:pt x="111919" y="88582"/>
                  <a:pt x="116205" y="92869"/>
                  <a:pt x="121444" y="92869"/>
                </a:cubicBezTo>
                <a:cubicBezTo>
                  <a:pt x="126682" y="92869"/>
                  <a:pt x="130969" y="88582"/>
                  <a:pt x="130969" y="83344"/>
                </a:cubicBezTo>
                <a:cubicBezTo>
                  <a:pt x="130969" y="78105"/>
                  <a:pt x="126682" y="73819"/>
                  <a:pt x="121444" y="73819"/>
                </a:cubicBezTo>
                <a:close/>
                <a:moveTo>
                  <a:pt x="178594" y="73819"/>
                </a:moveTo>
                <a:cubicBezTo>
                  <a:pt x="173355" y="73819"/>
                  <a:pt x="169069" y="78105"/>
                  <a:pt x="169069" y="83344"/>
                </a:cubicBezTo>
                <a:cubicBezTo>
                  <a:pt x="169069" y="88582"/>
                  <a:pt x="173355" y="92869"/>
                  <a:pt x="178594" y="92869"/>
                </a:cubicBezTo>
                <a:cubicBezTo>
                  <a:pt x="183833" y="92869"/>
                  <a:pt x="188119" y="88582"/>
                  <a:pt x="188119" y="83344"/>
                </a:cubicBezTo>
                <a:cubicBezTo>
                  <a:pt x="188119" y="78105"/>
                  <a:pt x="183833" y="73819"/>
                  <a:pt x="178594" y="73819"/>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3" name="Freeform 205">
            <a:extLst>
              <a:ext uri="{FF2B5EF4-FFF2-40B4-BE49-F238E27FC236}">
                <a16:creationId xmlns:a16="http://schemas.microsoft.com/office/drawing/2014/main" id="{6B2780E8-CD40-7709-AEC6-4F6AA9FC8CA7}"/>
              </a:ext>
            </a:extLst>
          </p:cNvPr>
          <p:cNvSpPr>
            <a:spLocks noChangeAspect="1"/>
          </p:cNvSpPr>
          <p:nvPr/>
        </p:nvSpPr>
        <p:spPr>
          <a:xfrm>
            <a:off x="2960970" y="3856948"/>
            <a:ext cx="228600" cy="227856"/>
          </a:xfrm>
          <a:custGeom>
            <a:avLst/>
            <a:gdLst>
              <a:gd name="connsiteX0" fmla="*/ 154972 w 585692"/>
              <a:gd name="connsiteY0" fmla="*/ 76772 h 583787"/>
              <a:gd name="connsiteX1" fmla="*/ 130874 w 585692"/>
              <a:gd name="connsiteY1" fmla="*/ 138589 h 583787"/>
              <a:gd name="connsiteX2" fmla="*/ 154972 w 585692"/>
              <a:gd name="connsiteY2" fmla="*/ 200406 h 583787"/>
              <a:gd name="connsiteX3" fmla="*/ 144590 w 585692"/>
              <a:gd name="connsiteY3" fmla="*/ 210217 h 583787"/>
              <a:gd name="connsiteX4" fmla="*/ 116681 w 585692"/>
              <a:gd name="connsiteY4" fmla="*/ 138684 h 583787"/>
              <a:gd name="connsiteX5" fmla="*/ 144590 w 585692"/>
              <a:gd name="connsiteY5" fmla="*/ 67151 h 583787"/>
              <a:gd name="connsiteX6" fmla="*/ 154972 w 585692"/>
              <a:gd name="connsiteY6" fmla="*/ 76962 h 583787"/>
              <a:gd name="connsiteX7" fmla="*/ 101632 w 585692"/>
              <a:gd name="connsiteY7" fmla="*/ 33528 h 583787"/>
              <a:gd name="connsiteX8" fmla="*/ 58769 w 585692"/>
              <a:gd name="connsiteY8" fmla="*/ 138589 h 583787"/>
              <a:gd name="connsiteX9" fmla="*/ 101632 w 585692"/>
              <a:gd name="connsiteY9" fmla="*/ 243649 h 583787"/>
              <a:gd name="connsiteX10" fmla="*/ 111824 w 585692"/>
              <a:gd name="connsiteY10" fmla="*/ 233648 h 583787"/>
              <a:gd name="connsiteX11" fmla="*/ 73057 w 585692"/>
              <a:gd name="connsiteY11" fmla="*/ 138684 h 583787"/>
              <a:gd name="connsiteX12" fmla="*/ 111824 w 585692"/>
              <a:gd name="connsiteY12" fmla="*/ 43720 h 583787"/>
              <a:gd name="connsiteX13" fmla="*/ 101632 w 585692"/>
              <a:gd name="connsiteY13" fmla="*/ 33719 h 583787"/>
              <a:gd name="connsiteX14" fmla="*/ 57817 w 585692"/>
              <a:gd name="connsiteY14" fmla="*/ 276987 h 583787"/>
              <a:gd name="connsiteX15" fmla="*/ 67913 w 585692"/>
              <a:gd name="connsiteY15" fmla="*/ 266795 h 583787"/>
              <a:gd name="connsiteX16" fmla="*/ 14288 w 585692"/>
              <a:gd name="connsiteY16" fmla="*/ 138494 h 583787"/>
              <a:gd name="connsiteX17" fmla="*/ 67913 w 585692"/>
              <a:gd name="connsiteY17" fmla="*/ 10192 h 583787"/>
              <a:gd name="connsiteX18" fmla="*/ 57817 w 585692"/>
              <a:gd name="connsiteY18" fmla="*/ 0 h 583787"/>
              <a:gd name="connsiteX19" fmla="*/ 0 w 585692"/>
              <a:gd name="connsiteY19" fmla="*/ 138398 h 583787"/>
              <a:gd name="connsiteX20" fmla="*/ 57817 w 585692"/>
              <a:gd name="connsiteY20" fmla="*/ 276797 h 583787"/>
              <a:gd name="connsiteX21" fmla="*/ 441103 w 585692"/>
              <a:gd name="connsiteY21" fmla="*/ 210122 h 583787"/>
              <a:gd name="connsiteX22" fmla="*/ 469011 w 585692"/>
              <a:gd name="connsiteY22" fmla="*/ 138589 h 583787"/>
              <a:gd name="connsiteX23" fmla="*/ 441103 w 585692"/>
              <a:gd name="connsiteY23" fmla="*/ 67056 h 583787"/>
              <a:gd name="connsiteX24" fmla="*/ 430721 w 585692"/>
              <a:gd name="connsiteY24" fmla="*/ 76867 h 583787"/>
              <a:gd name="connsiteX25" fmla="*/ 454819 w 585692"/>
              <a:gd name="connsiteY25" fmla="*/ 138684 h 583787"/>
              <a:gd name="connsiteX26" fmla="*/ 430721 w 585692"/>
              <a:gd name="connsiteY26" fmla="*/ 200501 h 583787"/>
              <a:gd name="connsiteX27" fmla="*/ 441103 w 585692"/>
              <a:gd name="connsiteY27" fmla="*/ 210312 h 583787"/>
              <a:gd name="connsiteX28" fmla="*/ 484061 w 585692"/>
              <a:gd name="connsiteY28" fmla="*/ 243554 h 583787"/>
              <a:gd name="connsiteX29" fmla="*/ 526923 w 585692"/>
              <a:gd name="connsiteY29" fmla="*/ 138494 h 583787"/>
              <a:gd name="connsiteX30" fmla="*/ 484061 w 585692"/>
              <a:gd name="connsiteY30" fmla="*/ 33433 h 583787"/>
              <a:gd name="connsiteX31" fmla="*/ 473869 w 585692"/>
              <a:gd name="connsiteY31" fmla="*/ 43434 h 583787"/>
              <a:gd name="connsiteX32" fmla="*/ 512636 w 585692"/>
              <a:gd name="connsiteY32" fmla="*/ 138398 h 583787"/>
              <a:gd name="connsiteX33" fmla="*/ 473869 w 585692"/>
              <a:gd name="connsiteY33" fmla="*/ 233363 h 583787"/>
              <a:gd name="connsiteX34" fmla="*/ 484061 w 585692"/>
              <a:gd name="connsiteY34" fmla="*/ 243364 h 583787"/>
              <a:gd name="connsiteX35" fmla="*/ 527876 w 585692"/>
              <a:gd name="connsiteY35" fmla="*/ 95 h 583787"/>
              <a:gd name="connsiteX36" fmla="*/ 517779 w 585692"/>
              <a:gd name="connsiteY36" fmla="*/ 10287 h 583787"/>
              <a:gd name="connsiteX37" fmla="*/ 571405 w 585692"/>
              <a:gd name="connsiteY37" fmla="*/ 138589 h 583787"/>
              <a:gd name="connsiteX38" fmla="*/ 517779 w 585692"/>
              <a:gd name="connsiteY38" fmla="*/ 266891 h 583787"/>
              <a:gd name="connsiteX39" fmla="*/ 527876 w 585692"/>
              <a:gd name="connsiteY39" fmla="*/ 277082 h 583787"/>
              <a:gd name="connsiteX40" fmla="*/ 585692 w 585692"/>
              <a:gd name="connsiteY40" fmla="*/ 138684 h 583787"/>
              <a:gd name="connsiteX41" fmla="*/ 527876 w 585692"/>
              <a:gd name="connsiteY41" fmla="*/ 286 h 583787"/>
              <a:gd name="connsiteX42" fmla="*/ 342805 w 585692"/>
              <a:gd name="connsiteY42" fmla="*/ 214694 h 583787"/>
              <a:gd name="connsiteX43" fmla="*/ 342805 w 585692"/>
              <a:gd name="connsiteY43" fmla="*/ 164687 h 583787"/>
              <a:gd name="connsiteX44" fmla="*/ 318992 w 585692"/>
              <a:gd name="connsiteY44" fmla="*/ 164687 h 583787"/>
              <a:gd name="connsiteX45" fmla="*/ 318992 w 585692"/>
              <a:gd name="connsiteY45" fmla="*/ 233744 h 583787"/>
              <a:gd name="connsiteX46" fmla="*/ 311849 w 585692"/>
              <a:gd name="connsiteY46" fmla="*/ 240887 h 583787"/>
              <a:gd name="connsiteX47" fmla="*/ 299942 w 585692"/>
              <a:gd name="connsiteY47" fmla="*/ 240887 h 583787"/>
              <a:gd name="connsiteX48" fmla="*/ 299942 w 585692"/>
              <a:gd name="connsiteY48" fmla="*/ 302800 h 583787"/>
              <a:gd name="connsiteX49" fmla="*/ 311849 w 585692"/>
              <a:gd name="connsiteY49" fmla="*/ 302800 h 583787"/>
              <a:gd name="connsiteX50" fmla="*/ 318992 w 585692"/>
              <a:gd name="connsiteY50" fmla="*/ 309944 h 583787"/>
              <a:gd name="connsiteX51" fmla="*/ 318992 w 585692"/>
              <a:gd name="connsiteY51" fmla="*/ 576644 h 583787"/>
              <a:gd name="connsiteX52" fmla="*/ 311849 w 585692"/>
              <a:gd name="connsiteY52" fmla="*/ 583787 h 583787"/>
              <a:gd name="connsiteX53" fmla="*/ 273749 w 585692"/>
              <a:gd name="connsiteY53" fmla="*/ 583787 h 583787"/>
              <a:gd name="connsiteX54" fmla="*/ 266605 w 585692"/>
              <a:gd name="connsiteY54" fmla="*/ 576644 h 583787"/>
              <a:gd name="connsiteX55" fmla="*/ 266605 w 585692"/>
              <a:gd name="connsiteY55" fmla="*/ 309944 h 583787"/>
              <a:gd name="connsiteX56" fmla="*/ 273749 w 585692"/>
              <a:gd name="connsiteY56" fmla="*/ 302800 h 583787"/>
              <a:gd name="connsiteX57" fmla="*/ 285655 w 585692"/>
              <a:gd name="connsiteY57" fmla="*/ 302800 h 583787"/>
              <a:gd name="connsiteX58" fmla="*/ 285655 w 585692"/>
              <a:gd name="connsiteY58" fmla="*/ 240887 h 583787"/>
              <a:gd name="connsiteX59" fmla="*/ 273749 w 585692"/>
              <a:gd name="connsiteY59" fmla="*/ 240887 h 583787"/>
              <a:gd name="connsiteX60" fmla="*/ 266605 w 585692"/>
              <a:gd name="connsiteY60" fmla="*/ 233744 h 583787"/>
              <a:gd name="connsiteX61" fmla="*/ 266605 w 585692"/>
              <a:gd name="connsiteY61" fmla="*/ 164687 h 583787"/>
              <a:gd name="connsiteX62" fmla="*/ 242792 w 585692"/>
              <a:gd name="connsiteY62" fmla="*/ 164687 h 583787"/>
              <a:gd name="connsiteX63" fmla="*/ 242792 w 585692"/>
              <a:gd name="connsiteY63" fmla="*/ 214694 h 583787"/>
              <a:gd name="connsiteX64" fmla="*/ 228505 w 585692"/>
              <a:gd name="connsiteY64" fmla="*/ 214694 h 583787"/>
              <a:gd name="connsiteX65" fmla="*/ 228505 w 585692"/>
              <a:gd name="connsiteY65" fmla="*/ 62294 h 583787"/>
              <a:gd name="connsiteX66" fmla="*/ 242792 w 585692"/>
              <a:gd name="connsiteY66" fmla="*/ 62294 h 583787"/>
              <a:gd name="connsiteX67" fmla="*/ 242792 w 585692"/>
              <a:gd name="connsiteY67" fmla="*/ 150400 h 583787"/>
              <a:gd name="connsiteX68" fmla="*/ 266605 w 585692"/>
              <a:gd name="connsiteY68" fmla="*/ 150400 h 583787"/>
              <a:gd name="connsiteX69" fmla="*/ 266605 w 585692"/>
              <a:gd name="connsiteY69" fmla="*/ 43244 h 583787"/>
              <a:gd name="connsiteX70" fmla="*/ 273749 w 585692"/>
              <a:gd name="connsiteY70" fmla="*/ 36100 h 583787"/>
              <a:gd name="connsiteX71" fmla="*/ 311849 w 585692"/>
              <a:gd name="connsiteY71" fmla="*/ 36100 h 583787"/>
              <a:gd name="connsiteX72" fmla="*/ 318992 w 585692"/>
              <a:gd name="connsiteY72" fmla="*/ 43244 h 583787"/>
              <a:gd name="connsiteX73" fmla="*/ 318992 w 585692"/>
              <a:gd name="connsiteY73" fmla="*/ 150400 h 583787"/>
              <a:gd name="connsiteX74" fmla="*/ 342805 w 585692"/>
              <a:gd name="connsiteY74" fmla="*/ 150400 h 583787"/>
              <a:gd name="connsiteX75" fmla="*/ 342805 w 585692"/>
              <a:gd name="connsiteY75" fmla="*/ 62294 h 583787"/>
              <a:gd name="connsiteX76" fmla="*/ 357092 w 585692"/>
              <a:gd name="connsiteY76" fmla="*/ 62294 h 583787"/>
              <a:gd name="connsiteX77" fmla="*/ 357092 w 585692"/>
              <a:gd name="connsiteY77" fmla="*/ 214694 h 583787"/>
              <a:gd name="connsiteX78" fmla="*/ 342805 w 585692"/>
              <a:gd name="connsiteY78" fmla="*/ 214694 h 583787"/>
              <a:gd name="connsiteX79" fmla="*/ 304705 w 585692"/>
              <a:gd name="connsiteY79" fmla="*/ 412337 h 583787"/>
              <a:gd name="connsiteX80" fmla="*/ 280892 w 585692"/>
              <a:gd name="connsiteY80" fmla="*/ 412337 h 583787"/>
              <a:gd name="connsiteX81" fmla="*/ 280892 w 585692"/>
              <a:gd name="connsiteY81" fmla="*/ 569500 h 583787"/>
              <a:gd name="connsiteX82" fmla="*/ 304705 w 585692"/>
              <a:gd name="connsiteY82" fmla="*/ 569500 h 583787"/>
              <a:gd name="connsiteX83" fmla="*/ 304705 w 585692"/>
              <a:gd name="connsiteY83" fmla="*/ 412337 h 583787"/>
              <a:gd name="connsiteX84" fmla="*/ 280892 w 585692"/>
              <a:gd name="connsiteY84" fmla="*/ 317087 h 583787"/>
              <a:gd name="connsiteX85" fmla="*/ 280892 w 585692"/>
              <a:gd name="connsiteY85" fmla="*/ 398050 h 583787"/>
              <a:gd name="connsiteX86" fmla="*/ 304705 w 585692"/>
              <a:gd name="connsiteY86" fmla="*/ 398050 h 583787"/>
              <a:gd name="connsiteX87" fmla="*/ 304705 w 585692"/>
              <a:gd name="connsiteY87" fmla="*/ 317087 h 583787"/>
              <a:gd name="connsiteX88" fmla="*/ 280892 w 585692"/>
              <a:gd name="connsiteY88" fmla="*/ 317087 h 583787"/>
              <a:gd name="connsiteX89" fmla="*/ 304705 w 585692"/>
              <a:gd name="connsiteY89" fmla="*/ 50387 h 583787"/>
              <a:gd name="connsiteX90" fmla="*/ 280892 w 585692"/>
              <a:gd name="connsiteY90" fmla="*/ 50387 h 583787"/>
              <a:gd name="connsiteX91" fmla="*/ 280892 w 585692"/>
              <a:gd name="connsiteY91" fmla="*/ 226600 h 583787"/>
              <a:gd name="connsiteX92" fmla="*/ 304705 w 585692"/>
              <a:gd name="connsiteY92" fmla="*/ 226600 h 583787"/>
              <a:gd name="connsiteX93" fmla="*/ 304705 w 585692"/>
              <a:gd name="connsiteY93" fmla="*/ 50483 h 583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585692" h="583787">
                <a:moveTo>
                  <a:pt x="154972" y="76772"/>
                </a:moveTo>
                <a:cubicBezTo>
                  <a:pt x="139446" y="93345"/>
                  <a:pt x="130874" y="115252"/>
                  <a:pt x="130874" y="138589"/>
                </a:cubicBezTo>
                <a:cubicBezTo>
                  <a:pt x="130874" y="161925"/>
                  <a:pt x="139446" y="183833"/>
                  <a:pt x="154972" y="200406"/>
                </a:cubicBezTo>
                <a:lnTo>
                  <a:pt x="144590" y="210217"/>
                </a:lnTo>
                <a:cubicBezTo>
                  <a:pt x="126587" y="190976"/>
                  <a:pt x="116681" y="165640"/>
                  <a:pt x="116681" y="138684"/>
                </a:cubicBezTo>
                <a:cubicBezTo>
                  <a:pt x="116681" y="111728"/>
                  <a:pt x="126587" y="86297"/>
                  <a:pt x="144590" y="67151"/>
                </a:cubicBezTo>
                <a:lnTo>
                  <a:pt x="154972" y="76962"/>
                </a:lnTo>
                <a:close/>
                <a:moveTo>
                  <a:pt x="101632" y="33528"/>
                </a:moveTo>
                <a:cubicBezTo>
                  <a:pt x="74009" y="61532"/>
                  <a:pt x="58769" y="98870"/>
                  <a:pt x="58769" y="138589"/>
                </a:cubicBezTo>
                <a:cubicBezTo>
                  <a:pt x="58769" y="178308"/>
                  <a:pt x="74009" y="215551"/>
                  <a:pt x="101632" y="243649"/>
                </a:cubicBezTo>
                <a:lnTo>
                  <a:pt x="111824" y="233648"/>
                </a:lnTo>
                <a:cubicBezTo>
                  <a:pt x="86773" y="208312"/>
                  <a:pt x="73057" y="174593"/>
                  <a:pt x="73057" y="138684"/>
                </a:cubicBezTo>
                <a:cubicBezTo>
                  <a:pt x="73057" y="102775"/>
                  <a:pt x="86868" y="69056"/>
                  <a:pt x="111824" y="43720"/>
                </a:cubicBezTo>
                <a:lnTo>
                  <a:pt x="101632" y="33719"/>
                </a:lnTo>
                <a:close/>
                <a:moveTo>
                  <a:pt x="57817" y="276987"/>
                </a:moveTo>
                <a:lnTo>
                  <a:pt x="67913" y="266795"/>
                </a:lnTo>
                <a:cubicBezTo>
                  <a:pt x="33338" y="232505"/>
                  <a:pt x="14288" y="186976"/>
                  <a:pt x="14288" y="138494"/>
                </a:cubicBezTo>
                <a:cubicBezTo>
                  <a:pt x="14288" y="90011"/>
                  <a:pt x="33338" y="44482"/>
                  <a:pt x="67913" y="10192"/>
                </a:cubicBezTo>
                <a:lnTo>
                  <a:pt x="57817" y="0"/>
                </a:lnTo>
                <a:cubicBezTo>
                  <a:pt x="20479" y="36957"/>
                  <a:pt x="0" y="86106"/>
                  <a:pt x="0" y="138398"/>
                </a:cubicBezTo>
                <a:cubicBezTo>
                  <a:pt x="0" y="190691"/>
                  <a:pt x="20574" y="239840"/>
                  <a:pt x="57817" y="276797"/>
                </a:cubicBezTo>
                <a:close/>
                <a:moveTo>
                  <a:pt x="441103" y="210122"/>
                </a:moveTo>
                <a:cubicBezTo>
                  <a:pt x="459105" y="190881"/>
                  <a:pt x="469011" y="165545"/>
                  <a:pt x="469011" y="138589"/>
                </a:cubicBezTo>
                <a:cubicBezTo>
                  <a:pt x="469011" y="111633"/>
                  <a:pt x="459105" y="86201"/>
                  <a:pt x="441103" y="67056"/>
                </a:cubicBezTo>
                <a:lnTo>
                  <a:pt x="430721" y="76867"/>
                </a:lnTo>
                <a:cubicBezTo>
                  <a:pt x="446246" y="93440"/>
                  <a:pt x="454819" y="115348"/>
                  <a:pt x="454819" y="138684"/>
                </a:cubicBezTo>
                <a:cubicBezTo>
                  <a:pt x="454819" y="162020"/>
                  <a:pt x="446246" y="183928"/>
                  <a:pt x="430721" y="200501"/>
                </a:cubicBezTo>
                <a:lnTo>
                  <a:pt x="441103" y="210312"/>
                </a:lnTo>
                <a:close/>
                <a:moveTo>
                  <a:pt x="484061" y="243554"/>
                </a:moveTo>
                <a:cubicBezTo>
                  <a:pt x="511683" y="215551"/>
                  <a:pt x="526923" y="178213"/>
                  <a:pt x="526923" y="138494"/>
                </a:cubicBezTo>
                <a:cubicBezTo>
                  <a:pt x="526923" y="98774"/>
                  <a:pt x="511683" y="61532"/>
                  <a:pt x="484061" y="33433"/>
                </a:cubicBezTo>
                <a:lnTo>
                  <a:pt x="473869" y="43434"/>
                </a:lnTo>
                <a:cubicBezTo>
                  <a:pt x="498920" y="68771"/>
                  <a:pt x="512636" y="102489"/>
                  <a:pt x="512636" y="138398"/>
                </a:cubicBezTo>
                <a:cubicBezTo>
                  <a:pt x="512636" y="174308"/>
                  <a:pt x="498824" y="208026"/>
                  <a:pt x="473869" y="233363"/>
                </a:cubicBezTo>
                <a:lnTo>
                  <a:pt x="484061" y="243364"/>
                </a:lnTo>
                <a:close/>
                <a:moveTo>
                  <a:pt x="527876" y="95"/>
                </a:moveTo>
                <a:lnTo>
                  <a:pt x="517779" y="10287"/>
                </a:lnTo>
                <a:cubicBezTo>
                  <a:pt x="552355" y="44577"/>
                  <a:pt x="571405" y="90107"/>
                  <a:pt x="571405" y="138589"/>
                </a:cubicBezTo>
                <a:cubicBezTo>
                  <a:pt x="571405" y="187071"/>
                  <a:pt x="552355" y="232600"/>
                  <a:pt x="517779" y="266891"/>
                </a:cubicBezTo>
                <a:lnTo>
                  <a:pt x="527876" y="277082"/>
                </a:lnTo>
                <a:cubicBezTo>
                  <a:pt x="565214" y="240125"/>
                  <a:pt x="585692" y="190976"/>
                  <a:pt x="585692" y="138684"/>
                </a:cubicBezTo>
                <a:cubicBezTo>
                  <a:pt x="585692" y="86392"/>
                  <a:pt x="565118" y="37243"/>
                  <a:pt x="527876" y="286"/>
                </a:cubicBezTo>
                <a:close/>
                <a:moveTo>
                  <a:pt x="342805" y="214694"/>
                </a:moveTo>
                <a:lnTo>
                  <a:pt x="342805" y="164687"/>
                </a:lnTo>
                <a:lnTo>
                  <a:pt x="318992" y="164687"/>
                </a:lnTo>
                <a:lnTo>
                  <a:pt x="318992" y="233744"/>
                </a:lnTo>
                <a:cubicBezTo>
                  <a:pt x="318992" y="237649"/>
                  <a:pt x="315754" y="240887"/>
                  <a:pt x="311849" y="240887"/>
                </a:cubicBezTo>
                <a:lnTo>
                  <a:pt x="299942" y="240887"/>
                </a:lnTo>
                <a:lnTo>
                  <a:pt x="299942" y="302800"/>
                </a:lnTo>
                <a:lnTo>
                  <a:pt x="311849" y="302800"/>
                </a:lnTo>
                <a:cubicBezTo>
                  <a:pt x="315754" y="302800"/>
                  <a:pt x="318992" y="306038"/>
                  <a:pt x="318992" y="309944"/>
                </a:cubicBezTo>
                <a:lnTo>
                  <a:pt x="318992" y="576644"/>
                </a:lnTo>
                <a:cubicBezTo>
                  <a:pt x="318992" y="580549"/>
                  <a:pt x="315754" y="583787"/>
                  <a:pt x="311849" y="583787"/>
                </a:cubicBezTo>
                <a:lnTo>
                  <a:pt x="273749" y="583787"/>
                </a:lnTo>
                <a:cubicBezTo>
                  <a:pt x="269843" y="583787"/>
                  <a:pt x="266605" y="580549"/>
                  <a:pt x="266605" y="576644"/>
                </a:cubicBezTo>
                <a:lnTo>
                  <a:pt x="266605" y="309944"/>
                </a:lnTo>
                <a:cubicBezTo>
                  <a:pt x="266605" y="306038"/>
                  <a:pt x="269843" y="302800"/>
                  <a:pt x="273749" y="302800"/>
                </a:cubicBezTo>
                <a:lnTo>
                  <a:pt x="285655" y="302800"/>
                </a:lnTo>
                <a:lnTo>
                  <a:pt x="285655" y="240887"/>
                </a:lnTo>
                <a:lnTo>
                  <a:pt x="273749" y="240887"/>
                </a:lnTo>
                <a:cubicBezTo>
                  <a:pt x="269843" y="240887"/>
                  <a:pt x="266605" y="237649"/>
                  <a:pt x="266605" y="233744"/>
                </a:cubicBezTo>
                <a:lnTo>
                  <a:pt x="266605" y="164687"/>
                </a:lnTo>
                <a:lnTo>
                  <a:pt x="242792" y="164687"/>
                </a:lnTo>
                <a:lnTo>
                  <a:pt x="242792" y="214694"/>
                </a:lnTo>
                <a:lnTo>
                  <a:pt x="228505" y="214694"/>
                </a:lnTo>
                <a:lnTo>
                  <a:pt x="228505" y="62294"/>
                </a:lnTo>
                <a:lnTo>
                  <a:pt x="242792" y="62294"/>
                </a:lnTo>
                <a:lnTo>
                  <a:pt x="242792" y="150400"/>
                </a:lnTo>
                <a:lnTo>
                  <a:pt x="266605" y="150400"/>
                </a:lnTo>
                <a:lnTo>
                  <a:pt x="266605" y="43244"/>
                </a:lnTo>
                <a:cubicBezTo>
                  <a:pt x="266605" y="39338"/>
                  <a:pt x="269843" y="36100"/>
                  <a:pt x="273749" y="36100"/>
                </a:cubicBezTo>
                <a:lnTo>
                  <a:pt x="311849" y="36100"/>
                </a:lnTo>
                <a:cubicBezTo>
                  <a:pt x="315754" y="36100"/>
                  <a:pt x="318992" y="39338"/>
                  <a:pt x="318992" y="43244"/>
                </a:cubicBezTo>
                <a:lnTo>
                  <a:pt x="318992" y="150400"/>
                </a:lnTo>
                <a:lnTo>
                  <a:pt x="342805" y="150400"/>
                </a:lnTo>
                <a:lnTo>
                  <a:pt x="342805" y="62294"/>
                </a:lnTo>
                <a:lnTo>
                  <a:pt x="357092" y="62294"/>
                </a:lnTo>
                <a:lnTo>
                  <a:pt x="357092" y="214694"/>
                </a:lnTo>
                <a:lnTo>
                  <a:pt x="342805" y="214694"/>
                </a:lnTo>
                <a:close/>
                <a:moveTo>
                  <a:pt x="304705" y="412337"/>
                </a:moveTo>
                <a:lnTo>
                  <a:pt x="280892" y="412337"/>
                </a:lnTo>
                <a:lnTo>
                  <a:pt x="280892" y="569500"/>
                </a:lnTo>
                <a:lnTo>
                  <a:pt x="304705" y="569500"/>
                </a:lnTo>
                <a:lnTo>
                  <a:pt x="304705" y="412337"/>
                </a:lnTo>
                <a:close/>
                <a:moveTo>
                  <a:pt x="280892" y="317087"/>
                </a:moveTo>
                <a:lnTo>
                  <a:pt x="280892" y="398050"/>
                </a:lnTo>
                <a:lnTo>
                  <a:pt x="304705" y="398050"/>
                </a:lnTo>
                <a:lnTo>
                  <a:pt x="304705" y="317087"/>
                </a:lnTo>
                <a:lnTo>
                  <a:pt x="280892" y="317087"/>
                </a:lnTo>
                <a:close/>
                <a:moveTo>
                  <a:pt x="304705" y="50387"/>
                </a:moveTo>
                <a:lnTo>
                  <a:pt x="280892" y="50387"/>
                </a:lnTo>
                <a:lnTo>
                  <a:pt x="280892" y="226600"/>
                </a:lnTo>
                <a:lnTo>
                  <a:pt x="304705" y="226600"/>
                </a:lnTo>
                <a:lnTo>
                  <a:pt x="304705" y="50483"/>
                </a:ln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4" name="Freeform 65">
            <a:extLst>
              <a:ext uri="{FF2B5EF4-FFF2-40B4-BE49-F238E27FC236}">
                <a16:creationId xmlns:a16="http://schemas.microsoft.com/office/drawing/2014/main" id="{4C7CFDEC-14C0-1BAA-D339-942D286A05FA}"/>
              </a:ext>
            </a:extLst>
          </p:cNvPr>
          <p:cNvSpPr>
            <a:spLocks noChangeAspect="1"/>
          </p:cNvSpPr>
          <p:nvPr/>
        </p:nvSpPr>
        <p:spPr>
          <a:xfrm>
            <a:off x="779715" y="4033753"/>
            <a:ext cx="228600" cy="228600"/>
          </a:xfrm>
          <a:custGeom>
            <a:avLst/>
            <a:gdLst>
              <a:gd name="connsiteX0" fmla="*/ 388144 w 585787"/>
              <a:gd name="connsiteY0" fmla="*/ 457200 h 585787"/>
              <a:gd name="connsiteX1" fmla="*/ 197644 w 585787"/>
              <a:gd name="connsiteY1" fmla="*/ 457200 h 585787"/>
              <a:gd name="connsiteX2" fmla="*/ 190500 w 585787"/>
              <a:gd name="connsiteY2" fmla="*/ 464344 h 585787"/>
              <a:gd name="connsiteX3" fmla="*/ 190500 w 585787"/>
              <a:gd name="connsiteY3" fmla="*/ 502444 h 585787"/>
              <a:gd name="connsiteX4" fmla="*/ 216694 w 585787"/>
              <a:gd name="connsiteY4" fmla="*/ 528638 h 585787"/>
              <a:gd name="connsiteX5" fmla="*/ 228981 w 585787"/>
              <a:gd name="connsiteY5" fmla="*/ 528638 h 585787"/>
              <a:gd name="connsiteX6" fmla="*/ 292894 w 585787"/>
              <a:gd name="connsiteY6" fmla="*/ 585788 h 585787"/>
              <a:gd name="connsiteX7" fmla="*/ 356807 w 585787"/>
              <a:gd name="connsiteY7" fmla="*/ 528638 h 585787"/>
              <a:gd name="connsiteX8" fmla="*/ 369094 w 585787"/>
              <a:gd name="connsiteY8" fmla="*/ 528638 h 585787"/>
              <a:gd name="connsiteX9" fmla="*/ 395288 w 585787"/>
              <a:gd name="connsiteY9" fmla="*/ 502444 h 585787"/>
              <a:gd name="connsiteX10" fmla="*/ 395288 w 585787"/>
              <a:gd name="connsiteY10" fmla="*/ 464344 h 585787"/>
              <a:gd name="connsiteX11" fmla="*/ 388144 w 585787"/>
              <a:gd name="connsiteY11" fmla="*/ 457200 h 585787"/>
              <a:gd name="connsiteX12" fmla="*/ 292894 w 585787"/>
              <a:gd name="connsiteY12" fmla="*/ 571500 h 585787"/>
              <a:gd name="connsiteX13" fmla="*/ 243650 w 585787"/>
              <a:gd name="connsiteY13" fmla="*/ 528638 h 585787"/>
              <a:gd name="connsiteX14" fmla="*/ 342233 w 585787"/>
              <a:gd name="connsiteY14" fmla="*/ 528638 h 585787"/>
              <a:gd name="connsiteX15" fmla="*/ 292989 w 585787"/>
              <a:gd name="connsiteY15" fmla="*/ 571500 h 585787"/>
              <a:gd name="connsiteX16" fmla="*/ 381000 w 585787"/>
              <a:gd name="connsiteY16" fmla="*/ 502444 h 585787"/>
              <a:gd name="connsiteX17" fmla="*/ 369094 w 585787"/>
              <a:gd name="connsiteY17" fmla="*/ 514350 h 585787"/>
              <a:gd name="connsiteX18" fmla="*/ 216694 w 585787"/>
              <a:gd name="connsiteY18" fmla="*/ 514350 h 585787"/>
              <a:gd name="connsiteX19" fmla="*/ 204788 w 585787"/>
              <a:gd name="connsiteY19" fmla="*/ 502444 h 585787"/>
              <a:gd name="connsiteX20" fmla="*/ 204788 w 585787"/>
              <a:gd name="connsiteY20" fmla="*/ 471488 h 585787"/>
              <a:gd name="connsiteX21" fmla="*/ 381000 w 585787"/>
              <a:gd name="connsiteY21" fmla="*/ 471488 h 585787"/>
              <a:gd name="connsiteX22" fmla="*/ 381000 w 585787"/>
              <a:gd name="connsiteY22" fmla="*/ 502444 h 585787"/>
              <a:gd name="connsiteX23" fmla="*/ 578644 w 585787"/>
              <a:gd name="connsiteY23" fmla="*/ 285750 h 585787"/>
              <a:gd name="connsiteX24" fmla="*/ 464344 w 585787"/>
              <a:gd name="connsiteY24" fmla="*/ 285750 h 585787"/>
              <a:gd name="connsiteX25" fmla="*/ 457200 w 585787"/>
              <a:gd name="connsiteY25" fmla="*/ 292894 h 585787"/>
              <a:gd name="connsiteX26" fmla="*/ 457200 w 585787"/>
              <a:gd name="connsiteY26" fmla="*/ 407194 h 585787"/>
              <a:gd name="connsiteX27" fmla="*/ 464344 w 585787"/>
              <a:gd name="connsiteY27" fmla="*/ 414338 h 585787"/>
              <a:gd name="connsiteX28" fmla="*/ 578644 w 585787"/>
              <a:gd name="connsiteY28" fmla="*/ 414338 h 585787"/>
              <a:gd name="connsiteX29" fmla="*/ 585788 w 585787"/>
              <a:gd name="connsiteY29" fmla="*/ 407194 h 585787"/>
              <a:gd name="connsiteX30" fmla="*/ 585788 w 585787"/>
              <a:gd name="connsiteY30" fmla="*/ 292894 h 585787"/>
              <a:gd name="connsiteX31" fmla="*/ 578644 w 585787"/>
              <a:gd name="connsiteY31" fmla="*/ 285750 h 585787"/>
              <a:gd name="connsiteX32" fmla="*/ 571500 w 585787"/>
              <a:gd name="connsiteY32" fmla="*/ 400050 h 585787"/>
              <a:gd name="connsiteX33" fmla="*/ 471488 w 585787"/>
              <a:gd name="connsiteY33" fmla="*/ 400050 h 585787"/>
              <a:gd name="connsiteX34" fmla="*/ 471488 w 585787"/>
              <a:gd name="connsiteY34" fmla="*/ 300038 h 585787"/>
              <a:gd name="connsiteX35" fmla="*/ 571500 w 585787"/>
              <a:gd name="connsiteY35" fmla="*/ 300038 h 585787"/>
              <a:gd name="connsiteX36" fmla="*/ 571500 w 585787"/>
              <a:gd name="connsiteY36" fmla="*/ 400050 h 585787"/>
              <a:gd name="connsiteX37" fmla="*/ 502444 w 585787"/>
              <a:gd name="connsiteY37" fmla="*/ 376238 h 585787"/>
              <a:gd name="connsiteX38" fmla="*/ 540544 w 585787"/>
              <a:gd name="connsiteY38" fmla="*/ 376238 h 585787"/>
              <a:gd name="connsiteX39" fmla="*/ 547688 w 585787"/>
              <a:gd name="connsiteY39" fmla="*/ 369094 h 585787"/>
              <a:gd name="connsiteX40" fmla="*/ 547688 w 585787"/>
              <a:gd name="connsiteY40" fmla="*/ 330994 h 585787"/>
              <a:gd name="connsiteX41" fmla="*/ 540544 w 585787"/>
              <a:gd name="connsiteY41" fmla="*/ 323850 h 585787"/>
              <a:gd name="connsiteX42" fmla="*/ 502444 w 585787"/>
              <a:gd name="connsiteY42" fmla="*/ 323850 h 585787"/>
              <a:gd name="connsiteX43" fmla="*/ 495300 w 585787"/>
              <a:gd name="connsiteY43" fmla="*/ 330994 h 585787"/>
              <a:gd name="connsiteX44" fmla="*/ 495300 w 585787"/>
              <a:gd name="connsiteY44" fmla="*/ 369094 h 585787"/>
              <a:gd name="connsiteX45" fmla="*/ 502444 w 585787"/>
              <a:gd name="connsiteY45" fmla="*/ 376238 h 585787"/>
              <a:gd name="connsiteX46" fmla="*/ 509588 w 585787"/>
              <a:gd name="connsiteY46" fmla="*/ 338138 h 585787"/>
              <a:gd name="connsiteX47" fmla="*/ 533400 w 585787"/>
              <a:gd name="connsiteY47" fmla="*/ 338138 h 585787"/>
              <a:gd name="connsiteX48" fmla="*/ 533400 w 585787"/>
              <a:gd name="connsiteY48" fmla="*/ 361950 h 585787"/>
              <a:gd name="connsiteX49" fmla="*/ 509588 w 585787"/>
              <a:gd name="connsiteY49" fmla="*/ 361950 h 585787"/>
              <a:gd name="connsiteX50" fmla="*/ 509588 w 585787"/>
              <a:gd name="connsiteY50" fmla="*/ 338138 h 585787"/>
              <a:gd name="connsiteX51" fmla="*/ 76581 w 585787"/>
              <a:gd name="connsiteY51" fmla="*/ 337757 h 585787"/>
              <a:gd name="connsiteX52" fmla="*/ 73819 w 585787"/>
              <a:gd name="connsiteY52" fmla="*/ 330994 h 585787"/>
              <a:gd name="connsiteX53" fmla="*/ 76581 w 585787"/>
              <a:gd name="connsiteY53" fmla="*/ 324231 h 585787"/>
              <a:gd name="connsiteX54" fmla="*/ 78105 w 585787"/>
              <a:gd name="connsiteY54" fmla="*/ 323088 h 585787"/>
              <a:gd name="connsiteX55" fmla="*/ 79724 w 585787"/>
              <a:gd name="connsiteY55" fmla="*/ 322231 h 585787"/>
              <a:gd name="connsiteX56" fmla="*/ 81534 w 585787"/>
              <a:gd name="connsiteY56" fmla="*/ 321659 h 585787"/>
              <a:gd name="connsiteX57" fmla="*/ 86963 w 585787"/>
              <a:gd name="connsiteY57" fmla="*/ 322231 h 585787"/>
              <a:gd name="connsiteX58" fmla="*/ 90106 w 585787"/>
              <a:gd name="connsiteY58" fmla="*/ 324231 h 585787"/>
              <a:gd name="connsiteX59" fmla="*/ 92107 w 585787"/>
              <a:gd name="connsiteY59" fmla="*/ 327374 h 585787"/>
              <a:gd name="connsiteX60" fmla="*/ 92869 w 585787"/>
              <a:gd name="connsiteY60" fmla="*/ 330994 h 585787"/>
              <a:gd name="connsiteX61" fmla="*/ 92107 w 585787"/>
              <a:gd name="connsiteY61" fmla="*/ 334613 h 585787"/>
              <a:gd name="connsiteX62" fmla="*/ 90106 w 585787"/>
              <a:gd name="connsiteY62" fmla="*/ 337757 h 585787"/>
              <a:gd name="connsiteX63" fmla="*/ 86963 w 585787"/>
              <a:gd name="connsiteY63" fmla="*/ 339757 h 585787"/>
              <a:gd name="connsiteX64" fmla="*/ 83344 w 585787"/>
              <a:gd name="connsiteY64" fmla="*/ 340519 h 585787"/>
              <a:gd name="connsiteX65" fmla="*/ 81534 w 585787"/>
              <a:gd name="connsiteY65" fmla="*/ 340328 h 585787"/>
              <a:gd name="connsiteX66" fmla="*/ 79724 w 585787"/>
              <a:gd name="connsiteY66" fmla="*/ 339757 h 585787"/>
              <a:gd name="connsiteX67" fmla="*/ 78105 w 585787"/>
              <a:gd name="connsiteY67" fmla="*/ 338900 h 585787"/>
              <a:gd name="connsiteX68" fmla="*/ 76581 w 585787"/>
              <a:gd name="connsiteY68" fmla="*/ 337757 h 585787"/>
              <a:gd name="connsiteX69" fmla="*/ 121444 w 585787"/>
              <a:gd name="connsiteY69" fmla="*/ 285750 h 585787"/>
              <a:gd name="connsiteX70" fmla="*/ 7144 w 585787"/>
              <a:gd name="connsiteY70" fmla="*/ 285750 h 585787"/>
              <a:gd name="connsiteX71" fmla="*/ 0 w 585787"/>
              <a:gd name="connsiteY71" fmla="*/ 292894 h 585787"/>
              <a:gd name="connsiteX72" fmla="*/ 0 w 585787"/>
              <a:gd name="connsiteY72" fmla="*/ 407194 h 585787"/>
              <a:gd name="connsiteX73" fmla="*/ 7144 w 585787"/>
              <a:gd name="connsiteY73" fmla="*/ 414338 h 585787"/>
              <a:gd name="connsiteX74" fmla="*/ 19050 w 585787"/>
              <a:gd name="connsiteY74" fmla="*/ 414338 h 585787"/>
              <a:gd name="connsiteX75" fmla="*/ 19050 w 585787"/>
              <a:gd name="connsiteY75" fmla="*/ 445294 h 585787"/>
              <a:gd name="connsiteX76" fmla="*/ 33338 w 585787"/>
              <a:gd name="connsiteY76" fmla="*/ 445294 h 585787"/>
              <a:gd name="connsiteX77" fmla="*/ 33338 w 585787"/>
              <a:gd name="connsiteY77" fmla="*/ 414338 h 585787"/>
              <a:gd name="connsiteX78" fmla="*/ 57150 w 585787"/>
              <a:gd name="connsiteY78" fmla="*/ 414338 h 585787"/>
              <a:gd name="connsiteX79" fmla="*/ 57150 w 585787"/>
              <a:gd name="connsiteY79" fmla="*/ 445294 h 585787"/>
              <a:gd name="connsiteX80" fmla="*/ 71438 w 585787"/>
              <a:gd name="connsiteY80" fmla="*/ 445294 h 585787"/>
              <a:gd name="connsiteX81" fmla="*/ 71438 w 585787"/>
              <a:gd name="connsiteY81" fmla="*/ 414338 h 585787"/>
              <a:gd name="connsiteX82" fmla="*/ 95250 w 585787"/>
              <a:gd name="connsiteY82" fmla="*/ 414338 h 585787"/>
              <a:gd name="connsiteX83" fmla="*/ 95250 w 585787"/>
              <a:gd name="connsiteY83" fmla="*/ 445294 h 585787"/>
              <a:gd name="connsiteX84" fmla="*/ 109538 w 585787"/>
              <a:gd name="connsiteY84" fmla="*/ 445294 h 585787"/>
              <a:gd name="connsiteX85" fmla="*/ 109538 w 585787"/>
              <a:gd name="connsiteY85" fmla="*/ 414338 h 585787"/>
              <a:gd name="connsiteX86" fmla="*/ 121444 w 585787"/>
              <a:gd name="connsiteY86" fmla="*/ 414338 h 585787"/>
              <a:gd name="connsiteX87" fmla="*/ 128588 w 585787"/>
              <a:gd name="connsiteY87" fmla="*/ 407194 h 585787"/>
              <a:gd name="connsiteX88" fmla="*/ 128588 w 585787"/>
              <a:gd name="connsiteY88" fmla="*/ 292894 h 585787"/>
              <a:gd name="connsiteX89" fmla="*/ 121444 w 585787"/>
              <a:gd name="connsiteY89" fmla="*/ 285750 h 585787"/>
              <a:gd name="connsiteX90" fmla="*/ 114300 w 585787"/>
              <a:gd name="connsiteY90" fmla="*/ 400050 h 585787"/>
              <a:gd name="connsiteX91" fmla="*/ 14288 w 585787"/>
              <a:gd name="connsiteY91" fmla="*/ 400050 h 585787"/>
              <a:gd name="connsiteX92" fmla="*/ 14288 w 585787"/>
              <a:gd name="connsiteY92" fmla="*/ 300038 h 585787"/>
              <a:gd name="connsiteX93" fmla="*/ 114300 w 585787"/>
              <a:gd name="connsiteY93" fmla="*/ 300038 h 585787"/>
              <a:gd name="connsiteX94" fmla="*/ 114300 w 585787"/>
              <a:gd name="connsiteY94" fmla="*/ 400050 h 585787"/>
              <a:gd name="connsiteX95" fmla="*/ 364046 w 585787"/>
              <a:gd name="connsiteY95" fmla="*/ 158496 h 585787"/>
              <a:gd name="connsiteX96" fmla="*/ 291941 w 585787"/>
              <a:gd name="connsiteY96" fmla="*/ 128588 h 585787"/>
              <a:gd name="connsiteX97" fmla="*/ 219837 w 585787"/>
              <a:gd name="connsiteY97" fmla="*/ 158496 h 585787"/>
              <a:gd name="connsiteX98" fmla="*/ 209741 w 585787"/>
              <a:gd name="connsiteY98" fmla="*/ 148400 h 585787"/>
              <a:gd name="connsiteX99" fmla="*/ 291941 w 585787"/>
              <a:gd name="connsiteY99" fmla="*/ 114300 h 585787"/>
              <a:gd name="connsiteX100" fmla="*/ 374142 w 585787"/>
              <a:gd name="connsiteY100" fmla="*/ 148400 h 585787"/>
              <a:gd name="connsiteX101" fmla="*/ 364046 w 585787"/>
              <a:gd name="connsiteY101" fmla="*/ 158496 h 585787"/>
              <a:gd name="connsiteX102" fmla="*/ 338328 w 585787"/>
              <a:gd name="connsiteY102" fmla="*/ 184214 h 585787"/>
              <a:gd name="connsiteX103" fmla="*/ 291941 w 585787"/>
              <a:gd name="connsiteY103" fmla="*/ 164973 h 585787"/>
              <a:gd name="connsiteX104" fmla="*/ 245554 w 585787"/>
              <a:gd name="connsiteY104" fmla="*/ 184214 h 585787"/>
              <a:gd name="connsiteX105" fmla="*/ 235458 w 585787"/>
              <a:gd name="connsiteY105" fmla="*/ 174117 h 585787"/>
              <a:gd name="connsiteX106" fmla="*/ 291941 w 585787"/>
              <a:gd name="connsiteY106" fmla="*/ 150686 h 585787"/>
              <a:gd name="connsiteX107" fmla="*/ 348425 w 585787"/>
              <a:gd name="connsiteY107" fmla="*/ 174117 h 585787"/>
              <a:gd name="connsiteX108" fmla="*/ 338328 w 585787"/>
              <a:gd name="connsiteY108" fmla="*/ 184214 h 585787"/>
              <a:gd name="connsiteX109" fmla="*/ 312611 w 585787"/>
              <a:gd name="connsiteY109" fmla="*/ 209931 h 585787"/>
              <a:gd name="connsiteX110" fmla="*/ 271272 w 585787"/>
              <a:gd name="connsiteY110" fmla="*/ 209931 h 585787"/>
              <a:gd name="connsiteX111" fmla="*/ 261175 w 585787"/>
              <a:gd name="connsiteY111" fmla="*/ 199835 h 585787"/>
              <a:gd name="connsiteX112" fmla="*/ 291941 w 585787"/>
              <a:gd name="connsiteY112" fmla="*/ 187071 h 585787"/>
              <a:gd name="connsiteX113" fmla="*/ 322707 w 585787"/>
              <a:gd name="connsiteY113" fmla="*/ 199835 h 585787"/>
              <a:gd name="connsiteX114" fmla="*/ 312611 w 585787"/>
              <a:gd name="connsiteY114" fmla="*/ 209931 h 585787"/>
              <a:gd name="connsiteX115" fmla="*/ 285179 w 585787"/>
              <a:gd name="connsiteY115" fmla="*/ 242506 h 585787"/>
              <a:gd name="connsiteX116" fmla="*/ 282416 w 585787"/>
              <a:gd name="connsiteY116" fmla="*/ 235744 h 585787"/>
              <a:gd name="connsiteX117" fmla="*/ 285179 w 585787"/>
              <a:gd name="connsiteY117" fmla="*/ 228981 h 585787"/>
              <a:gd name="connsiteX118" fmla="*/ 298704 w 585787"/>
              <a:gd name="connsiteY118" fmla="*/ 228981 h 585787"/>
              <a:gd name="connsiteX119" fmla="*/ 300704 w 585787"/>
              <a:gd name="connsiteY119" fmla="*/ 232124 h 585787"/>
              <a:gd name="connsiteX120" fmla="*/ 301466 w 585787"/>
              <a:gd name="connsiteY120" fmla="*/ 235744 h 585787"/>
              <a:gd name="connsiteX121" fmla="*/ 298704 w 585787"/>
              <a:gd name="connsiteY121" fmla="*/ 242506 h 585787"/>
              <a:gd name="connsiteX122" fmla="*/ 291941 w 585787"/>
              <a:gd name="connsiteY122" fmla="*/ 245269 h 585787"/>
              <a:gd name="connsiteX123" fmla="*/ 285179 w 585787"/>
              <a:gd name="connsiteY123" fmla="*/ 242506 h 585787"/>
              <a:gd name="connsiteX124" fmla="*/ 430435 w 585787"/>
              <a:gd name="connsiteY124" fmla="*/ 204788 h 585787"/>
              <a:gd name="connsiteX125" fmla="*/ 388144 w 585787"/>
              <a:gd name="connsiteY125" fmla="*/ 204788 h 585787"/>
              <a:gd name="connsiteX126" fmla="*/ 388144 w 585787"/>
              <a:gd name="connsiteY126" fmla="*/ 190500 h 585787"/>
              <a:gd name="connsiteX127" fmla="*/ 430435 w 585787"/>
              <a:gd name="connsiteY127" fmla="*/ 190500 h 585787"/>
              <a:gd name="connsiteX128" fmla="*/ 476250 w 585787"/>
              <a:gd name="connsiteY128" fmla="*/ 144685 h 585787"/>
              <a:gd name="connsiteX129" fmla="*/ 430435 w 585787"/>
              <a:gd name="connsiteY129" fmla="*/ 98869 h 585787"/>
              <a:gd name="connsiteX130" fmla="*/ 402526 w 585787"/>
              <a:gd name="connsiteY130" fmla="*/ 108585 h 585787"/>
              <a:gd name="connsiteX131" fmla="*/ 395288 w 585787"/>
              <a:gd name="connsiteY131" fmla="*/ 109538 h 585787"/>
              <a:gd name="connsiteX132" fmla="*/ 391001 w 585787"/>
              <a:gd name="connsiteY132" fmla="*/ 103632 h 585787"/>
              <a:gd name="connsiteX133" fmla="*/ 292799 w 585787"/>
              <a:gd name="connsiteY133" fmla="*/ 14192 h 585787"/>
              <a:gd name="connsiteX134" fmla="*/ 200120 w 585787"/>
              <a:gd name="connsiteY134" fmla="*/ 79343 h 585787"/>
              <a:gd name="connsiteX135" fmla="*/ 196120 w 585787"/>
              <a:gd name="connsiteY135" fmla="*/ 83534 h 585787"/>
              <a:gd name="connsiteX136" fmla="*/ 190310 w 585787"/>
              <a:gd name="connsiteY136" fmla="*/ 83344 h 585787"/>
              <a:gd name="connsiteX137" fmla="*/ 165830 w 585787"/>
              <a:gd name="connsiteY137" fmla="*/ 77724 h 585787"/>
              <a:gd name="connsiteX138" fmla="*/ 109442 w 585787"/>
              <a:gd name="connsiteY138" fmla="*/ 134112 h 585787"/>
              <a:gd name="connsiteX139" fmla="*/ 160211 w 585787"/>
              <a:gd name="connsiteY139" fmla="*/ 190214 h 585787"/>
              <a:gd name="connsiteX140" fmla="*/ 197549 w 585787"/>
              <a:gd name="connsiteY140" fmla="*/ 190500 h 585787"/>
              <a:gd name="connsiteX141" fmla="*/ 197549 w 585787"/>
              <a:gd name="connsiteY141" fmla="*/ 204788 h 585787"/>
              <a:gd name="connsiteX142" fmla="*/ 165735 w 585787"/>
              <a:gd name="connsiteY142" fmla="*/ 204502 h 585787"/>
              <a:gd name="connsiteX143" fmla="*/ 165735 w 585787"/>
              <a:gd name="connsiteY143" fmla="*/ 204788 h 585787"/>
              <a:gd name="connsiteX144" fmla="*/ 159639 w 585787"/>
              <a:gd name="connsiteY144" fmla="*/ 204502 h 585787"/>
              <a:gd name="connsiteX145" fmla="*/ 159639 w 585787"/>
              <a:gd name="connsiteY145" fmla="*/ 204502 h 585787"/>
              <a:gd name="connsiteX146" fmla="*/ 158972 w 585787"/>
              <a:gd name="connsiteY146" fmla="*/ 204502 h 585787"/>
              <a:gd name="connsiteX147" fmla="*/ 95059 w 585787"/>
              <a:gd name="connsiteY147" fmla="*/ 134207 h 585787"/>
              <a:gd name="connsiteX148" fmla="*/ 165735 w 585787"/>
              <a:gd name="connsiteY148" fmla="*/ 63532 h 585787"/>
              <a:gd name="connsiteX149" fmla="*/ 189357 w 585787"/>
              <a:gd name="connsiteY149" fmla="*/ 67628 h 585787"/>
              <a:gd name="connsiteX150" fmla="*/ 292703 w 585787"/>
              <a:gd name="connsiteY150" fmla="*/ 0 h 585787"/>
              <a:gd name="connsiteX151" fmla="*/ 403574 w 585787"/>
              <a:gd name="connsiteY151" fmla="*/ 91154 h 585787"/>
              <a:gd name="connsiteX152" fmla="*/ 430340 w 585787"/>
              <a:gd name="connsiteY152" fmla="*/ 84677 h 585787"/>
              <a:gd name="connsiteX153" fmla="*/ 490442 w 585787"/>
              <a:gd name="connsiteY153" fmla="*/ 144780 h 585787"/>
              <a:gd name="connsiteX154" fmla="*/ 430340 w 585787"/>
              <a:gd name="connsiteY154" fmla="*/ 204883 h 585787"/>
              <a:gd name="connsiteX155" fmla="*/ 302419 w 585787"/>
              <a:gd name="connsiteY155" fmla="*/ 292894 h 585787"/>
              <a:gd name="connsiteX156" fmla="*/ 299657 w 585787"/>
              <a:gd name="connsiteY156" fmla="*/ 299657 h 585787"/>
              <a:gd name="connsiteX157" fmla="*/ 296513 w 585787"/>
              <a:gd name="connsiteY157" fmla="*/ 301657 h 585787"/>
              <a:gd name="connsiteX158" fmla="*/ 292894 w 585787"/>
              <a:gd name="connsiteY158" fmla="*/ 302419 h 585787"/>
              <a:gd name="connsiteX159" fmla="*/ 286131 w 585787"/>
              <a:gd name="connsiteY159" fmla="*/ 299657 h 585787"/>
              <a:gd name="connsiteX160" fmla="*/ 283369 w 585787"/>
              <a:gd name="connsiteY160" fmla="*/ 292894 h 585787"/>
              <a:gd name="connsiteX161" fmla="*/ 286131 w 585787"/>
              <a:gd name="connsiteY161" fmla="*/ 286131 h 585787"/>
              <a:gd name="connsiteX162" fmla="*/ 296513 w 585787"/>
              <a:gd name="connsiteY162" fmla="*/ 284131 h 585787"/>
              <a:gd name="connsiteX163" fmla="*/ 299657 w 585787"/>
              <a:gd name="connsiteY163" fmla="*/ 286131 h 585787"/>
              <a:gd name="connsiteX164" fmla="*/ 302419 w 585787"/>
              <a:gd name="connsiteY164" fmla="*/ 292894 h 585787"/>
              <a:gd name="connsiteX165" fmla="*/ 302419 w 585787"/>
              <a:gd name="connsiteY165" fmla="*/ 350044 h 585787"/>
              <a:gd name="connsiteX166" fmla="*/ 302228 w 585787"/>
              <a:gd name="connsiteY166" fmla="*/ 351949 h 585787"/>
              <a:gd name="connsiteX167" fmla="*/ 301657 w 585787"/>
              <a:gd name="connsiteY167" fmla="*/ 353663 h 585787"/>
              <a:gd name="connsiteX168" fmla="*/ 300800 w 585787"/>
              <a:gd name="connsiteY168" fmla="*/ 355378 h 585787"/>
              <a:gd name="connsiteX169" fmla="*/ 299657 w 585787"/>
              <a:gd name="connsiteY169" fmla="*/ 356807 h 585787"/>
              <a:gd name="connsiteX170" fmla="*/ 298228 w 585787"/>
              <a:gd name="connsiteY170" fmla="*/ 357950 h 585787"/>
              <a:gd name="connsiteX171" fmla="*/ 296513 w 585787"/>
              <a:gd name="connsiteY171" fmla="*/ 358807 h 585787"/>
              <a:gd name="connsiteX172" fmla="*/ 292894 w 585787"/>
              <a:gd name="connsiteY172" fmla="*/ 359569 h 585787"/>
              <a:gd name="connsiteX173" fmla="*/ 286131 w 585787"/>
              <a:gd name="connsiteY173" fmla="*/ 356807 h 585787"/>
              <a:gd name="connsiteX174" fmla="*/ 284988 w 585787"/>
              <a:gd name="connsiteY174" fmla="*/ 355378 h 585787"/>
              <a:gd name="connsiteX175" fmla="*/ 284131 w 585787"/>
              <a:gd name="connsiteY175" fmla="*/ 353663 h 585787"/>
              <a:gd name="connsiteX176" fmla="*/ 283559 w 585787"/>
              <a:gd name="connsiteY176" fmla="*/ 351949 h 585787"/>
              <a:gd name="connsiteX177" fmla="*/ 283369 w 585787"/>
              <a:gd name="connsiteY177" fmla="*/ 350044 h 585787"/>
              <a:gd name="connsiteX178" fmla="*/ 286131 w 585787"/>
              <a:gd name="connsiteY178" fmla="*/ 343281 h 585787"/>
              <a:gd name="connsiteX179" fmla="*/ 289274 w 585787"/>
              <a:gd name="connsiteY179" fmla="*/ 341281 h 585787"/>
              <a:gd name="connsiteX180" fmla="*/ 296513 w 585787"/>
              <a:gd name="connsiteY180" fmla="*/ 341281 h 585787"/>
              <a:gd name="connsiteX181" fmla="*/ 298228 w 585787"/>
              <a:gd name="connsiteY181" fmla="*/ 342138 h 585787"/>
              <a:gd name="connsiteX182" fmla="*/ 299657 w 585787"/>
              <a:gd name="connsiteY182" fmla="*/ 343281 h 585787"/>
              <a:gd name="connsiteX183" fmla="*/ 302419 w 585787"/>
              <a:gd name="connsiteY183" fmla="*/ 350044 h 585787"/>
              <a:gd name="connsiteX184" fmla="*/ 242506 w 585787"/>
              <a:gd name="connsiteY184" fmla="*/ 343281 h 585787"/>
              <a:gd name="connsiteX185" fmla="*/ 244507 w 585787"/>
              <a:gd name="connsiteY185" fmla="*/ 346424 h 585787"/>
              <a:gd name="connsiteX186" fmla="*/ 245269 w 585787"/>
              <a:gd name="connsiteY186" fmla="*/ 350044 h 585787"/>
              <a:gd name="connsiteX187" fmla="*/ 244507 w 585787"/>
              <a:gd name="connsiteY187" fmla="*/ 353663 h 585787"/>
              <a:gd name="connsiteX188" fmla="*/ 242506 w 585787"/>
              <a:gd name="connsiteY188" fmla="*/ 356807 h 585787"/>
              <a:gd name="connsiteX189" fmla="*/ 235744 w 585787"/>
              <a:gd name="connsiteY189" fmla="*/ 359569 h 585787"/>
              <a:gd name="connsiteX190" fmla="*/ 233839 w 585787"/>
              <a:gd name="connsiteY190" fmla="*/ 359378 h 585787"/>
              <a:gd name="connsiteX191" fmla="*/ 232124 w 585787"/>
              <a:gd name="connsiteY191" fmla="*/ 358807 h 585787"/>
              <a:gd name="connsiteX192" fmla="*/ 230505 w 585787"/>
              <a:gd name="connsiteY192" fmla="*/ 357950 h 585787"/>
              <a:gd name="connsiteX193" fmla="*/ 228981 w 585787"/>
              <a:gd name="connsiteY193" fmla="*/ 356807 h 585787"/>
              <a:gd name="connsiteX194" fmla="*/ 226219 w 585787"/>
              <a:gd name="connsiteY194" fmla="*/ 350044 h 585787"/>
              <a:gd name="connsiteX195" fmla="*/ 228981 w 585787"/>
              <a:gd name="connsiteY195" fmla="*/ 343281 h 585787"/>
              <a:gd name="connsiteX196" fmla="*/ 242506 w 585787"/>
              <a:gd name="connsiteY196" fmla="*/ 343281 h 585787"/>
              <a:gd name="connsiteX197" fmla="*/ 185356 w 585787"/>
              <a:gd name="connsiteY197" fmla="*/ 343281 h 585787"/>
              <a:gd name="connsiteX198" fmla="*/ 188119 w 585787"/>
              <a:gd name="connsiteY198" fmla="*/ 350044 h 585787"/>
              <a:gd name="connsiteX199" fmla="*/ 185356 w 585787"/>
              <a:gd name="connsiteY199" fmla="*/ 356807 h 585787"/>
              <a:gd name="connsiteX200" fmla="*/ 178594 w 585787"/>
              <a:gd name="connsiteY200" fmla="*/ 359569 h 585787"/>
              <a:gd name="connsiteX201" fmla="*/ 171831 w 585787"/>
              <a:gd name="connsiteY201" fmla="*/ 356807 h 585787"/>
              <a:gd name="connsiteX202" fmla="*/ 169831 w 585787"/>
              <a:gd name="connsiteY202" fmla="*/ 353663 h 585787"/>
              <a:gd name="connsiteX203" fmla="*/ 169069 w 585787"/>
              <a:gd name="connsiteY203" fmla="*/ 350044 h 585787"/>
              <a:gd name="connsiteX204" fmla="*/ 169831 w 585787"/>
              <a:gd name="connsiteY204" fmla="*/ 346424 h 585787"/>
              <a:gd name="connsiteX205" fmla="*/ 171831 w 585787"/>
              <a:gd name="connsiteY205" fmla="*/ 343281 h 585787"/>
              <a:gd name="connsiteX206" fmla="*/ 174974 w 585787"/>
              <a:gd name="connsiteY206" fmla="*/ 341281 h 585787"/>
              <a:gd name="connsiteX207" fmla="*/ 185356 w 585787"/>
              <a:gd name="connsiteY207" fmla="*/ 343281 h 585787"/>
              <a:gd name="connsiteX208" fmla="*/ 341281 w 585787"/>
              <a:gd name="connsiteY208" fmla="*/ 353663 h 585787"/>
              <a:gd name="connsiteX209" fmla="*/ 340519 w 585787"/>
              <a:gd name="connsiteY209" fmla="*/ 350044 h 585787"/>
              <a:gd name="connsiteX210" fmla="*/ 343281 w 585787"/>
              <a:gd name="connsiteY210" fmla="*/ 343281 h 585787"/>
              <a:gd name="connsiteX211" fmla="*/ 351949 w 585787"/>
              <a:gd name="connsiteY211" fmla="*/ 340709 h 585787"/>
              <a:gd name="connsiteX212" fmla="*/ 353663 w 585787"/>
              <a:gd name="connsiteY212" fmla="*/ 341281 h 585787"/>
              <a:gd name="connsiteX213" fmla="*/ 355283 w 585787"/>
              <a:gd name="connsiteY213" fmla="*/ 342138 h 585787"/>
              <a:gd name="connsiteX214" fmla="*/ 356807 w 585787"/>
              <a:gd name="connsiteY214" fmla="*/ 343281 h 585787"/>
              <a:gd name="connsiteX215" fmla="*/ 359569 w 585787"/>
              <a:gd name="connsiteY215" fmla="*/ 350044 h 585787"/>
              <a:gd name="connsiteX216" fmla="*/ 358807 w 585787"/>
              <a:gd name="connsiteY216" fmla="*/ 353663 h 585787"/>
              <a:gd name="connsiteX217" fmla="*/ 356807 w 585787"/>
              <a:gd name="connsiteY217" fmla="*/ 356807 h 585787"/>
              <a:gd name="connsiteX218" fmla="*/ 355283 w 585787"/>
              <a:gd name="connsiteY218" fmla="*/ 357950 h 585787"/>
              <a:gd name="connsiteX219" fmla="*/ 353663 w 585787"/>
              <a:gd name="connsiteY219" fmla="*/ 358807 h 585787"/>
              <a:gd name="connsiteX220" fmla="*/ 351949 w 585787"/>
              <a:gd name="connsiteY220" fmla="*/ 359378 h 585787"/>
              <a:gd name="connsiteX221" fmla="*/ 350044 w 585787"/>
              <a:gd name="connsiteY221" fmla="*/ 359569 h 585787"/>
              <a:gd name="connsiteX222" fmla="*/ 343281 w 585787"/>
              <a:gd name="connsiteY222" fmla="*/ 356807 h 585787"/>
              <a:gd name="connsiteX223" fmla="*/ 341281 w 585787"/>
              <a:gd name="connsiteY223" fmla="*/ 353663 h 585787"/>
              <a:gd name="connsiteX224" fmla="*/ 415957 w 585787"/>
              <a:gd name="connsiteY224" fmla="*/ 346424 h 585787"/>
              <a:gd name="connsiteX225" fmla="*/ 416719 w 585787"/>
              <a:gd name="connsiteY225" fmla="*/ 350044 h 585787"/>
              <a:gd name="connsiteX226" fmla="*/ 415957 w 585787"/>
              <a:gd name="connsiteY226" fmla="*/ 353663 h 585787"/>
              <a:gd name="connsiteX227" fmla="*/ 413957 w 585787"/>
              <a:gd name="connsiteY227" fmla="*/ 356807 h 585787"/>
              <a:gd name="connsiteX228" fmla="*/ 412528 w 585787"/>
              <a:gd name="connsiteY228" fmla="*/ 357950 h 585787"/>
              <a:gd name="connsiteX229" fmla="*/ 410813 w 585787"/>
              <a:gd name="connsiteY229" fmla="*/ 358807 h 585787"/>
              <a:gd name="connsiteX230" fmla="*/ 409099 w 585787"/>
              <a:gd name="connsiteY230" fmla="*/ 359378 h 585787"/>
              <a:gd name="connsiteX231" fmla="*/ 407194 w 585787"/>
              <a:gd name="connsiteY231" fmla="*/ 359569 h 585787"/>
              <a:gd name="connsiteX232" fmla="*/ 400431 w 585787"/>
              <a:gd name="connsiteY232" fmla="*/ 356807 h 585787"/>
              <a:gd name="connsiteX233" fmla="*/ 398431 w 585787"/>
              <a:gd name="connsiteY233" fmla="*/ 353663 h 585787"/>
              <a:gd name="connsiteX234" fmla="*/ 397669 w 585787"/>
              <a:gd name="connsiteY234" fmla="*/ 350044 h 585787"/>
              <a:gd name="connsiteX235" fmla="*/ 400431 w 585787"/>
              <a:gd name="connsiteY235" fmla="*/ 343281 h 585787"/>
              <a:gd name="connsiteX236" fmla="*/ 409099 w 585787"/>
              <a:gd name="connsiteY236" fmla="*/ 340709 h 585787"/>
              <a:gd name="connsiteX237" fmla="*/ 410813 w 585787"/>
              <a:gd name="connsiteY237" fmla="*/ 341281 h 585787"/>
              <a:gd name="connsiteX238" fmla="*/ 412528 w 585787"/>
              <a:gd name="connsiteY238" fmla="*/ 342138 h 585787"/>
              <a:gd name="connsiteX239" fmla="*/ 413957 w 585787"/>
              <a:gd name="connsiteY239" fmla="*/ 343281 h 585787"/>
              <a:gd name="connsiteX240" fmla="*/ 415957 w 585787"/>
              <a:gd name="connsiteY240" fmla="*/ 346424 h 585787"/>
              <a:gd name="connsiteX241" fmla="*/ 299657 w 585787"/>
              <a:gd name="connsiteY241" fmla="*/ 400431 h 585787"/>
              <a:gd name="connsiteX242" fmla="*/ 302419 w 585787"/>
              <a:gd name="connsiteY242" fmla="*/ 407194 h 585787"/>
              <a:gd name="connsiteX243" fmla="*/ 299657 w 585787"/>
              <a:gd name="connsiteY243" fmla="*/ 413957 h 585787"/>
              <a:gd name="connsiteX244" fmla="*/ 298228 w 585787"/>
              <a:gd name="connsiteY244" fmla="*/ 415100 h 585787"/>
              <a:gd name="connsiteX245" fmla="*/ 296513 w 585787"/>
              <a:gd name="connsiteY245" fmla="*/ 415957 h 585787"/>
              <a:gd name="connsiteX246" fmla="*/ 292894 w 585787"/>
              <a:gd name="connsiteY246" fmla="*/ 416719 h 585787"/>
              <a:gd name="connsiteX247" fmla="*/ 286131 w 585787"/>
              <a:gd name="connsiteY247" fmla="*/ 413957 h 585787"/>
              <a:gd name="connsiteX248" fmla="*/ 283369 w 585787"/>
              <a:gd name="connsiteY248" fmla="*/ 407194 h 585787"/>
              <a:gd name="connsiteX249" fmla="*/ 286131 w 585787"/>
              <a:gd name="connsiteY249" fmla="*/ 400431 h 585787"/>
              <a:gd name="connsiteX250" fmla="*/ 296513 w 585787"/>
              <a:gd name="connsiteY250" fmla="*/ 398431 h 585787"/>
              <a:gd name="connsiteX251" fmla="*/ 299657 w 585787"/>
              <a:gd name="connsiteY251" fmla="*/ 400431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585787" h="585787">
                <a:moveTo>
                  <a:pt x="388144" y="457200"/>
                </a:moveTo>
                <a:lnTo>
                  <a:pt x="197644" y="457200"/>
                </a:lnTo>
                <a:cubicBezTo>
                  <a:pt x="193739" y="457200"/>
                  <a:pt x="190500" y="460439"/>
                  <a:pt x="190500" y="464344"/>
                </a:cubicBezTo>
                <a:lnTo>
                  <a:pt x="190500" y="502444"/>
                </a:lnTo>
                <a:cubicBezTo>
                  <a:pt x="190500" y="516922"/>
                  <a:pt x="202216" y="528638"/>
                  <a:pt x="216694" y="528638"/>
                </a:cubicBezTo>
                <a:lnTo>
                  <a:pt x="228981" y="528638"/>
                </a:lnTo>
                <a:cubicBezTo>
                  <a:pt x="232600" y="560737"/>
                  <a:pt x="259842" y="585788"/>
                  <a:pt x="292894" y="585788"/>
                </a:cubicBezTo>
                <a:cubicBezTo>
                  <a:pt x="325946" y="585788"/>
                  <a:pt x="353187" y="560737"/>
                  <a:pt x="356807" y="528638"/>
                </a:cubicBezTo>
                <a:lnTo>
                  <a:pt x="369094" y="528638"/>
                </a:lnTo>
                <a:cubicBezTo>
                  <a:pt x="383572" y="528638"/>
                  <a:pt x="395288" y="516922"/>
                  <a:pt x="395288" y="502444"/>
                </a:cubicBezTo>
                <a:lnTo>
                  <a:pt x="395288" y="464344"/>
                </a:lnTo>
                <a:cubicBezTo>
                  <a:pt x="395288" y="460439"/>
                  <a:pt x="392049" y="457200"/>
                  <a:pt x="388144" y="457200"/>
                </a:cubicBezTo>
                <a:close/>
                <a:moveTo>
                  <a:pt x="292894" y="571500"/>
                </a:moveTo>
                <a:cubicBezTo>
                  <a:pt x="267748" y="571500"/>
                  <a:pt x="247078" y="552831"/>
                  <a:pt x="243650" y="528638"/>
                </a:cubicBezTo>
                <a:lnTo>
                  <a:pt x="342233" y="528638"/>
                </a:lnTo>
                <a:cubicBezTo>
                  <a:pt x="338709" y="552831"/>
                  <a:pt x="318040" y="571500"/>
                  <a:pt x="292989" y="571500"/>
                </a:cubicBezTo>
                <a:close/>
                <a:moveTo>
                  <a:pt x="381000" y="502444"/>
                </a:moveTo>
                <a:cubicBezTo>
                  <a:pt x="381000" y="509016"/>
                  <a:pt x="375666" y="514350"/>
                  <a:pt x="369094" y="514350"/>
                </a:cubicBezTo>
                <a:lnTo>
                  <a:pt x="216694" y="514350"/>
                </a:lnTo>
                <a:cubicBezTo>
                  <a:pt x="210122" y="514350"/>
                  <a:pt x="204788" y="509016"/>
                  <a:pt x="204788" y="502444"/>
                </a:cubicBezTo>
                <a:lnTo>
                  <a:pt x="204788" y="471488"/>
                </a:lnTo>
                <a:lnTo>
                  <a:pt x="381000" y="471488"/>
                </a:lnTo>
                <a:lnTo>
                  <a:pt x="381000" y="502444"/>
                </a:lnTo>
                <a:close/>
                <a:moveTo>
                  <a:pt x="578644" y="285750"/>
                </a:moveTo>
                <a:lnTo>
                  <a:pt x="464344" y="285750"/>
                </a:lnTo>
                <a:cubicBezTo>
                  <a:pt x="460439" y="285750"/>
                  <a:pt x="457200" y="288989"/>
                  <a:pt x="457200" y="292894"/>
                </a:cubicBezTo>
                <a:lnTo>
                  <a:pt x="457200" y="407194"/>
                </a:lnTo>
                <a:cubicBezTo>
                  <a:pt x="457200" y="411099"/>
                  <a:pt x="460439" y="414338"/>
                  <a:pt x="464344" y="414338"/>
                </a:cubicBezTo>
                <a:lnTo>
                  <a:pt x="578644" y="414338"/>
                </a:lnTo>
                <a:cubicBezTo>
                  <a:pt x="582549" y="414338"/>
                  <a:pt x="585788" y="411099"/>
                  <a:pt x="585788" y="407194"/>
                </a:cubicBezTo>
                <a:lnTo>
                  <a:pt x="585788" y="292894"/>
                </a:lnTo>
                <a:cubicBezTo>
                  <a:pt x="585788" y="288989"/>
                  <a:pt x="582549" y="285750"/>
                  <a:pt x="578644" y="285750"/>
                </a:cubicBezTo>
                <a:close/>
                <a:moveTo>
                  <a:pt x="571500" y="400050"/>
                </a:moveTo>
                <a:lnTo>
                  <a:pt x="471488" y="400050"/>
                </a:lnTo>
                <a:lnTo>
                  <a:pt x="471488" y="300038"/>
                </a:lnTo>
                <a:lnTo>
                  <a:pt x="571500" y="300038"/>
                </a:lnTo>
                <a:lnTo>
                  <a:pt x="571500" y="400050"/>
                </a:lnTo>
                <a:close/>
                <a:moveTo>
                  <a:pt x="502444" y="376238"/>
                </a:moveTo>
                <a:lnTo>
                  <a:pt x="540544" y="376238"/>
                </a:lnTo>
                <a:cubicBezTo>
                  <a:pt x="544449" y="376238"/>
                  <a:pt x="547688" y="372999"/>
                  <a:pt x="547688" y="369094"/>
                </a:cubicBezTo>
                <a:lnTo>
                  <a:pt x="547688" y="330994"/>
                </a:lnTo>
                <a:cubicBezTo>
                  <a:pt x="547688" y="327089"/>
                  <a:pt x="544449" y="323850"/>
                  <a:pt x="540544" y="323850"/>
                </a:cubicBezTo>
                <a:lnTo>
                  <a:pt x="502444" y="323850"/>
                </a:lnTo>
                <a:cubicBezTo>
                  <a:pt x="498539" y="323850"/>
                  <a:pt x="495300" y="327089"/>
                  <a:pt x="495300" y="330994"/>
                </a:cubicBezTo>
                <a:lnTo>
                  <a:pt x="495300" y="369094"/>
                </a:lnTo>
                <a:cubicBezTo>
                  <a:pt x="495300" y="372999"/>
                  <a:pt x="498539" y="376238"/>
                  <a:pt x="502444" y="376238"/>
                </a:cubicBezTo>
                <a:close/>
                <a:moveTo>
                  <a:pt x="509588" y="338138"/>
                </a:moveTo>
                <a:lnTo>
                  <a:pt x="533400" y="338138"/>
                </a:lnTo>
                <a:lnTo>
                  <a:pt x="533400" y="361950"/>
                </a:lnTo>
                <a:lnTo>
                  <a:pt x="509588" y="361950"/>
                </a:lnTo>
                <a:lnTo>
                  <a:pt x="509588" y="338138"/>
                </a:lnTo>
                <a:close/>
                <a:moveTo>
                  <a:pt x="76581" y="337757"/>
                </a:moveTo>
                <a:cubicBezTo>
                  <a:pt x="74867" y="335947"/>
                  <a:pt x="73819" y="333470"/>
                  <a:pt x="73819" y="330994"/>
                </a:cubicBezTo>
                <a:cubicBezTo>
                  <a:pt x="73819" y="328517"/>
                  <a:pt x="74867" y="326041"/>
                  <a:pt x="76581" y="324231"/>
                </a:cubicBezTo>
                <a:cubicBezTo>
                  <a:pt x="77057" y="323850"/>
                  <a:pt x="77533" y="323374"/>
                  <a:pt x="78105" y="323088"/>
                </a:cubicBezTo>
                <a:cubicBezTo>
                  <a:pt x="78581" y="322707"/>
                  <a:pt x="79153" y="322421"/>
                  <a:pt x="79724" y="322231"/>
                </a:cubicBezTo>
                <a:cubicBezTo>
                  <a:pt x="80296" y="321945"/>
                  <a:pt x="80867" y="321755"/>
                  <a:pt x="81534" y="321659"/>
                </a:cubicBezTo>
                <a:cubicBezTo>
                  <a:pt x="83344" y="321278"/>
                  <a:pt x="85249" y="321469"/>
                  <a:pt x="86963" y="322231"/>
                </a:cubicBezTo>
                <a:cubicBezTo>
                  <a:pt x="88202" y="322707"/>
                  <a:pt x="89249" y="323374"/>
                  <a:pt x="90106" y="324231"/>
                </a:cubicBezTo>
                <a:cubicBezTo>
                  <a:pt x="90964" y="325184"/>
                  <a:pt x="91631" y="326136"/>
                  <a:pt x="92107" y="327374"/>
                </a:cubicBezTo>
                <a:cubicBezTo>
                  <a:pt x="92583" y="328517"/>
                  <a:pt x="92869" y="329756"/>
                  <a:pt x="92869" y="330994"/>
                </a:cubicBezTo>
                <a:cubicBezTo>
                  <a:pt x="92869" y="332232"/>
                  <a:pt x="92583" y="333470"/>
                  <a:pt x="92107" y="334613"/>
                </a:cubicBezTo>
                <a:cubicBezTo>
                  <a:pt x="91631" y="335851"/>
                  <a:pt x="90964" y="336804"/>
                  <a:pt x="90106" y="337757"/>
                </a:cubicBezTo>
                <a:cubicBezTo>
                  <a:pt x="89249" y="338614"/>
                  <a:pt x="88202" y="339281"/>
                  <a:pt x="86963" y="339757"/>
                </a:cubicBezTo>
                <a:cubicBezTo>
                  <a:pt x="85820" y="340233"/>
                  <a:pt x="84582" y="340519"/>
                  <a:pt x="83344" y="340519"/>
                </a:cubicBezTo>
                <a:cubicBezTo>
                  <a:pt x="82772" y="340519"/>
                  <a:pt x="82106" y="340424"/>
                  <a:pt x="81534" y="340328"/>
                </a:cubicBezTo>
                <a:cubicBezTo>
                  <a:pt x="80867" y="340233"/>
                  <a:pt x="80296" y="340043"/>
                  <a:pt x="79724" y="339757"/>
                </a:cubicBezTo>
                <a:cubicBezTo>
                  <a:pt x="79153" y="339566"/>
                  <a:pt x="78581" y="339281"/>
                  <a:pt x="78105" y="338900"/>
                </a:cubicBezTo>
                <a:cubicBezTo>
                  <a:pt x="77533" y="338519"/>
                  <a:pt x="77057" y="338138"/>
                  <a:pt x="76581" y="337757"/>
                </a:cubicBezTo>
                <a:close/>
                <a:moveTo>
                  <a:pt x="121444" y="285750"/>
                </a:moveTo>
                <a:lnTo>
                  <a:pt x="7144" y="285750"/>
                </a:lnTo>
                <a:cubicBezTo>
                  <a:pt x="3239" y="285750"/>
                  <a:pt x="0" y="288989"/>
                  <a:pt x="0" y="292894"/>
                </a:cubicBezTo>
                <a:lnTo>
                  <a:pt x="0" y="407194"/>
                </a:lnTo>
                <a:cubicBezTo>
                  <a:pt x="0" y="411099"/>
                  <a:pt x="3239" y="414338"/>
                  <a:pt x="7144" y="414338"/>
                </a:cubicBezTo>
                <a:lnTo>
                  <a:pt x="19050" y="414338"/>
                </a:lnTo>
                <a:lnTo>
                  <a:pt x="19050" y="445294"/>
                </a:lnTo>
                <a:lnTo>
                  <a:pt x="33338" y="445294"/>
                </a:lnTo>
                <a:lnTo>
                  <a:pt x="33338" y="414338"/>
                </a:lnTo>
                <a:lnTo>
                  <a:pt x="57150" y="414338"/>
                </a:lnTo>
                <a:lnTo>
                  <a:pt x="57150" y="445294"/>
                </a:lnTo>
                <a:lnTo>
                  <a:pt x="71438" y="445294"/>
                </a:lnTo>
                <a:lnTo>
                  <a:pt x="71438" y="414338"/>
                </a:lnTo>
                <a:lnTo>
                  <a:pt x="95250" y="414338"/>
                </a:lnTo>
                <a:lnTo>
                  <a:pt x="95250" y="445294"/>
                </a:lnTo>
                <a:lnTo>
                  <a:pt x="109538" y="445294"/>
                </a:lnTo>
                <a:lnTo>
                  <a:pt x="109538" y="414338"/>
                </a:lnTo>
                <a:lnTo>
                  <a:pt x="121444" y="414338"/>
                </a:lnTo>
                <a:cubicBezTo>
                  <a:pt x="125349" y="414338"/>
                  <a:pt x="128588" y="411099"/>
                  <a:pt x="128588" y="407194"/>
                </a:cubicBezTo>
                <a:lnTo>
                  <a:pt x="128588" y="292894"/>
                </a:lnTo>
                <a:cubicBezTo>
                  <a:pt x="128588" y="288989"/>
                  <a:pt x="125349" y="285750"/>
                  <a:pt x="121444" y="285750"/>
                </a:cubicBezTo>
                <a:close/>
                <a:moveTo>
                  <a:pt x="114300" y="400050"/>
                </a:moveTo>
                <a:lnTo>
                  <a:pt x="14288" y="400050"/>
                </a:lnTo>
                <a:lnTo>
                  <a:pt x="14288" y="300038"/>
                </a:lnTo>
                <a:lnTo>
                  <a:pt x="114300" y="300038"/>
                </a:lnTo>
                <a:lnTo>
                  <a:pt x="114300" y="400050"/>
                </a:lnTo>
                <a:close/>
                <a:moveTo>
                  <a:pt x="364046" y="158496"/>
                </a:moveTo>
                <a:cubicBezTo>
                  <a:pt x="344805" y="139256"/>
                  <a:pt x="319183" y="128588"/>
                  <a:pt x="291941" y="128588"/>
                </a:cubicBezTo>
                <a:cubicBezTo>
                  <a:pt x="264700" y="128588"/>
                  <a:pt x="239077" y="139160"/>
                  <a:pt x="219837" y="158496"/>
                </a:cubicBezTo>
                <a:lnTo>
                  <a:pt x="209741" y="148400"/>
                </a:lnTo>
                <a:cubicBezTo>
                  <a:pt x="231743" y="126397"/>
                  <a:pt x="260890" y="114300"/>
                  <a:pt x="291941" y="114300"/>
                </a:cubicBezTo>
                <a:cubicBezTo>
                  <a:pt x="322993" y="114300"/>
                  <a:pt x="352235" y="126397"/>
                  <a:pt x="374142" y="148400"/>
                </a:cubicBezTo>
                <a:lnTo>
                  <a:pt x="364046" y="158496"/>
                </a:lnTo>
                <a:close/>
                <a:moveTo>
                  <a:pt x="338328" y="184214"/>
                </a:moveTo>
                <a:cubicBezTo>
                  <a:pt x="325946" y="171831"/>
                  <a:pt x="309467" y="164973"/>
                  <a:pt x="291941" y="164973"/>
                </a:cubicBezTo>
                <a:cubicBezTo>
                  <a:pt x="274415" y="164973"/>
                  <a:pt x="257937" y="171831"/>
                  <a:pt x="245554" y="184214"/>
                </a:cubicBezTo>
                <a:lnTo>
                  <a:pt x="235458" y="174117"/>
                </a:lnTo>
                <a:cubicBezTo>
                  <a:pt x="250508" y="159068"/>
                  <a:pt x="270605" y="150686"/>
                  <a:pt x="291941" y="150686"/>
                </a:cubicBezTo>
                <a:cubicBezTo>
                  <a:pt x="313277" y="150686"/>
                  <a:pt x="333375" y="158972"/>
                  <a:pt x="348425" y="174117"/>
                </a:cubicBezTo>
                <a:lnTo>
                  <a:pt x="338328" y="184214"/>
                </a:lnTo>
                <a:close/>
                <a:moveTo>
                  <a:pt x="312611" y="209931"/>
                </a:moveTo>
                <a:cubicBezTo>
                  <a:pt x="301562" y="198882"/>
                  <a:pt x="282321" y="198882"/>
                  <a:pt x="271272" y="209931"/>
                </a:cubicBezTo>
                <a:lnTo>
                  <a:pt x="261175" y="199835"/>
                </a:lnTo>
                <a:cubicBezTo>
                  <a:pt x="269367" y="191643"/>
                  <a:pt x="280321" y="187071"/>
                  <a:pt x="291941" y="187071"/>
                </a:cubicBezTo>
                <a:cubicBezTo>
                  <a:pt x="303562" y="187071"/>
                  <a:pt x="314516" y="191643"/>
                  <a:pt x="322707" y="199835"/>
                </a:cubicBezTo>
                <a:lnTo>
                  <a:pt x="312611" y="209931"/>
                </a:lnTo>
                <a:close/>
                <a:moveTo>
                  <a:pt x="285179" y="242506"/>
                </a:moveTo>
                <a:cubicBezTo>
                  <a:pt x="283464" y="240697"/>
                  <a:pt x="282416" y="238220"/>
                  <a:pt x="282416" y="235744"/>
                </a:cubicBezTo>
                <a:cubicBezTo>
                  <a:pt x="282416" y="233267"/>
                  <a:pt x="283464" y="230791"/>
                  <a:pt x="285179" y="228981"/>
                </a:cubicBezTo>
                <a:cubicBezTo>
                  <a:pt x="288703" y="225457"/>
                  <a:pt x="295085" y="225457"/>
                  <a:pt x="298704" y="228981"/>
                </a:cubicBezTo>
                <a:cubicBezTo>
                  <a:pt x="299561" y="229934"/>
                  <a:pt x="300228" y="230981"/>
                  <a:pt x="300704" y="232124"/>
                </a:cubicBezTo>
                <a:cubicBezTo>
                  <a:pt x="301181" y="233267"/>
                  <a:pt x="301466" y="234505"/>
                  <a:pt x="301466" y="235744"/>
                </a:cubicBezTo>
                <a:cubicBezTo>
                  <a:pt x="301466" y="238220"/>
                  <a:pt x="300419" y="240697"/>
                  <a:pt x="298704" y="242506"/>
                </a:cubicBezTo>
                <a:cubicBezTo>
                  <a:pt x="296894" y="244221"/>
                  <a:pt x="294418" y="245269"/>
                  <a:pt x="291941" y="245269"/>
                </a:cubicBezTo>
                <a:cubicBezTo>
                  <a:pt x="289465" y="245269"/>
                  <a:pt x="286988" y="244221"/>
                  <a:pt x="285179" y="242506"/>
                </a:cubicBezTo>
                <a:close/>
                <a:moveTo>
                  <a:pt x="430435" y="204788"/>
                </a:moveTo>
                <a:lnTo>
                  <a:pt x="388144" y="204788"/>
                </a:lnTo>
                <a:lnTo>
                  <a:pt x="388144" y="190500"/>
                </a:lnTo>
                <a:lnTo>
                  <a:pt x="430435" y="190500"/>
                </a:lnTo>
                <a:cubicBezTo>
                  <a:pt x="455676" y="190500"/>
                  <a:pt x="476250" y="169926"/>
                  <a:pt x="476250" y="144685"/>
                </a:cubicBezTo>
                <a:cubicBezTo>
                  <a:pt x="476250" y="119444"/>
                  <a:pt x="455676" y="98869"/>
                  <a:pt x="430435" y="98869"/>
                </a:cubicBezTo>
                <a:cubicBezTo>
                  <a:pt x="420434" y="98869"/>
                  <a:pt x="410813" y="102203"/>
                  <a:pt x="402526" y="108585"/>
                </a:cubicBezTo>
                <a:cubicBezTo>
                  <a:pt x="400431" y="110204"/>
                  <a:pt x="397669" y="110490"/>
                  <a:pt x="395288" y="109538"/>
                </a:cubicBezTo>
                <a:cubicBezTo>
                  <a:pt x="392906" y="108490"/>
                  <a:pt x="391287" y="106204"/>
                  <a:pt x="391001" y="103632"/>
                </a:cubicBezTo>
                <a:cubicBezTo>
                  <a:pt x="386239" y="52673"/>
                  <a:pt x="344043" y="14192"/>
                  <a:pt x="292799" y="14192"/>
                </a:cubicBezTo>
                <a:cubicBezTo>
                  <a:pt x="251460" y="14192"/>
                  <a:pt x="214217" y="40386"/>
                  <a:pt x="200120" y="79343"/>
                </a:cubicBezTo>
                <a:cubicBezTo>
                  <a:pt x="199454" y="81248"/>
                  <a:pt x="197930" y="82772"/>
                  <a:pt x="196120" y="83534"/>
                </a:cubicBezTo>
                <a:cubicBezTo>
                  <a:pt x="194215" y="84296"/>
                  <a:pt x="192119" y="84201"/>
                  <a:pt x="190310" y="83344"/>
                </a:cubicBezTo>
                <a:cubicBezTo>
                  <a:pt x="182499" y="79629"/>
                  <a:pt x="174308" y="77724"/>
                  <a:pt x="165830" y="77724"/>
                </a:cubicBezTo>
                <a:cubicBezTo>
                  <a:pt x="134779" y="77724"/>
                  <a:pt x="109442" y="102965"/>
                  <a:pt x="109442" y="134112"/>
                </a:cubicBezTo>
                <a:cubicBezTo>
                  <a:pt x="109442" y="163259"/>
                  <a:pt x="131255" y="187357"/>
                  <a:pt x="160211" y="190214"/>
                </a:cubicBezTo>
                <a:lnTo>
                  <a:pt x="197549" y="190500"/>
                </a:lnTo>
                <a:lnTo>
                  <a:pt x="197549" y="204788"/>
                </a:lnTo>
                <a:cubicBezTo>
                  <a:pt x="197549" y="204788"/>
                  <a:pt x="165735" y="204502"/>
                  <a:pt x="165735" y="204502"/>
                </a:cubicBezTo>
                <a:lnTo>
                  <a:pt x="165735" y="204788"/>
                </a:lnTo>
                <a:cubicBezTo>
                  <a:pt x="163640" y="204788"/>
                  <a:pt x="161639" y="204692"/>
                  <a:pt x="159639" y="204502"/>
                </a:cubicBezTo>
                <a:lnTo>
                  <a:pt x="159639" y="204502"/>
                </a:lnTo>
                <a:cubicBezTo>
                  <a:pt x="159639" y="204502"/>
                  <a:pt x="159258" y="204502"/>
                  <a:pt x="158972" y="204502"/>
                </a:cubicBezTo>
                <a:cubicBezTo>
                  <a:pt x="122587" y="201073"/>
                  <a:pt x="95059" y="170783"/>
                  <a:pt x="95059" y="134207"/>
                </a:cubicBezTo>
                <a:cubicBezTo>
                  <a:pt x="95059" y="95250"/>
                  <a:pt x="126778" y="63532"/>
                  <a:pt x="165735" y="63532"/>
                </a:cubicBezTo>
                <a:cubicBezTo>
                  <a:pt x="173831" y="63532"/>
                  <a:pt x="181737" y="64960"/>
                  <a:pt x="189357" y="67628"/>
                </a:cubicBezTo>
                <a:cubicBezTo>
                  <a:pt x="207264" y="26860"/>
                  <a:pt x="247841" y="0"/>
                  <a:pt x="292703" y="0"/>
                </a:cubicBezTo>
                <a:cubicBezTo>
                  <a:pt x="347567" y="0"/>
                  <a:pt x="393287" y="38481"/>
                  <a:pt x="403574" y="91154"/>
                </a:cubicBezTo>
                <a:cubicBezTo>
                  <a:pt x="411861" y="86868"/>
                  <a:pt x="421005" y="84677"/>
                  <a:pt x="430340" y="84677"/>
                </a:cubicBezTo>
                <a:cubicBezTo>
                  <a:pt x="463487" y="84677"/>
                  <a:pt x="490442" y="111633"/>
                  <a:pt x="490442" y="144780"/>
                </a:cubicBezTo>
                <a:cubicBezTo>
                  <a:pt x="490442" y="177927"/>
                  <a:pt x="463487" y="204883"/>
                  <a:pt x="430340" y="204883"/>
                </a:cubicBezTo>
                <a:close/>
                <a:moveTo>
                  <a:pt x="302419" y="292894"/>
                </a:moveTo>
                <a:cubicBezTo>
                  <a:pt x="302419" y="295370"/>
                  <a:pt x="301371" y="297847"/>
                  <a:pt x="299657" y="299657"/>
                </a:cubicBezTo>
                <a:cubicBezTo>
                  <a:pt x="298799" y="300514"/>
                  <a:pt x="297656" y="301181"/>
                  <a:pt x="296513" y="301657"/>
                </a:cubicBezTo>
                <a:cubicBezTo>
                  <a:pt x="295370" y="302133"/>
                  <a:pt x="294132" y="302419"/>
                  <a:pt x="292894" y="302419"/>
                </a:cubicBezTo>
                <a:cubicBezTo>
                  <a:pt x="290417" y="302419"/>
                  <a:pt x="287941" y="301371"/>
                  <a:pt x="286131" y="299657"/>
                </a:cubicBezTo>
                <a:cubicBezTo>
                  <a:pt x="284417" y="297847"/>
                  <a:pt x="283369" y="295370"/>
                  <a:pt x="283369" y="292894"/>
                </a:cubicBezTo>
                <a:cubicBezTo>
                  <a:pt x="283369" y="290417"/>
                  <a:pt x="284417" y="287941"/>
                  <a:pt x="286131" y="286131"/>
                </a:cubicBezTo>
                <a:cubicBezTo>
                  <a:pt x="288798" y="283559"/>
                  <a:pt x="292989" y="282607"/>
                  <a:pt x="296513" y="284131"/>
                </a:cubicBezTo>
                <a:cubicBezTo>
                  <a:pt x="297656" y="284607"/>
                  <a:pt x="298799" y="285274"/>
                  <a:pt x="299657" y="286131"/>
                </a:cubicBezTo>
                <a:cubicBezTo>
                  <a:pt x="301371" y="287941"/>
                  <a:pt x="302419" y="290417"/>
                  <a:pt x="302419" y="292894"/>
                </a:cubicBezTo>
                <a:close/>
                <a:moveTo>
                  <a:pt x="302419" y="350044"/>
                </a:moveTo>
                <a:cubicBezTo>
                  <a:pt x="302419" y="350711"/>
                  <a:pt x="302419" y="351282"/>
                  <a:pt x="302228" y="351949"/>
                </a:cubicBezTo>
                <a:cubicBezTo>
                  <a:pt x="302228" y="352520"/>
                  <a:pt x="301943" y="353092"/>
                  <a:pt x="301657" y="353663"/>
                </a:cubicBezTo>
                <a:cubicBezTo>
                  <a:pt x="301466" y="354235"/>
                  <a:pt x="301181" y="354806"/>
                  <a:pt x="300800" y="355378"/>
                </a:cubicBezTo>
                <a:cubicBezTo>
                  <a:pt x="300419" y="355854"/>
                  <a:pt x="300038" y="356330"/>
                  <a:pt x="299657" y="356807"/>
                </a:cubicBezTo>
                <a:cubicBezTo>
                  <a:pt x="299180" y="357188"/>
                  <a:pt x="298704" y="357569"/>
                  <a:pt x="298228" y="357950"/>
                </a:cubicBezTo>
                <a:cubicBezTo>
                  <a:pt x="297656" y="358331"/>
                  <a:pt x="297085" y="358616"/>
                  <a:pt x="296513" y="358807"/>
                </a:cubicBezTo>
                <a:cubicBezTo>
                  <a:pt x="295370" y="359283"/>
                  <a:pt x="294132" y="359569"/>
                  <a:pt x="292894" y="359569"/>
                </a:cubicBezTo>
                <a:cubicBezTo>
                  <a:pt x="290417" y="359569"/>
                  <a:pt x="287941" y="358521"/>
                  <a:pt x="286131" y="356807"/>
                </a:cubicBezTo>
                <a:cubicBezTo>
                  <a:pt x="285750" y="356330"/>
                  <a:pt x="285274" y="355854"/>
                  <a:pt x="284988" y="355378"/>
                </a:cubicBezTo>
                <a:cubicBezTo>
                  <a:pt x="284607" y="354806"/>
                  <a:pt x="284321" y="354235"/>
                  <a:pt x="284131" y="353663"/>
                </a:cubicBezTo>
                <a:cubicBezTo>
                  <a:pt x="283845" y="353092"/>
                  <a:pt x="283655" y="352520"/>
                  <a:pt x="283559" y="351949"/>
                </a:cubicBezTo>
                <a:cubicBezTo>
                  <a:pt x="283369" y="351282"/>
                  <a:pt x="283369" y="350711"/>
                  <a:pt x="283369" y="350044"/>
                </a:cubicBezTo>
                <a:cubicBezTo>
                  <a:pt x="283369" y="347567"/>
                  <a:pt x="284417" y="345091"/>
                  <a:pt x="286131" y="343281"/>
                </a:cubicBezTo>
                <a:cubicBezTo>
                  <a:pt x="287084" y="342424"/>
                  <a:pt x="288131" y="341757"/>
                  <a:pt x="289274" y="341281"/>
                </a:cubicBezTo>
                <a:cubicBezTo>
                  <a:pt x="291560" y="340328"/>
                  <a:pt x="294227" y="340328"/>
                  <a:pt x="296513" y="341281"/>
                </a:cubicBezTo>
                <a:cubicBezTo>
                  <a:pt x="297085" y="341471"/>
                  <a:pt x="297656" y="341757"/>
                  <a:pt x="298228" y="342138"/>
                </a:cubicBezTo>
                <a:cubicBezTo>
                  <a:pt x="298704" y="342519"/>
                  <a:pt x="299180" y="342900"/>
                  <a:pt x="299657" y="343281"/>
                </a:cubicBezTo>
                <a:cubicBezTo>
                  <a:pt x="301371" y="345091"/>
                  <a:pt x="302419" y="347567"/>
                  <a:pt x="302419" y="350044"/>
                </a:cubicBezTo>
                <a:close/>
                <a:moveTo>
                  <a:pt x="242506" y="343281"/>
                </a:moveTo>
                <a:cubicBezTo>
                  <a:pt x="243364" y="344138"/>
                  <a:pt x="244030" y="345186"/>
                  <a:pt x="244507" y="346424"/>
                </a:cubicBezTo>
                <a:cubicBezTo>
                  <a:pt x="244983" y="347567"/>
                  <a:pt x="245269" y="348806"/>
                  <a:pt x="245269" y="350044"/>
                </a:cubicBezTo>
                <a:cubicBezTo>
                  <a:pt x="245269" y="351282"/>
                  <a:pt x="244983" y="352520"/>
                  <a:pt x="244507" y="353663"/>
                </a:cubicBezTo>
                <a:cubicBezTo>
                  <a:pt x="244030" y="354901"/>
                  <a:pt x="243364" y="355949"/>
                  <a:pt x="242506" y="356807"/>
                </a:cubicBezTo>
                <a:cubicBezTo>
                  <a:pt x="240697" y="358521"/>
                  <a:pt x="238220" y="359569"/>
                  <a:pt x="235744" y="359569"/>
                </a:cubicBezTo>
                <a:cubicBezTo>
                  <a:pt x="235077" y="359569"/>
                  <a:pt x="234505" y="359474"/>
                  <a:pt x="233839" y="359378"/>
                </a:cubicBezTo>
                <a:cubicBezTo>
                  <a:pt x="233267" y="359283"/>
                  <a:pt x="232696" y="359093"/>
                  <a:pt x="232124" y="358807"/>
                </a:cubicBezTo>
                <a:cubicBezTo>
                  <a:pt x="231553" y="358616"/>
                  <a:pt x="230981" y="358331"/>
                  <a:pt x="230505" y="357950"/>
                </a:cubicBezTo>
                <a:cubicBezTo>
                  <a:pt x="229934" y="357664"/>
                  <a:pt x="229457" y="357188"/>
                  <a:pt x="228981" y="356807"/>
                </a:cubicBezTo>
                <a:cubicBezTo>
                  <a:pt x="227267" y="354997"/>
                  <a:pt x="226219" y="352520"/>
                  <a:pt x="226219" y="350044"/>
                </a:cubicBezTo>
                <a:cubicBezTo>
                  <a:pt x="226219" y="347567"/>
                  <a:pt x="227267" y="345091"/>
                  <a:pt x="228981" y="343281"/>
                </a:cubicBezTo>
                <a:cubicBezTo>
                  <a:pt x="232505" y="339757"/>
                  <a:pt x="238982" y="339757"/>
                  <a:pt x="242506" y="343281"/>
                </a:cubicBezTo>
                <a:close/>
                <a:moveTo>
                  <a:pt x="185356" y="343281"/>
                </a:moveTo>
                <a:cubicBezTo>
                  <a:pt x="187071" y="345091"/>
                  <a:pt x="188119" y="347567"/>
                  <a:pt x="188119" y="350044"/>
                </a:cubicBezTo>
                <a:cubicBezTo>
                  <a:pt x="188119" y="352520"/>
                  <a:pt x="187071" y="354997"/>
                  <a:pt x="185356" y="356807"/>
                </a:cubicBezTo>
                <a:cubicBezTo>
                  <a:pt x="183547" y="358521"/>
                  <a:pt x="181070" y="359569"/>
                  <a:pt x="178594" y="359569"/>
                </a:cubicBezTo>
                <a:cubicBezTo>
                  <a:pt x="176117" y="359569"/>
                  <a:pt x="173641" y="358521"/>
                  <a:pt x="171831" y="356807"/>
                </a:cubicBezTo>
                <a:cubicBezTo>
                  <a:pt x="170974" y="355949"/>
                  <a:pt x="170307" y="354901"/>
                  <a:pt x="169831" y="353663"/>
                </a:cubicBezTo>
                <a:cubicBezTo>
                  <a:pt x="169355" y="352520"/>
                  <a:pt x="169069" y="351282"/>
                  <a:pt x="169069" y="350044"/>
                </a:cubicBezTo>
                <a:cubicBezTo>
                  <a:pt x="169069" y="348806"/>
                  <a:pt x="169355" y="347567"/>
                  <a:pt x="169831" y="346424"/>
                </a:cubicBezTo>
                <a:cubicBezTo>
                  <a:pt x="170307" y="345186"/>
                  <a:pt x="170974" y="344234"/>
                  <a:pt x="171831" y="343281"/>
                </a:cubicBezTo>
                <a:cubicBezTo>
                  <a:pt x="172784" y="342424"/>
                  <a:pt x="173831" y="341757"/>
                  <a:pt x="174974" y="341281"/>
                </a:cubicBezTo>
                <a:cubicBezTo>
                  <a:pt x="178499" y="339757"/>
                  <a:pt x="182690" y="340614"/>
                  <a:pt x="185356" y="343281"/>
                </a:cubicBezTo>
                <a:close/>
                <a:moveTo>
                  <a:pt x="341281" y="353663"/>
                </a:moveTo>
                <a:cubicBezTo>
                  <a:pt x="340805" y="352520"/>
                  <a:pt x="340519" y="351282"/>
                  <a:pt x="340519" y="350044"/>
                </a:cubicBezTo>
                <a:cubicBezTo>
                  <a:pt x="340519" y="347472"/>
                  <a:pt x="341567" y="345091"/>
                  <a:pt x="343281" y="343281"/>
                </a:cubicBezTo>
                <a:cubicBezTo>
                  <a:pt x="345567" y="341090"/>
                  <a:pt x="348806" y="340138"/>
                  <a:pt x="351949" y="340709"/>
                </a:cubicBezTo>
                <a:cubicBezTo>
                  <a:pt x="352520" y="340709"/>
                  <a:pt x="353092" y="340995"/>
                  <a:pt x="353663" y="341281"/>
                </a:cubicBezTo>
                <a:cubicBezTo>
                  <a:pt x="354235" y="341471"/>
                  <a:pt x="354806" y="341757"/>
                  <a:pt x="355283" y="342138"/>
                </a:cubicBezTo>
                <a:cubicBezTo>
                  <a:pt x="355854" y="342519"/>
                  <a:pt x="356330" y="342900"/>
                  <a:pt x="356807" y="343281"/>
                </a:cubicBezTo>
                <a:cubicBezTo>
                  <a:pt x="358521" y="345091"/>
                  <a:pt x="359569" y="347472"/>
                  <a:pt x="359569" y="350044"/>
                </a:cubicBezTo>
                <a:cubicBezTo>
                  <a:pt x="359569" y="351282"/>
                  <a:pt x="359283" y="352520"/>
                  <a:pt x="358807" y="353663"/>
                </a:cubicBezTo>
                <a:cubicBezTo>
                  <a:pt x="358331" y="354901"/>
                  <a:pt x="357664" y="355949"/>
                  <a:pt x="356807" y="356807"/>
                </a:cubicBezTo>
                <a:cubicBezTo>
                  <a:pt x="356330" y="357188"/>
                  <a:pt x="355854" y="357664"/>
                  <a:pt x="355283" y="357950"/>
                </a:cubicBezTo>
                <a:cubicBezTo>
                  <a:pt x="354806" y="358331"/>
                  <a:pt x="354235" y="358616"/>
                  <a:pt x="353663" y="358807"/>
                </a:cubicBezTo>
                <a:cubicBezTo>
                  <a:pt x="353092" y="359093"/>
                  <a:pt x="352520" y="359283"/>
                  <a:pt x="351949" y="359378"/>
                </a:cubicBezTo>
                <a:cubicBezTo>
                  <a:pt x="351282" y="359378"/>
                  <a:pt x="350711" y="359569"/>
                  <a:pt x="350044" y="359569"/>
                </a:cubicBezTo>
                <a:cubicBezTo>
                  <a:pt x="347567" y="359569"/>
                  <a:pt x="345091" y="358521"/>
                  <a:pt x="343281" y="356807"/>
                </a:cubicBezTo>
                <a:cubicBezTo>
                  <a:pt x="342424" y="355949"/>
                  <a:pt x="341757" y="354901"/>
                  <a:pt x="341281" y="353663"/>
                </a:cubicBezTo>
                <a:close/>
                <a:moveTo>
                  <a:pt x="415957" y="346424"/>
                </a:moveTo>
                <a:cubicBezTo>
                  <a:pt x="416528" y="347567"/>
                  <a:pt x="416719" y="348806"/>
                  <a:pt x="416719" y="350044"/>
                </a:cubicBezTo>
                <a:cubicBezTo>
                  <a:pt x="416719" y="351282"/>
                  <a:pt x="416528" y="352520"/>
                  <a:pt x="415957" y="353663"/>
                </a:cubicBezTo>
                <a:cubicBezTo>
                  <a:pt x="415481" y="354806"/>
                  <a:pt x="414814" y="355854"/>
                  <a:pt x="413957" y="356807"/>
                </a:cubicBezTo>
                <a:cubicBezTo>
                  <a:pt x="413480" y="357188"/>
                  <a:pt x="413004" y="357664"/>
                  <a:pt x="412528" y="357950"/>
                </a:cubicBezTo>
                <a:cubicBezTo>
                  <a:pt x="411956" y="358331"/>
                  <a:pt x="411385" y="358616"/>
                  <a:pt x="410813" y="358807"/>
                </a:cubicBezTo>
                <a:cubicBezTo>
                  <a:pt x="410242" y="359093"/>
                  <a:pt x="409670" y="359283"/>
                  <a:pt x="409099" y="359378"/>
                </a:cubicBezTo>
                <a:cubicBezTo>
                  <a:pt x="408432" y="359378"/>
                  <a:pt x="407861" y="359569"/>
                  <a:pt x="407194" y="359569"/>
                </a:cubicBezTo>
                <a:cubicBezTo>
                  <a:pt x="404717" y="359569"/>
                  <a:pt x="402241" y="358521"/>
                  <a:pt x="400431" y="356807"/>
                </a:cubicBezTo>
                <a:cubicBezTo>
                  <a:pt x="399574" y="355854"/>
                  <a:pt x="398907" y="354806"/>
                  <a:pt x="398431" y="353663"/>
                </a:cubicBezTo>
                <a:cubicBezTo>
                  <a:pt x="397955" y="352520"/>
                  <a:pt x="397669" y="351282"/>
                  <a:pt x="397669" y="350044"/>
                </a:cubicBezTo>
                <a:cubicBezTo>
                  <a:pt x="397669" y="347567"/>
                  <a:pt x="398717" y="345091"/>
                  <a:pt x="400431" y="343281"/>
                </a:cubicBezTo>
                <a:cubicBezTo>
                  <a:pt x="402717" y="341090"/>
                  <a:pt x="405956" y="340043"/>
                  <a:pt x="409099" y="340709"/>
                </a:cubicBezTo>
                <a:cubicBezTo>
                  <a:pt x="409670" y="340709"/>
                  <a:pt x="410242" y="340995"/>
                  <a:pt x="410813" y="341281"/>
                </a:cubicBezTo>
                <a:cubicBezTo>
                  <a:pt x="411385" y="341471"/>
                  <a:pt x="411956" y="341757"/>
                  <a:pt x="412528" y="342138"/>
                </a:cubicBezTo>
                <a:cubicBezTo>
                  <a:pt x="413004" y="342424"/>
                  <a:pt x="413480" y="342900"/>
                  <a:pt x="413957" y="343281"/>
                </a:cubicBezTo>
                <a:cubicBezTo>
                  <a:pt x="414814" y="344234"/>
                  <a:pt x="415481" y="345186"/>
                  <a:pt x="415957" y="346424"/>
                </a:cubicBezTo>
                <a:close/>
                <a:moveTo>
                  <a:pt x="299657" y="400431"/>
                </a:moveTo>
                <a:cubicBezTo>
                  <a:pt x="301371" y="402241"/>
                  <a:pt x="302419" y="404622"/>
                  <a:pt x="302419" y="407194"/>
                </a:cubicBezTo>
                <a:cubicBezTo>
                  <a:pt x="302419" y="409766"/>
                  <a:pt x="301371" y="412147"/>
                  <a:pt x="299657" y="413957"/>
                </a:cubicBezTo>
                <a:cubicBezTo>
                  <a:pt x="299180" y="414338"/>
                  <a:pt x="298704" y="414814"/>
                  <a:pt x="298228" y="415100"/>
                </a:cubicBezTo>
                <a:cubicBezTo>
                  <a:pt x="297656" y="415481"/>
                  <a:pt x="297085" y="415766"/>
                  <a:pt x="296513" y="415957"/>
                </a:cubicBezTo>
                <a:cubicBezTo>
                  <a:pt x="295370" y="416528"/>
                  <a:pt x="294132" y="416719"/>
                  <a:pt x="292894" y="416719"/>
                </a:cubicBezTo>
                <a:cubicBezTo>
                  <a:pt x="290417" y="416719"/>
                  <a:pt x="287941" y="415671"/>
                  <a:pt x="286131" y="413957"/>
                </a:cubicBezTo>
                <a:cubicBezTo>
                  <a:pt x="284417" y="412147"/>
                  <a:pt x="283369" y="409670"/>
                  <a:pt x="283369" y="407194"/>
                </a:cubicBezTo>
                <a:cubicBezTo>
                  <a:pt x="283369" y="404717"/>
                  <a:pt x="284417" y="402241"/>
                  <a:pt x="286131" y="400431"/>
                </a:cubicBezTo>
                <a:cubicBezTo>
                  <a:pt x="288798" y="397859"/>
                  <a:pt x="292989" y="396907"/>
                  <a:pt x="296513" y="398431"/>
                </a:cubicBezTo>
                <a:cubicBezTo>
                  <a:pt x="297656" y="398907"/>
                  <a:pt x="298799" y="399574"/>
                  <a:pt x="299657" y="400431"/>
                </a:cubicBezTo>
                <a:close/>
              </a:path>
            </a:pathLst>
          </a:custGeom>
          <a:solidFill>
            <a:schemeClr val="tx1"/>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5" name="Freeform 306">
            <a:extLst>
              <a:ext uri="{FF2B5EF4-FFF2-40B4-BE49-F238E27FC236}">
                <a16:creationId xmlns:a16="http://schemas.microsoft.com/office/drawing/2014/main" id="{7DDFA4DA-C21E-1CEC-5FA3-D132E9C14779}"/>
              </a:ext>
            </a:extLst>
          </p:cNvPr>
          <p:cNvSpPr>
            <a:spLocks noChangeAspect="1"/>
          </p:cNvSpPr>
          <p:nvPr/>
        </p:nvSpPr>
        <p:spPr>
          <a:xfrm>
            <a:off x="6208811" y="2874006"/>
            <a:ext cx="228600" cy="183995"/>
          </a:xfrm>
          <a:custGeom>
            <a:avLst/>
            <a:gdLst>
              <a:gd name="connsiteX0" fmla="*/ 578644 w 585787"/>
              <a:gd name="connsiteY0" fmla="*/ 0 h 471487"/>
              <a:gd name="connsiteX1" fmla="*/ 7144 w 585787"/>
              <a:gd name="connsiteY1" fmla="*/ 0 h 471487"/>
              <a:gd name="connsiteX2" fmla="*/ 0 w 585787"/>
              <a:gd name="connsiteY2" fmla="*/ 7144 h 471487"/>
              <a:gd name="connsiteX3" fmla="*/ 0 w 585787"/>
              <a:gd name="connsiteY3" fmla="*/ 111919 h 471487"/>
              <a:gd name="connsiteX4" fmla="*/ 19050 w 585787"/>
              <a:gd name="connsiteY4" fmla="*/ 153353 h 471487"/>
              <a:gd name="connsiteX5" fmla="*/ 19050 w 585787"/>
              <a:gd name="connsiteY5" fmla="*/ 464344 h 471487"/>
              <a:gd name="connsiteX6" fmla="*/ 26194 w 585787"/>
              <a:gd name="connsiteY6" fmla="*/ 471488 h 471487"/>
              <a:gd name="connsiteX7" fmla="*/ 559594 w 585787"/>
              <a:gd name="connsiteY7" fmla="*/ 471488 h 471487"/>
              <a:gd name="connsiteX8" fmla="*/ 566738 w 585787"/>
              <a:gd name="connsiteY8" fmla="*/ 464344 h 471487"/>
              <a:gd name="connsiteX9" fmla="*/ 566738 w 585787"/>
              <a:gd name="connsiteY9" fmla="*/ 153353 h 471487"/>
              <a:gd name="connsiteX10" fmla="*/ 585788 w 585787"/>
              <a:gd name="connsiteY10" fmla="*/ 111919 h 471487"/>
              <a:gd name="connsiteX11" fmla="*/ 585788 w 585787"/>
              <a:gd name="connsiteY11" fmla="*/ 7144 h 471487"/>
              <a:gd name="connsiteX12" fmla="*/ 578644 w 585787"/>
              <a:gd name="connsiteY12" fmla="*/ 0 h 471487"/>
              <a:gd name="connsiteX13" fmla="*/ 395287 w 585787"/>
              <a:gd name="connsiteY13" fmla="*/ 14288 h 471487"/>
              <a:gd name="connsiteX14" fmla="*/ 476250 w 585787"/>
              <a:gd name="connsiteY14" fmla="*/ 14288 h 471487"/>
              <a:gd name="connsiteX15" fmla="*/ 476250 w 585787"/>
              <a:gd name="connsiteY15" fmla="*/ 111919 h 471487"/>
              <a:gd name="connsiteX16" fmla="*/ 435769 w 585787"/>
              <a:gd name="connsiteY16" fmla="*/ 152400 h 471487"/>
              <a:gd name="connsiteX17" fmla="*/ 395287 w 585787"/>
              <a:gd name="connsiteY17" fmla="*/ 111919 h 471487"/>
              <a:gd name="connsiteX18" fmla="*/ 395287 w 585787"/>
              <a:gd name="connsiteY18" fmla="*/ 14288 h 471487"/>
              <a:gd name="connsiteX19" fmla="*/ 300037 w 585787"/>
              <a:gd name="connsiteY19" fmla="*/ 14288 h 471487"/>
              <a:gd name="connsiteX20" fmla="*/ 381000 w 585787"/>
              <a:gd name="connsiteY20" fmla="*/ 14288 h 471487"/>
              <a:gd name="connsiteX21" fmla="*/ 381000 w 585787"/>
              <a:gd name="connsiteY21" fmla="*/ 111919 h 471487"/>
              <a:gd name="connsiteX22" fmla="*/ 340519 w 585787"/>
              <a:gd name="connsiteY22" fmla="*/ 152400 h 471487"/>
              <a:gd name="connsiteX23" fmla="*/ 300037 w 585787"/>
              <a:gd name="connsiteY23" fmla="*/ 111919 h 471487"/>
              <a:gd name="connsiteX24" fmla="*/ 300037 w 585787"/>
              <a:gd name="connsiteY24" fmla="*/ 14288 h 471487"/>
              <a:gd name="connsiteX25" fmla="*/ 204788 w 585787"/>
              <a:gd name="connsiteY25" fmla="*/ 14288 h 471487"/>
              <a:gd name="connsiteX26" fmla="*/ 285750 w 585787"/>
              <a:gd name="connsiteY26" fmla="*/ 14288 h 471487"/>
              <a:gd name="connsiteX27" fmla="*/ 285750 w 585787"/>
              <a:gd name="connsiteY27" fmla="*/ 111919 h 471487"/>
              <a:gd name="connsiteX28" fmla="*/ 245269 w 585787"/>
              <a:gd name="connsiteY28" fmla="*/ 152400 h 471487"/>
              <a:gd name="connsiteX29" fmla="*/ 204788 w 585787"/>
              <a:gd name="connsiteY29" fmla="*/ 111919 h 471487"/>
              <a:gd name="connsiteX30" fmla="*/ 204788 w 585787"/>
              <a:gd name="connsiteY30" fmla="*/ 14288 h 471487"/>
              <a:gd name="connsiteX31" fmla="*/ 109538 w 585787"/>
              <a:gd name="connsiteY31" fmla="*/ 14288 h 471487"/>
              <a:gd name="connsiteX32" fmla="*/ 190500 w 585787"/>
              <a:gd name="connsiteY32" fmla="*/ 14288 h 471487"/>
              <a:gd name="connsiteX33" fmla="*/ 190500 w 585787"/>
              <a:gd name="connsiteY33" fmla="*/ 111919 h 471487"/>
              <a:gd name="connsiteX34" fmla="*/ 150019 w 585787"/>
              <a:gd name="connsiteY34" fmla="*/ 152400 h 471487"/>
              <a:gd name="connsiteX35" fmla="*/ 109538 w 585787"/>
              <a:gd name="connsiteY35" fmla="*/ 111919 h 471487"/>
              <a:gd name="connsiteX36" fmla="*/ 109538 w 585787"/>
              <a:gd name="connsiteY36" fmla="*/ 14288 h 471487"/>
              <a:gd name="connsiteX37" fmla="*/ 14288 w 585787"/>
              <a:gd name="connsiteY37" fmla="*/ 111919 h 471487"/>
              <a:gd name="connsiteX38" fmla="*/ 14288 w 585787"/>
              <a:gd name="connsiteY38" fmla="*/ 14288 h 471487"/>
              <a:gd name="connsiteX39" fmla="*/ 95250 w 585787"/>
              <a:gd name="connsiteY39" fmla="*/ 14288 h 471487"/>
              <a:gd name="connsiteX40" fmla="*/ 95250 w 585787"/>
              <a:gd name="connsiteY40" fmla="*/ 111919 h 471487"/>
              <a:gd name="connsiteX41" fmla="*/ 54769 w 585787"/>
              <a:gd name="connsiteY41" fmla="*/ 152400 h 471487"/>
              <a:gd name="connsiteX42" fmla="*/ 14288 w 585787"/>
              <a:gd name="connsiteY42" fmla="*/ 111919 h 471487"/>
              <a:gd name="connsiteX43" fmla="*/ 209550 w 585787"/>
              <a:gd name="connsiteY43" fmla="*/ 457200 h 471487"/>
              <a:gd name="connsiteX44" fmla="*/ 90488 w 585787"/>
              <a:gd name="connsiteY44" fmla="*/ 457200 h 471487"/>
              <a:gd name="connsiteX45" fmla="*/ 90488 w 585787"/>
              <a:gd name="connsiteY45" fmla="*/ 223838 h 471487"/>
              <a:gd name="connsiteX46" fmla="*/ 209550 w 585787"/>
              <a:gd name="connsiteY46" fmla="*/ 223838 h 471487"/>
              <a:gd name="connsiteX47" fmla="*/ 209550 w 585787"/>
              <a:gd name="connsiteY47" fmla="*/ 457200 h 471487"/>
              <a:gd name="connsiteX48" fmla="*/ 552450 w 585787"/>
              <a:gd name="connsiteY48" fmla="*/ 457200 h 471487"/>
              <a:gd name="connsiteX49" fmla="*/ 223837 w 585787"/>
              <a:gd name="connsiteY49" fmla="*/ 457200 h 471487"/>
              <a:gd name="connsiteX50" fmla="*/ 223837 w 585787"/>
              <a:gd name="connsiteY50" fmla="*/ 216694 h 471487"/>
              <a:gd name="connsiteX51" fmla="*/ 216694 w 585787"/>
              <a:gd name="connsiteY51" fmla="*/ 209550 h 471487"/>
              <a:gd name="connsiteX52" fmla="*/ 83344 w 585787"/>
              <a:gd name="connsiteY52" fmla="*/ 209550 h 471487"/>
              <a:gd name="connsiteX53" fmla="*/ 76200 w 585787"/>
              <a:gd name="connsiteY53" fmla="*/ 216694 h 471487"/>
              <a:gd name="connsiteX54" fmla="*/ 76200 w 585787"/>
              <a:gd name="connsiteY54" fmla="*/ 457200 h 471487"/>
              <a:gd name="connsiteX55" fmla="*/ 33338 w 585787"/>
              <a:gd name="connsiteY55" fmla="*/ 457200 h 471487"/>
              <a:gd name="connsiteX56" fmla="*/ 33338 w 585787"/>
              <a:gd name="connsiteY56" fmla="*/ 162306 h 471487"/>
              <a:gd name="connsiteX57" fmla="*/ 54769 w 585787"/>
              <a:gd name="connsiteY57" fmla="*/ 166688 h 471487"/>
              <a:gd name="connsiteX58" fmla="*/ 102394 w 585787"/>
              <a:gd name="connsiteY58" fmla="*/ 138875 h 471487"/>
              <a:gd name="connsiteX59" fmla="*/ 150019 w 585787"/>
              <a:gd name="connsiteY59" fmla="*/ 166688 h 471487"/>
              <a:gd name="connsiteX60" fmla="*/ 197644 w 585787"/>
              <a:gd name="connsiteY60" fmla="*/ 138875 h 471487"/>
              <a:gd name="connsiteX61" fmla="*/ 245269 w 585787"/>
              <a:gd name="connsiteY61" fmla="*/ 166688 h 471487"/>
              <a:gd name="connsiteX62" fmla="*/ 292894 w 585787"/>
              <a:gd name="connsiteY62" fmla="*/ 138875 h 471487"/>
              <a:gd name="connsiteX63" fmla="*/ 340519 w 585787"/>
              <a:gd name="connsiteY63" fmla="*/ 166688 h 471487"/>
              <a:gd name="connsiteX64" fmla="*/ 388144 w 585787"/>
              <a:gd name="connsiteY64" fmla="*/ 138875 h 471487"/>
              <a:gd name="connsiteX65" fmla="*/ 435769 w 585787"/>
              <a:gd name="connsiteY65" fmla="*/ 166688 h 471487"/>
              <a:gd name="connsiteX66" fmla="*/ 483394 w 585787"/>
              <a:gd name="connsiteY66" fmla="*/ 138875 h 471487"/>
              <a:gd name="connsiteX67" fmla="*/ 531019 w 585787"/>
              <a:gd name="connsiteY67" fmla="*/ 166688 h 471487"/>
              <a:gd name="connsiteX68" fmla="*/ 552450 w 585787"/>
              <a:gd name="connsiteY68" fmla="*/ 162306 h 471487"/>
              <a:gd name="connsiteX69" fmla="*/ 552450 w 585787"/>
              <a:gd name="connsiteY69" fmla="*/ 457200 h 471487"/>
              <a:gd name="connsiteX70" fmla="*/ 571500 w 585787"/>
              <a:gd name="connsiteY70" fmla="*/ 111919 h 471487"/>
              <a:gd name="connsiteX71" fmla="*/ 531019 w 585787"/>
              <a:gd name="connsiteY71" fmla="*/ 152400 h 471487"/>
              <a:gd name="connsiteX72" fmla="*/ 490537 w 585787"/>
              <a:gd name="connsiteY72" fmla="*/ 111919 h 471487"/>
              <a:gd name="connsiteX73" fmla="*/ 490537 w 585787"/>
              <a:gd name="connsiteY73" fmla="*/ 14288 h 471487"/>
              <a:gd name="connsiteX74" fmla="*/ 571500 w 585787"/>
              <a:gd name="connsiteY74" fmla="*/ 14288 h 471487"/>
              <a:gd name="connsiteX75" fmla="*/ 571500 w 585787"/>
              <a:gd name="connsiteY75" fmla="*/ 111919 h 471487"/>
              <a:gd name="connsiteX76" fmla="*/ 502444 w 585787"/>
              <a:gd name="connsiteY76" fmla="*/ 209550 h 471487"/>
              <a:gd name="connsiteX77" fmla="*/ 273844 w 585787"/>
              <a:gd name="connsiteY77" fmla="*/ 209550 h 471487"/>
              <a:gd name="connsiteX78" fmla="*/ 266700 w 585787"/>
              <a:gd name="connsiteY78" fmla="*/ 216694 h 471487"/>
              <a:gd name="connsiteX79" fmla="*/ 266700 w 585787"/>
              <a:gd name="connsiteY79" fmla="*/ 350044 h 471487"/>
              <a:gd name="connsiteX80" fmla="*/ 273844 w 585787"/>
              <a:gd name="connsiteY80" fmla="*/ 357188 h 471487"/>
              <a:gd name="connsiteX81" fmla="*/ 502444 w 585787"/>
              <a:gd name="connsiteY81" fmla="*/ 357188 h 471487"/>
              <a:gd name="connsiteX82" fmla="*/ 509587 w 585787"/>
              <a:gd name="connsiteY82" fmla="*/ 350044 h 471487"/>
              <a:gd name="connsiteX83" fmla="*/ 509587 w 585787"/>
              <a:gd name="connsiteY83" fmla="*/ 216694 h 471487"/>
              <a:gd name="connsiteX84" fmla="*/ 502444 w 585787"/>
              <a:gd name="connsiteY84" fmla="*/ 209550 h 471487"/>
              <a:gd name="connsiteX85" fmla="*/ 495300 w 585787"/>
              <a:gd name="connsiteY85" fmla="*/ 342900 h 471487"/>
              <a:gd name="connsiteX86" fmla="*/ 280987 w 585787"/>
              <a:gd name="connsiteY86" fmla="*/ 342900 h 471487"/>
              <a:gd name="connsiteX87" fmla="*/ 280987 w 585787"/>
              <a:gd name="connsiteY87" fmla="*/ 223838 h 471487"/>
              <a:gd name="connsiteX88" fmla="*/ 495300 w 585787"/>
              <a:gd name="connsiteY88" fmla="*/ 223838 h 471487"/>
              <a:gd name="connsiteX89" fmla="*/ 495300 w 585787"/>
              <a:gd name="connsiteY89" fmla="*/ 342900 h 47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85787" h="471487">
                <a:moveTo>
                  <a:pt x="578644" y="0"/>
                </a:moveTo>
                <a:lnTo>
                  <a:pt x="7144" y="0"/>
                </a:lnTo>
                <a:cubicBezTo>
                  <a:pt x="3239" y="0"/>
                  <a:pt x="0" y="3239"/>
                  <a:pt x="0" y="7144"/>
                </a:cubicBezTo>
                <a:lnTo>
                  <a:pt x="0" y="111919"/>
                </a:lnTo>
                <a:cubicBezTo>
                  <a:pt x="0" y="128492"/>
                  <a:pt x="7429" y="143256"/>
                  <a:pt x="19050" y="153353"/>
                </a:cubicBezTo>
                <a:lnTo>
                  <a:pt x="19050" y="464344"/>
                </a:lnTo>
                <a:cubicBezTo>
                  <a:pt x="19050" y="468249"/>
                  <a:pt x="22289" y="471488"/>
                  <a:pt x="26194" y="471488"/>
                </a:cubicBezTo>
                <a:lnTo>
                  <a:pt x="559594" y="471488"/>
                </a:lnTo>
                <a:cubicBezTo>
                  <a:pt x="563499" y="471488"/>
                  <a:pt x="566738" y="468249"/>
                  <a:pt x="566738" y="464344"/>
                </a:cubicBezTo>
                <a:lnTo>
                  <a:pt x="566738" y="153353"/>
                </a:lnTo>
                <a:cubicBezTo>
                  <a:pt x="578358" y="143256"/>
                  <a:pt x="585788" y="128492"/>
                  <a:pt x="585788" y="111919"/>
                </a:cubicBezTo>
                <a:lnTo>
                  <a:pt x="585788" y="7144"/>
                </a:lnTo>
                <a:cubicBezTo>
                  <a:pt x="585788" y="3239"/>
                  <a:pt x="582549" y="0"/>
                  <a:pt x="578644" y="0"/>
                </a:cubicBezTo>
                <a:close/>
                <a:moveTo>
                  <a:pt x="395287" y="14288"/>
                </a:moveTo>
                <a:lnTo>
                  <a:pt x="476250" y="14288"/>
                </a:lnTo>
                <a:lnTo>
                  <a:pt x="476250" y="111919"/>
                </a:lnTo>
                <a:cubicBezTo>
                  <a:pt x="476250" y="134207"/>
                  <a:pt x="458057" y="152400"/>
                  <a:pt x="435769" y="152400"/>
                </a:cubicBezTo>
                <a:cubicBezTo>
                  <a:pt x="413480" y="152400"/>
                  <a:pt x="395287" y="134207"/>
                  <a:pt x="395287" y="111919"/>
                </a:cubicBezTo>
                <a:lnTo>
                  <a:pt x="395287" y="14288"/>
                </a:lnTo>
                <a:close/>
                <a:moveTo>
                  <a:pt x="300037" y="14288"/>
                </a:moveTo>
                <a:lnTo>
                  <a:pt x="381000" y="14288"/>
                </a:lnTo>
                <a:lnTo>
                  <a:pt x="381000" y="111919"/>
                </a:lnTo>
                <a:cubicBezTo>
                  <a:pt x="381000" y="134207"/>
                  <a:pt x="362807" y="152400"/>
                  <a:pt x="340519" y="152400"/>
                </a:cubicBezTo>
                <a:cubicBezTo>
                  <a:pt x="318230" y="152400"/>
                  <a:pt x="300037" y="134207"/>
                  <a:pt x="300037" y="111919"/>
                </a:cubicBezTo>
                <a:lnTo>
                  <a:pt x="300037" y="14288"/>
                </a:lnTo>
                <a:close/>
                <a:moveTo>
                  <a:pt x="204788" y="14288"/>
                </a:moveTo>
                <a:lnTo>
                  <a:pt x="285750" y="14288"/>
                </a:lnTo>
                <a:lnTo>
                  <a:pt x="285750" y="111919"/>
                </a:lnTo>
                <a:cubicBezTo>
                  <a:pt x="285750" y="134207"/>
                  <a:pt x="267557" y="152400"/>
                  <a:pt x="245269" y="152400"/>
                </a:cubicBezTo>
                <a:cubicBezTo>
                  <a:pt x="222980" y="152400"/>
                  <a:pt x="204788" y="134207"/>
                  <a:pt x="204788" y="111919"/>
                </a:cubicBezTo>
                <a:lnTo>
                  <a:pt x="204788" y="14288"/>
                </a:lnTo>
                <a:close/>
                <a:moveTo>
                  <a:pt x="109538" y="14288"/>
                </a:moveTo>
                <a:lnTo>
                  <a:pt x="190500" y="14288"/>
                </a:lnTo>
                <a:lnTo>
                  <a:pt x="190500" y="111919"/>
                </a:lnTo>
                <a:cubicBezTo>
                  <a:pt x="190500" y="134207"/>
                  <a:pt x="172307" y="152400"/>
                  <a:pt x="150019" y="152400"/>
                </a:cubicBezTo>
                <a:cubicBezTo>
                  <a:pt x="127730" y="152400"/>
                  <a:pt x="109538" y="134207"/>
                  <a:pt x="109538" y="111919"/>
                </a:cubicBezTo>
                <a:lnTo>
                  <a:pt x="109538" y="14288"/>
                </a:lnTo>
                <a:close/>
                <a:moveTo>
                  <a:pt x="14288" y="111919"/>
                </a:moveTo>
                <a:lnTo>
                  <a:pt x="14288" y="14288"/>
                </a:lnTo>
                <a:lnTo>
                  <a:pt x="95250" y="14288"/>
                </a:lnTo>
                <a:lnTo>
                  <a:pt x="95250" y="111919"/>
                </a:lnTo>
                <a:cubicBezTo>
                  <a:pt x="95250" y="134207"/>
                  <a:pt x="77057" y="152400"/>
                  <a:pt x="54769" y="152400"/>
                </a:cubicBezTo>
                <a:cubicBezTo>
                  <a:pt x="32480" y="152400"/>
                  <a:pt x="14288" y="134207"/>
                  <a:pt x="14288" y="111919"/>
                </a:cubicBezTo>
                <a:close/>
                <a:moveTo>
                  <a:pt x="209550" y="457200"/>
                </a:moveTo>
                <a:lnTo>
                  <a:pt x="90488" y="457200"/>
                </a:lnTo>
                <a:lnTo>
                  <a:pt x="90488" y="223838"/>
                </a:lnTo>
                <a:lnTo>
                  <a:pt x="209550" y="223838"/>
                </a:lnTo>
                <a:lnTo>
                  <a:pt x="209550" y="457200"/>
                </a:lnTo>
                <a:close/>
                <a:moveTo>
                  <a:pt x="552450" y="457200"/>
                </a:moveTo>
                <a:lnTo>
                  <a:pt x="223837" y="457200"/>
                </a:lnTo>
                <a:lnTo>
                  <a:pt x="223837" y="216694"/>
                </a:lnTo>
                <a:cubicBezTo>
                  <a:pt x="223837" y="212789"/>
                  <a:pt x="220599" y="209550"/>
                  <a:pt x="216694" y="209550"/>
                </a:cubicBezTo>
                <a:lnTo>
                  <a:pt x="83344" y="209550"/>
                </a:lnTo>
                <a:cubicBezTo>
                  <a:pt x="79439" y="209550"/>
                  <a:pt x="76200" y="212789"/>
                  <a:pt x="76200" y="216694"/>
                </a:cubicBezTo>
                <a:lnTo>
                  <a:pt x="76200" y="457200"/>
                </a:lnTo>
                <a:lnTo>
                  <a:pt x="33338" y="457200"/>
                </a:lnTo>
                <a:lnTo>
                  <a:pt x="33338" y="162306"/>
                </a:lnTo>
                <a:cubicBezTo>
                  <a:pt x="39910" y="165164"/>
                  <a:pt x="47149" y="166688"/>
                  <a:pt x="54769" y="166688"/>
                </a:cubicBezTo>
                <a:cubicBezTo>
                  <a:pt x="75152" y="166688"/>
                  <a:pt x="92964" y="155448"/>
                  <a:pt x="102394" y="138875"/>
                </a:cubicBezTo>
                <a:cubicBezTo>
                  <a:pt x="111824" y="155448"/>
                  <a:pt x="129635" y="166688"/>
                  <a:pt x="150019" y="166688"/>
                </a:cubicBezTo>
                <a:cubicBezTo>
                  <a:pt x="170402" y="166688"/>
                  <a:pt x="188214" y="155448"/>
                  <a:pt x="197644" y="138875"/>
                </a:cubicBezTo>
                <a:cubicBezTo>
                  <a:pt x="207074" y="155448"/>
                  <a:pt x="224885" y="166688"/>
                  <a:pt x="245269" y="166688"/>
                </a:cubicBezTo>
                <a:cubicBezTo>
                  <a:pt x="265652" y="166688"/>
                  <a:pt x="283464" y="155448"/>
                  <a:pt x="292894" y="138875"/>
                </a:cubicBezTo>
                <a:cubicBezTo>
                  <a:pt x="302324" y="155448"/>
                  <a:pt x="320135" y="166688"/>
                  <a:pt x="340519" y="166688"/>
                </a:cubicBezTo>
                <a:cubicBezTo>
                  <a:pt x="360902" y="166688"/>
                  <a:pt x="378714" y="155448"/>
                  <a:pt x="388144" y="138875"/>
                </a:cubicBezTo>
                <a:cubicBezTo>
                  <a:pt x="397574" y="155448"/>
                  <a:pt x="415385" y="166688"/>
                  <a:pt x="435769" y="166688"/>
                </a:cubicBezTo>
                <a:cubicBezTo>
                  <a:pt x="456152" y="166688"/>
                  <a:pt x="473964" y="155448"/>
                  <a:pt x="483394" y="138875"/>
                </a:cubicBezTo>
                <a:cubicBezTo>
                  <a:pt x="492824" y="155448"/>
                  <a:pt x="510635" y="166688"/>
                  <a:pt x="531019" y="166688"/>
                </a:cubicBezTo>
                <a:cubicBezTo>
                  <a:pt x="538639" y="166688"/>
                  <a:pt x="545878" y="165164"/>
                  <a:pt x="552450" y="162306"/>
                </a:cubicBezTo>
                <a:lnTo>
                  <a:pt x="552450" y="457200"/>
                </a:lnTo>
                <a:close/>
                <a:moveTo>
                  <a:pt x="571500" y="111919"/>
                </a:moveTo>
                <a:cubicBezTo>
                  <a:pt x="571500" y="134207"/>
                  <a:pt x="553307" y="152400"/>
                  <a:pt x="531019" y="152400"/>
                </a:cubicBezTo>
                <a:cubicBezTo>
                  <a:pt x="508730" y="152400"/>
                  <a:pt x="490537" y="134207"/>
                  <a:pt x="490537" y="111919"/>
                </a:cubicBezTo>
                <a:lnTo>
                  <a:pt x="490537" y="14288"/>
                </a:lnTo>
                <a:lnTo>
                  <a:pt x="571500" y="14288"/>
                </a:lnTo>
                <a:lnTo>
                  <a:pt x="571500" y="111919"/>
                </a:lnTo>
                <a:close/>
                <a:moveTo>
                  <a:pt x="502444" y="209550"/>
                </a:moveTo>
                <a:lnTo>
                  <a:pt x="273844" y="209550"/>
                </a:lnTo>
                <a:cubicBezTo>
                  <a:pt x="269938" y="209550"/>
                  <a:pt x="266700" y="212789"/>
                  <a:pt x="266700" y="216694"/>
                </a:cubicBezTo>
                <a:lnTo>
                  <a:pt x="266700" y="350044"/>
                </a:lnTo>
                <a:cubicBezTo>
                  <a:pt x="266700" y="353949"/>
                  <a:pt x="269938" y="357188"/>
                  <a:pt x="273844" y="357188"/>
                </a:cubicBezTo>
                <a:lnTo>
                  <a:pt x="502444" y="357188"/>
                </a:lnTo>
                <a:cubicBezTo>
                  <a:pt x="506349" y="357188"/>
                  <a:pt x="509587" y="353949"/>
                  <a:pt x="509587" y="350044"/>
                </a:cubicBezTo>
                <a:lnTo>
                  <a:pt x="509587" y="216694"/>
                </a:lnTo>
                <a:cubicBezTo>
                  <a:pt x="509587" y="212789"/>
                  <a:pt x="506349" y="209550"/>
                  <a:pt x="502444" y="209550"/>
                </a:cubicBezTo>
                <a:close/>
                <a:moveTo>
                  <a:pt x="495300" y="342900"/>
                </a:moveTo>
                <a:lnTo>
                  <a:pt x="280987" y="342900"/>
                </a:lnTo>
                <a:lnTo>
                  <a:pt x="280987" y="223838"/>
                </a:lnTo>
                <a:lnTo>
                  <a:pt x="495300" y="223838"/>
                </a:lnTo>
                <a:lnTo>
                  <a:pt x="495300" y="342900"/>
                </a:ln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6" name="Freeform 81">
            <a:extLst>
              <a:ext uri="{FF2B5EF4-FFF2-40B4-BE49-F238E27FC236}">
                <a16:creationId xmlns:a16="http://schemas.microsoft.com/office/drawing/2014/main" id="{EF845E8E-4C44-4F46-50E0-0226B7ADEE89}"/>
              </a:ext>
            </a:extLst>
          </p:cNvPr>
          <p:cNvSpPr>
            <a:spLocks noChangeAspect="1"/>
          </p:cNvSpPr>
          <p:nvPr/>
        </p:nvSpPr>
        <p:spPr>
          <a:xfrm>
            <a:off x="6208811" y="4028379"/>
            <a:ext cx="228600" cy="221166"/>
          </a:xfrm>
          <a:custGeom>
            <a:avLst/>
            <a:gdLst>
              <a:gd name="connsiteX0" fmla="*/ 211931 w 585787"/>
              <a:gd name="connsiteY0" fmla="*/ 357188 h 566737"/>
              <a:gd name="connsiteX1" fmla="*/ 164306 w 585787"/>
              <a:gd name="connsiteY1" fmla="*/ 357188 h 566737"/>
              <a:gd name="connsiteX2" fmla="*/ 164306 w 585787"/>
              <a:gd name="connsiteY2" fmla="*/ 342900 h 566737"/>
              <a:gd name="connsiteX3" fmla="*/ 211931 w 585787"/>
              <a:gd name="connsiteY3" fmla="*/ 342900 h 566737"/>
              <a:gd name="connsiteX4" fmla="*/ 211931 w 585787"/>
              <a:gd name="connsiteY4" fmla="*/ 357188 h 566737"/>
              <a:gd name="connsiteX5" fmla="*/ 483394 w 585787"/>
              <a:gd name="connsiteY5" fmla="*/ 114776 h 566737"/>
              <a:gd name="connsiteX6" fmla="*/ 445294 w 585787"/>
              <a:gd name="connsiteY6" fmla="*/ 114776 h 566737"/>
              <a:gd name="connsiteX7" fmla="*/ 445294 w 585787"/>
              <a:gd name="connsiteY7" fmla="*/ 129064 h 566737"/>
              <a:gd name="connsiteX8" fmla="*/ 483394 w 585787"/>
              <a:gd name="connsiteY8" fmla="*/ 129064 h 566737"/>
              <a:gd name="connsiteX9" fmla="*/ 483394 w 585787"/>
              <a:gd name="connsiteY9" fmla="*/ 114776 h 566737"/>
              <a:gd name="connsiteX10" fmla="*/ 464344 w 585787"/>
              <a:gd name="connsiteY10" fmla="*/ 302419 h 566737"/>
              <a:gd name="connsiteX11" fmla="*/ 454819 w 585787"/>
              <a:gd name="connsiteY11" fmla="*/ 311944 h 566737"/>
              <a:gd name="connsiteX12" fmla="*/ 464344 w 585787"/>
              <a:gd name="connsiteY12" fmla="*/ 321469 h 566737"/>
              <a:gd name="connsiteX13" fmla="*/ 473869 w 585787"/>
              <a:gd name="connsiteY13" fmla="*/ 311944 h 566737"/>
              <a:gd name="connsiteX14" fmla="*/ 464344 w 585787"/>
              <a:gd name="connsiteY14" fmla="*/ 302419 h 566737"/>
              <a:gd name="connsiteX15" fmla="*/ 0 w 585787"/>
              <a:gd name="connsiteY15" fmla="*/ 502444 h 566737"/>
              <a:gd name="connsiteX16" fmla="*/ 0 w 585787"/>
              <a:gd name="connsiteY16" fmla="*/ 178594 h 566737"/>
              <a:gd name="connsiteX17" fmla="*/ 26194 w 585787"/>
              <a:gd name="connsiteY17" fmla="*/ 152400 h 566737"/>
              <a:gd name="connsiteX18" fmla="*/ 38100 w 585787"/>
              <a:gd name="connsiteY18" fmla="*/ 152400 h 566737"/>
              <a:gd name="connsiteX19" fmla="*/ 38100 w 585787"/>
              <a:gd name="connsiteY19" fmla="*/ 26194 h 566737"/>
              <a:gd name="connsiteX20" fmla="*/ 64294 w 585787"/>
              <a:gd name="connsiteY20" fmla="*/ 0 h 566737"/>
              <a:gd name="connsiteX21" fmla="*/ 311944 w 585787"/>
              <a:gd name="connsiteY21" fmla="*/ 0 h 566737"/>
              <a:gd name="connsiteX22" fmla="*/ 338138 w 585787"/>
              <a:gd name="connsiteY22" fmla="*/ 26194 h 566737"/>
              <a:gd name="connsiteX23" fmla="*/ 338138 w 585787"/>
              <a:gd name="connsiteY23" fmla="*/ 152400 h 566737"/>
              <a:gd name="connsiteX24" fmla="*/ 381000 w 585787"/>
              <a:gd name="connsiteY24" fmla="*/ 152400 h 566737"/>
              <a:gd name="connsiteX25" fmla="*/ 381000 w 585787"/>
              <a:gd name="connsiteY25" fmla="*/ 102394 h 566737"/>
              <a:gd name="connsiteX26" fmla="*/ 407194 w 585787"/>
              <a:gd name="connsiteY26" fmla="*/ 76200 h 566737"/>
              <a:gd name="connsiteX27" fmla="*/ 521494 w 585787"/>
              <a:gd name="connsiteY27" fmla="*/ 76200 h 566737"/>
              <a:gd name="connsiteX28" fmla="*/ 547688 w 585787"/>
              <a:gd name="connsiteY28" fmla="*/ 102394 h 566737"/>
              <a:gd name="connsiteX29" fmla="*/ 547688 w 585787"/>
              <a:gd name="connsiteY29" fmla="*/ 152400 h 566737"/>
              <a:gd name="connsiteX30" fmla="*/ 559594 w 585787"/>
              <a:gd name="connsiteY30" fmla="*/ 152400 h 566737"/>
              <a:gd name="connsiteX31" fmla="*/ 585788 w 585787"/>
              <a:gd name="connsiteY31" fmla="*/ 178594 h 566737"/>
              <a:gd name="connsiteX32" fmla="*/ 585788 w 585787"/>
              <a:gd name="connsiteY32" fmla="*/ 502444 h 566737"/>
              <a:gd name="connsiteX33" fmla="*/ 559594 w 585787"/>
              <a:gd name="connsiteY33" fmla="*/ 528638 h 566737"/>
              <a:gd name="connsiteX34" fmla="*/ 300038 w 585787"/>
              <a:gd name="connsiteY34" fmla="*/ 528638 h 566737"/>
              <a:gd name="connsiteX35" fmla="*/ 300038 w 585787"/>
              <a:gd name="connsiteY35" fmla="*/ 552450 h 566737"/>
              <a:gd name="connsiteX36" fmla="*/ 426244 w 585787"/>
              <a:gd name="connsiteY36" fmla="*/ 552450 h 566737"/>
              <a:gd name="connsiteX37" fmla="*/ 426244 w 585787"/>
              <a:gd name="connsiteY37" fmla="*/ 566738 h 566737"/>
              <a:gd name="connsiteX38" fmla="*/ 159544 w 585787"/>
              <a:gd name="connsiteY38" fmla="*/ 566738 h 566737"/>
              <a:gd name="connsiteX39" fmla="*/ 159544 w 585787"/>
              <a:gd name="connsiteY39" fmla="*/ 552450 h 566737"/>
              <a:gd name="connsiteX40" fmla="*/ 285750 w 585787"/>
              <a:gd name="connsiteY40" fmla="*/ 552450 h 566737"/>
              <a:gd name="connsiteX41" fmla="*/ 285750 w 585787"/>
              <a:gd name="connsiteY41" fmla="*/ 528638 h 566737"/>
              <a:gd name="connsiteX42" fmla="*/ 26194 w 585787"/>
              <a:gd name="connsiteY42" fmla="*/ 528638 h 566737"/>
              <a:gd name="connsiteX43" fmla="*/ 0 w 585787"/>
              <a:gd name="connsiteY43" fmla="*/ 502444 h 566737"/>
              <a:gd name="connsiteX44" fmla="*/ 395288 w 585787"/>
              <a:gd name="connsiteY44" fmla="*/ 330994 h 566737"/>
              <a:gd name="connsiteX45" fmla="*/ 407194 w 585787"/>
              <a:gd name="connsiteY45" fmla="*/ 342900 h 566737"/>
              <a:gd name="connsiteX46" fmla="*/ 521494 w 585787"/>
              <a:gd name="connsiteY46" fmla="*/ 342900 h 566737"/>
              <a:gd name="connsiteX47" fmla="*/ 533400 w 585787"/>
              <a:gd name="connsiteY47" fmla="*/ 330994 h 566737"/>
              <a:gd name="connsiteX48" fmla="*/ 533400 w 585787"/>
              <a:gd name="connsiteY48" fmla="*/ 102394 h 566737"/>
              <a:gd name="connsiteX49" fmla="*/ 521494 w 585787"/>
              <a:gd name="connsiteY49" fmla="*/ 90488 h 566737"/>
              <a:gd name="connsiteX50" fmla="*/ 407194 w 585787"/>
              <a:gd name="connsiteY50" fmla="*/ 90488 h 566737"/>
              <a:gd name="connsiteX51" fmla="*/ 395288 w 585787"/>
              <a:gd name="connsiteY51" fmla="*/ 102394 h 566737"/>
              <a:gd name="connsiteX52" fmla="*/ 395288 w 585787"/>
              <a:gd name="connsiteY52" fmla="*/ 330994 h 566737"/>
              <a:gd name="connsiteX53" fmla="*/ 52388 w 585787"/>
              <a:gd name="connsiteY53" fmla="*/ 369094 h 566737"/>
              <a:gd name="connsiteX54" fmla="*/ 64294 w 585787"/>
              <a:gd name="connsiteY54" fmla="*/ 381000 h 566737"/>
              <a:gd name="connsiteX55" fmla="*/ 311944 w 585787"/>
              <a:gd name="connsiteY55" fmla="*/ 381000 h 566737"/>
              <a:gd name="connsiteX56" fmla="*/ 323850 w 585787"/>
              <a:gd name="connsiteY56" fmla="*/ 369094 h 566737"/>
              <a:gd name="connsiteX57" fmla="*/ 323850 w 585787"/>
              <a:gd name="connsiteY57" fmla="*/ 26194 h 566737"/>
              <a:gd name="connsiteX58" fmla="*/ 311944 w 585787"/>
              <a:gd name="connsiteY58" fmla="*/ 14288 h 566737"/>
              <a:gd name="connsiteX59" fmla="*/ 64294 w 585787"/>
              <a:gd name="connsiteY59" fmla="*/ 14288 h 566737"/>
              <a:gd name="connsiteX60" fmla="*/ 52388 w 585787"/>
              <a:gd name="connsiteY60" fmla="*/ 26194 h 566737"/>
              <a:gd name="connsiteX61" fmla="*/ 52388 w 585787"/>
              <a:gd name="connsiteY61" fmla="*/ 369094 h 566737"/>
              <a:gd name="connsiteX62" fmla="*/ 14288 w 585787"/>
              <a:gd name="connsiteY62" fmla="*/ 457200 h 566737"/>
              <a:gd name="connsiteX63" fmla="*/ 571500 w 585787"/>
              <a:gd name="connsiteY63" fmla="*/ 457200 h 566737"/>
              <a:gd name="connsiteX64" fmla="*/ 571500 w 585787"/>
              <a:gd name="connsiteY64" fmla="*/ 178594 h 566737"/>
              <a:gd name="connsiteX65" fmla="*/ 559594 w 585787"/>
              <a:gd name="connsiteY65" fmla="*/ 166688 h 566737"/>
              <a:gd name="connsiteX66" fmla="*/ 547688 w 585787"/>
              <a:gd name="connsiteY66" fmla="*/ 166688 h 566737"/>
              <a:gd name="connsiteX67" fmla="*/ 547688 w 585787"/>
              <a:gd name="connsiteY67" fmla="*/ 330994 h 566737"/>
              <a:gd name="connsiteX68" fmla="*/ 521494 w 585787"/>
              <a:gd name="connsiteY68" fmla="*/ 357188 h 566737"/>
              <a:gd name="connsiteX69" fmla="*/ 407194 w 585787"/>
              <a:gd name="connsiteY69" fmla="*/ 357188 h 566737"/>
              <a:gd name="connsiteX70" fmla="*/ 381000 w 585787"/>
              <a:gd name="connsiteY70" fmla="*/ 330994 h 566737"/>
              <a:gd name="connsiteX71" fmla="*/ 381000 w 585787"/>
              <a:gd name="connsiteY71" fmla="*/ 166688 h 566737"/>
              <a:gd name="connsiteX72" fmla="*/ 338138 w 585787"/>
              <a:gd name="connsiteY72" fmla="*/ 166688 h 566737"/>
              <a:gd name="connsiteX73" fmla="*/ 338138 w 585787"/>
              <a:gd name="connsiteY73" fmla="*/ 369094 h 566737"/>
              <a:gd name="connsiteX74" fmla="*/ 311944 w 585787"/>
              <a:gd name="connsiteY74" fmla="*/ 395288 h 566737"/>
              <a:gd name="connsiteX75" fmla="*/ 64294 w 585787"/>
              <a:gd name="connsiteY75" fmla="*/ 395288 h 566737"/>
              <a:gd name="connsiteX76" fmla="*/ 38100 w 585787"/>
              <a:gd name="connsiteY76" fmla="*/ 369094 h 566737"/>
              <a:gd name="connsiteX77" fmla="*/ 38100 w 585787"/>
              <a:gd name="connsiteY77" fmla="*/ 166688 h 566737"/>
              <a:gd name="connsiteX78" fmla="*/ 26194 w 585787"/>
              <a:gd name="connsiteY78" fmla="*/ 166688 h 566737"/>
              <a:gd name="connsiteX79" fmla="*/ 14288 w 585787"/>
              <a:gd name="connsiteY79" fmla="*/ 178594 h 566737"/>
              <a:gd name="connsiteX80" fmla="*/ 14288 w 585787"/>
              <a:gd name="connsiteY80" fmla="*/ 457200 h 566737"/>
              <a:gd name="connsiteX81" fmla="*/ 14288 w 585787"/>
              <a:gd name="connsiteY81" fmla="*/ 502444 h 566737"/>
              <a:gd name="connsiteX82" fmla="*/ 26194 w 585787"/>
              <a:gd name="connsiteY82" fmla="*/ 514350 h 566737"/>
              <a:gd name="connsiteX83" fmla="*/ 559594 w 585787"/>
              <a:gd name="connsiteY83" fmla="*/ 514350 h 566737"/>
              <a:gd name="connsiteX84" fmla="*/ 571500 w 585787"/>
              <a:gd name="connsiteY84" fmla="*/ 502444 h 566737"/>
              <a:gd name="connsiteX85" fmla="*/ 571500 w 585787"/>
              <a:gd name="connsiteY85" fmla="*/ 471488 h 566737"/>
              <a:gd name="connsiteX86" fmla="*/ 14288 w 585787"/>
              <a:gd name="connsiteY86" fmla="*/ 471488 h 566737"/>
              <a:gd name="connsiteX87" fmla="*/ 14288 w 585787"/>
              <a:gd name="connsiteY87" fmla="*/ 502444 h 5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85787" h="566737">
                <a:moveTo>
                  <a:pt x="211931" y="357188"/>
                </a:moveTo>
                <a:lnTo>
                  <a:pt x="164306" y="357188"/>
                </a:lnTo>
                <a:lnTo>
                  <a:pt x="164306" y="342900"/>
                </a:lnTo>
                <a:lnTo>
                  <a:pt x="211931" y="342900"/>
                </a:lnTo>
                <a:lnTo>
                  <a:pt x="211931" y="357188"/>
                </a:lnTo>
                <a:close/>
                <a:moveTo>
                  <a:pt x="483394" y="114776"/>
                </a:moveTo>
                <a:lnTo>
                  <a:pt x="445294" y="114776"/>
                </a:lnTo>
                <a:lnTo>
                  <a:pt x="445294" y="129064"/>
                </a:lnTo>
                <a:lnTo>
                  <a:pt x="483394" y="129064"/>
                </a:lnTo>
                <a:lnTo>
                  <a:pt x="483394" y="114776"/>
                </a:lnTo>
                <a:close/>
                <a:moveTo>
                  <a:pt x="464344" y="302419"/>
                </a:moveTo>
                <a:cubicBezTo>
                  <a:pt x="459105" y="302419"/>
                  <a:pt x="454819" y="306705"/>
                  <a:pt x="454819" y="311944"/>
                </a:cubicBezTo>
                <a:cubicBezTo>
                  <a:pt x="454819" y="317183"/>
                  <a:pt x="459105" y="321469"/>
                  <a:pt x="464344" y="321469"/>
                </a:cubicBezTo>
                <a:cubicBezTo>
                  <a:pt x="469583" y="321469"/>
                  <a:pt x="473869" y="317183"/>
                  <a:pt x="473869" y="311944"/>
                </a:cubicBezTo>
                <a:cubicBezTo>
                  <a:pt x="473869" y="306705"/>
                  <a:pt x="469583" y="302419"/>
                  <a:pt x="464344" y="302419"/>
                </a:cubicBezTo>
                <a:close/>
                <a:moveTo>
                  <a:pt x="0" y="502444"/>
                </a:moveTo>
                <a:lnTo>
                  <a:pt x="0" y="178594"/>
                </a:lnTo>
                <a:cubicBezTo>
                  <a:pt x="0" y="164116"/>
                  <a:pt x="11716" y="152400"/>
                  <a:pt x="26194" y="152400"/>
                </a:cubicBezTo>
                <a:lnTo>
                  <a:pt x="38100" y="152400"/>
                </a:lnTo>
                <a:lnTo>
                  <a:pt x="38100" y="26194"/>
                </a:lnTo>
                <a:cubicBezTo>
                  <a:pt x="38100" y="11716"/>
                  <a:pt x="49816" y="0"/>
                  <a:pt x="64294" y="0"/>
                </a:cubicBezTo>
                <a:lnTo>
                  <a:pt x="311944" y="0"/>
                </a:lnTo>
                <a:cubicBezTo>
                  <a:pt x="326422" y="0"/>
                  <a:pt x="338138" y="11716"/>
                  <a:pt x="338138" y="26194"/>
                </a:cubicBezTo>
                <a:lnTo>
                  <a:pt x="338138" y="152400"/>
                </a:lnTo>
                <a:lnTo>
                  <a:pt x="381000" y="152400"/>
                </a:lnTo>
                <a:lnTo>
                  <a:pt x="381000" y="102394"/>
                </a:lnTo>
                <a:cubicBezTo>
                  <a:pt x="381000" y="87916"/>
                  <a:pt x="392716" y="76200"/>
                  <a:pt x="407194" y="76200"/>
                </a:cubicBezTo>
                <a:lnTo>
                  <a:pt x="521494" y="76200"/>
                </a:lnTo>
                <a:cubicBezTo>
                  <a:pt x="535972" y="76200"/>
                  <a:pt x="547688" y="87916"/>
                  <a:pt x="547688" y="102394"/>
                </a:cubicBezTo>
                <a:lnTo>
                  <a:pt x="547688" y="152400"/>
                </a:lnTo>
                <a:lnTo>
                  <a:pt x="559594" y="152400"/>
                </a:lnTo>
                <a:cubicBezTo>
                  <a:pt x="574072" y="152400"/>
                  <a:pt x="585788" y="164116"/>
                  <a:pt x="585788" y="178594"/>
                </a:cubicBezTo>
                <a:lnTo>
                  <a:pt x="585788" y="502444"/>
                </a:lnTo>
                <a:cubicBezTo>
                  <a:pt x="585788" y="516922"/>
                  <a:pt x="574072" y="528638"/>
                  <a:pt x="559594" y="528638"/>
                </a:cubicBezTo>
                <a:lnTo>
                  <a:pt x="300038" y="528638"/>
                </a:lnTo>
                <a:lnTo>
                  <a:pt x="300038" y="552450"/>
                </a:lnTo>
                <a:lnTo>
                  <a:pt x="426244" y="552450"/>
                </a:lnTo>
                <a:lnTo>
                  <a:pt x="426244" y="566738"/>
                </a:lnTo>
                <a:lnTo>
                  <a:pt x="159544" y="566738"/>
                </a:lnTo>
                <a:lnTo>
                  <a:pt x="159544" y="552450"/>
                </a:lnTo>
                <a:lnTo>
                  <a:pt x="285750" y="552450"/>
                </a:lnTo>
                <a:lnTo>
                  <a:pt x="285750" y="528638"/>
                </a:lnTo>
                <a:lnTo>
                  <a:pt x="26194" y="528638"/>
                </a:lnTo>
                <a:cubicBezTo>
                  <a:pt x="11716" y="528638"/>
                  <a:pt x="0" y="516922"/>
                  <a:pt x="0" y="502444"/>
                </a:cubicBezTo>
                <a:close/>
                <a:moveTo>
                  <a:pt x="395288" y="330994"/>
                </a:moveTo>
                <a:cubicBezTo>
                  <a:pt x="395288" y="337566"/>
                  <a:pt x="400622" y="342900"/>
                  <a:pt x="407194" y="342900"/>
                </a:cubicBezTo>
                <a:lnTo>
                  <a:pt x="521494" y="342900"/>
                </a:lnTo>
                <a:cubicBezTo>
                  <a:pt x="528066" y="342900"/>
                  <a:pt x="533400" y="337566"/>
                  <a:pt x="533400" y="330994"/>
                </a:cubicBezTo>
                <a:lnTo>
                  <a:pt x="533400" y="102394"/>
                </a:lnTo>
                <a:cubicBezTo>
                  <a:pt x="533400" y="95821"/>
                  <a:pt x="528066" y="90488"/>
                  <a:pt x="521494" y="90488"/>
                </a:cubicBezTo>
                <a:lnTo>
                  <a:pt x="407194" y="90488"/>
                </a:lnTo>
                <a:cubicBezTo>
                  <a:pt x="400622" y="90488"/>
                  <a:pt x="395288" y="95821"/>
                  <a:pt x="395288" y="102394"/>
                </a:cubicBezTo>
                <a:lnTo>
                  <a:pt x="395288" y="330994"/>
                </a:lnTo>
                <a:close/>
                <a:moveTo>
                  <a:pt x="52388" y="369094"/>
                </a:moveTo>
                <a:cubicBezTo>
                  <a:pt x="52388" y="375666"/>
                  <a:pt x="57722" y="381000"/>
                  <a:pt x="64294" y="381000"/>
                </a:cubicBezTo>
                <a:lnTo>
                  <a:pt x="311944" y="381000"/>
                </a:lnTo>
                <a:cubicBezTo>
                  <a:pt x="318516" y="381000"/>
                  <a:pt x="323850" y="375666"/>
                  <a:pt x="323850" y="369094"/>
                </a:cubicBezTo>
                <a:lnTo>
                  <a:pt x="323850" y="26194"/>
                </a:lnTo>
                <a:cubicBezTo>
                  <a:pt x="323850" y="19622"/>
                  <a:pt x="318516" y="14288"/>
                  <a:pt x="311944" y="14288"/>
                </a:cubicBezTo>
                <a:lnTo>
                  <a:pt x="64294" y="14288"/>
                </a:lnTo>
                <a:cubicBezTo>
                  <a:pt x="57722" y="14288"/>
                  <a:pt x="52388" y="19622"/>
                  <a:pt x="52388" y="26194"/>
                </a:cubicBezTo>
                <a:lnTo>
                  <a:pt x="52388" y="369094"/>
                </a:lnTo>
                <a:close/>
                <a:moveTo>
                  <a:pt x="14288" y="457200"/>
                </a:moveTo>
                <a:lnTo>
                  <a:pt x="571500" y="457200"/>
                </a:lnTo>
                <a:lnTo>
                  <a:pt x="571500" y="178594"/>
                </a:lnTo>
                <a:cubicBezTo>
                  <a:pt x="571500" y="172022"/>
                  <a:pt x="566166" y="166688"/>
                  <a:pt x="559594" y="166688"/>
                </a:cubicBezTo>
                <a:lnTo>
                  <a:pt x="547688" y="166688"/>
                </a:lnTo>
                <a:lnTo>
                  <a:pt x="547688" y="330994"/>
                </a:lnTo>
                <a:cubicBezTo>
                  <a:pt x="547688" y="345472"/>
                  <a:pt x="535972" y="357188"/>
                  <a:pt x="521494" y="357188"/>
                </a:cubicBezTo>
                <a:lnTo>
                  <a:pt x="407194" y="357188"/>
                </a:lnTo>
                <a:cubicBezTo>
                  <a:pt x="392716" y="357188"/>
                  <a:pt x="381000" y="345472"/>
                  <a:pt x="381000" y="330994"/>
                </a:cubicBezTo>
                <a:lnTo>
                  <a:pt x="381000" y="166688"/>
                </a:lnTo>
                <a:lnTo>
                  <a:pt x="338138" y="166688"/>
                </a:lnTo>
                <a:lnTo>
                  <a:pt x="338138" y="369094"/>
                </a:lnTo>
                <a:cubicBezTo>
                  <a:pt x="338138" y="383572"/>
                  <a:pt x="326422" y="395288"/>
                  <a:pt x="311944" y="395288"/>
                </a:cubicBezTo>
                <a:lnTo>
                  <a:pt x="64294" y="395288"/>
                </a:lnTo>
                <a:cubicBezTo>
                  <a:pt x="49816" y="395288"/>
                  <a:pt x="38100" y="383572"/>
                  <a:pt x="38100" y="369094"/>
                </a:cubicBezTo>
                <a:lnTo>
                  <a:pt x="38100" y="166688"/>
                </a:lnTo>
                <a:lnTo>
                  <a:pt x="26194" y="166688"/>
                </a:lnTo>
                <a:cubicBezTo>
                  <a:pt x="19622" y="166688"/>
                  <a:pt x="14288" y="172022"/>
                  <a:pt x="14288" y="178594"/>
                </a:cubicBezTo>
                <a:lnTo>
                  <a:pt x="14288" y="457200"/>
                </a:lnTo>
                <a:close/>
                <a:moveTo>
                  <a:pt x="14288" y="502444"/>
                </a:moveTo>
                <a:cubicBezTo>
                  <a:pt x="14288" y="509016"/>
                  <a:pt x="19622" y="514350"/>
                  <a:pt x="26194" y="514350"/>
                </a:cubicBezTo>
                <a:lnTo>
                  <a:pt x="559594" y="514350"/>
                </a:lnTo>
                <a:cubicBezTo>
                  <a:pt x="566166" y="514350"/>
                  <a:pt x="571500" y="509016"/>
                  <a:pt x="571500" y="502444"/>
                </a:cubicBezTo>
                <a:lnTo>
                  <a:pt x="571500" y="471488"/>
                </a:lnTo>
                <a:lnTo>
                  <a:pt x="14288" y="471488"/>
                </a:lnTo>
                <a:lnTo>
                  <a:pt x="14288" y="502444"/>
                </a:ln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7" name="Freeform 128">
            <a:extLst>
              <a:ext uri="{FF2B5EF4-FFF2-40B4-BE49-F238E27FC236}">
                <a16:creationId xmlns:a16="http://schemas.microsoft.com/office/drawing/2014/main" id="{C469CCE7-DE26-2037-06F3-A25B6D6B486E}"/>
              </a:ext>
            </a:extLst>
          </p:cNvPr>
          <p:cNvSpPr>
            <a:spLocks noChangeAspect="1"/>
          </p:cNvSpPr>
          <p:nvPr/>
        </p:nvSpPr>
        <p:spPr>
          <a:xfrm>
            <a:off x="3537096" y="2769794"/>
            <a:ext cx="228600" cy="117088"/>
          </a:xfrm>
          <a:custGeom>
            <a:avLst/>
            <a:gdLst>
              <a:gd name="connsiteX0" fmla="*/ 102394 w 585787"/>
              <a:gd name="connsiteY0" fmla="*/ 299942 h 300037"/>
              <a:gd name="connsiteX1" fmla="*/ 499300 w 585787"/>
              <a:gd name="connsiteY1" fmla="*/ 299942 h 300037"/>
              <a:gd name="connsiteX2" fmla="*/ 585788 w 585787"/>
              <a:gd name="connsiteY2" fmla="*/ 213455 h 300037"/>
              <a:gd name="connsiteX3" fmla="*/ 499300 w 585787"/>
              <a:gd name="connsiteY3" fmla="*/ 126968 h 300037"/>
              <a:gd name="connsiteX4" fmla="*/ 456533 w 585787"/>
              <a:gd name="connsiteY4" fmla="*/ 138589 h 300037"/>
              <a:gd name="connsiteX5" fmla="*/ 292894 w 585787"/>
              <a:gd name="connsiteY5" fmla="*/ 0 h 300037"/>
              <a:gd name="connsiteX6" fmla="*/ 139827 w 585787"/>
              <a:gd name="connsiteY6" fmla="*/ 102394 h 300037"/>
              <a:gd name="connsiteX7" fmla="*/ 102394 w 585787"/>
              <a:gd name="connsiteY7" fmla="*/ 95250 h 300037"/>
              <a:gd name="connsiteX8" fmla="*/ 0 w 585787"/>
              <a:gd name="connsiteY8" fmla="*/ 197644 h 300037"/>
              <a:gd name="connsiteX9" fmla="*/ 102394 w 585787"/>
              <a:gd name="connsiteY9" fmla="*/ 300037 h 300037"/>
              <a:gd name="connsiteX10" fmla="*/ 102394 w 585787"/>
              <a:gd name="connsiteY10" fmla="*/ 109442 h 300037"/>
              <a:gd name="connsiteX11" fmla="*/ 140684 w 585787"/>
              <a:gd name="connsiteY11" fmla="*/ 118301 h 300037"/>
              <a:gd name="connsiteX12" fmla="*/ 146494 w 585787"/>
              <a:gd name="connsiteY12" fmla="*/ 118491 h 300037"/>
              <a:gd name="connsiteX13" fmla="*/ 150495 w 585787"/>
              <a:gd name="connsiteY13" fmla="*/ 114300 h 300037"/>
              <a:gd name="connsiteX14" fmla="*/ 292894 w 585787"/>
              <a:gd name="connsiteY14" fmla="*/ 14192 h 300037"/>
              <a:gd name="connsiteX15" fmla="*/ 443770 w 585787"/>
              <a:gd name="connsiteY15" fmla="*/ 151543 h 300037"/>
              <a:gd name="connsiteX16" fmla="*/ 448056 w 585787"/>
              <a:gd name="connsiteY16" fmla="*/ 157448 h 300037"/>
              <a:gd name="connsiteX17" fmla="*/ 455295 w 585787"/>
              <a:gd name="connsiteY17" fmla="*/ 156496 h 300037"/>
              <a:gd name="connsiteX18" fmla="*/ 499300 w 585787"/>
              <a:gd name="connsiteY18" fmla="*/ 141161 h 300037"/>
              <a:gd name="connsiteX19" fmla="*/ 571500 w 585787"/>
              <a:gd name="connsiteY19" fmla="*/ 213360 h 300037"/>
              <a:gd name="connsiteX20" fmla="*/ 499300 w 585787"/>
              <a:gd name="connsiteY20" fmla="*/ 285560 h 300037"/>
              <a:gd name="connsiteX21" fmla="*/ 102394 w 585787"/>
              <a:gd name="connsiteY21" fmla="*/ 285560 h 300037"/>
              <a:gd name="connsiteX22" fmla="*/ 14288 w 585787"/>
              <a:gd name="connsiteY22" fmla="*/ 197453 h 300037"/>
              <a:gd name="connsiteX23" fmla="*/ 102394 w 585787"/>
              <a:gd name="connsiteY23" fmla="*/ 109347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787" h="300037">
                <a:moveTo>
                  <a:pt x="102394" y="299942"/>
                </a:moveTo>
                <a:lnTo>
                  <a:pt x="499300" y="299942"/>
                </a:lnTo>
                <a:cubicBezTo>
                  <a:pt x="547021" y="299942"/>
                  <a:pt x="585788" y="261176"/>
                  <a:pt x="585788" y="213455"/>
                </a:cubicBezTo>
                <a:cubicBezTo>
                  <a:pt x="585788" y="165735"/>
                  <a:pt x="547021" y="126968"/>
                  <a:pt x="499300" y="126968"/>
                </a:cubicBezTo>
                <a:cubicBezTo>
                  <a:pt x="484251" y="126968"/>
                  <a:pt x="469678" y="130969"/>
                  <a:pt x="456533" y="138589"/>
                </a:cubicBezTo>
                <a:cubicBezTo>
                  <a:pt x="443484" y="58769"/>
                  <a:pt x="375095" y="0"/>
                  <a:pt x="292894" y="0"/>
                </a:cubicBezTo>
                <a:cubicBezTo>
                  <a:pt x="225933" y="0"/>
                  <a:pt x="165354" y="40862"/>
                  <a:pt x="139827" y="102394"/>
                </a:cubicBezTo>
                <a:cubicBezTo>
                  <a:pt x="127826" y="97631"/>
                  <a:pt x="115348" y="95250"/>
                  <a:pt x="102394" y="95250"/>
                </a:cubicBezTo>
                <a:cubicBezTo>
                  <a:pt x="45910" y="95250"/>
                  <a:pt x="0" y="141161"/>
                  <a:pt x="0" y="197644"/>
                </a:cubicBezTo>
                <a:cubicBezTo>
                  <a:pt x="0" y="254127"/>
                  <a:pt x="45910" y="300037"/>
                  <a:pt x="102394" y="300037"/>
                </a:cubicBezTo>
                <a:close/>
                <a:moveTo>
                  <a:pt x="102394" y="109442"/>
                </a:moveTo>
                <a:cubicBezTo>
                  <a:pt x="115633" y="109442"/>
                  <a:pt x="128492" y="112395"/>
                  <a:pt x="140684" y="118301"/>
                </a:cubicBezTo>
                <a:cubicBezTo>
                  <a:pt x="142494" y="119158"/>
                  <a:pt x="144590" y="119253"/>
                  <a:pt x="146494" y="118491"/>
                </a:cubicBezTo>
                <a:cubicBezTo>
                  <a:pt x="148400" y="117729"/>
                  <a:pt x="149828" y="116205"/>
                  <a:pt x="150495" y="114300"/>
                </a:cubicBezTo>
                <a:cubicBezTo>
                  <a:pt x="172117" y="54388"/>
                  <a:pt x="229362" y="14192"/>
                  <a:pt x="292894" y="14192"/>
                </a:cubicBezTo>
                <a:cubicBezTo>
                  <a:pt x="371570" y="14192"/>
                  <a:pt x="436531" y="73247"/>
                  <a:pt x="443770" y="151543"/>
                </a:cubicBezTo>
                <a:cubicBezTo>
                  <a:pt x="444056" y="154114"/>
                  <a:pt x="445675" y="156401"/>
                  <a:pt x="448056" y="157448"/>
                </a:cubicBezTo>
                <a:cubicBezTo>
                  <a:pt x="450437" y="158496"/>
                  <a:pt x="453200" y="158115"/>
                  <a:pt x="455295" y="156496"/>
                </a:cubicBezTo>
                <a:cubicBezTo>
                  <a:pt x="468249" y="146494"/>
                  <a:pt x="483489" y="141161"/>
                  <a:pt x="499300" y="141161"/>
                </a:cubicBezTo>
                <a:cubicBezTo>
                  <a:pt x="539115" y="141161"/>
                  <a:pt x="571500" y="173546"/>
                  <a:pt x="571500" y="213360"/>
                </a:cubicBezTo>
                <a:cubicBezTo>
                  <a:pt x="571500" y="253175"/>
                  <a:pt x="539115" y="285560"/>
                  <a:pt x="499300" y="285560"/>
                </a:cubicBezTo>
                <a:lnTo>
                  <a:pt x="102394" y="285560"/>
                </a:lnTo>
                <a:cubicBezTo>
                  <a:pt x="53816" y="285560"/>
                  <a:pt x="14288" y="246031"/>
                  <a:pt x="14288" y="197453"/>
                </a:cubicBezTo>
                <a:cubicBezTo>
                  <a:pt x="14288" y="148876"/>
                  <a:pt x="53816" y="109347"/>
                  <a:pt x="102394" y="109347"/>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8" name="Freeform 96">
            <a:extLst>
              <a:ext uri="{FF2B5EF4-FFF2-40B4-BE49-F238E27FC236}">
                <a16:creationId xmlns:a16="http://schemas.microsoft.com/office/drawing/2014/main" id="{7B0BEFE4-1889-65BB-5D8A-4DBAF382B271}"/>
              </a:ext>
            </a:extLst>
          </p:cNvPr>
          <p:cNvSpPr>
            <a:spLocks noChangeAspect="1"/>
          </p:cNvSpPr>
          <p:nvPr/>
        </p:nvSpPr>
        <p:spPr>
          <a:xfrm>
            <a:off x="1451719" y="2776915"/>
            <a:ext cx="124522" cy="228600"/>
          </a:xfrm>
          <a:custGeom>
            <a:avLst/>
            <a:gdLst>
              <a:gd name="connsiteX0" fmla="*/ 26194 w 319087"/>
              <a:gd name="connsiteY0" fmla="*/ 0 h 585787"/>
              <a:gd name="connsiteX1" fmla="*/ 0 w 319087"/>
              <a:gd name="connsiteY1" fmla="*/ 26194 h 585787"/>
              <a:gd name="connsiteX2" fmla="*/ 0 w 319087"/>
              <a:gd name="connsiteY2" fmla="*/ 559594 h 585787"/>
              <a:gd name="connsiteX3" fmla="*/ 26194 w 319087"/>
              <a:gd name="connsiteY3" fmla="*/ 585788 h 585787"/>
              <a:gd name="connsiteX4" fmla="*/ 292894 w 319087"/>
              <a:gd name="connsiteY4" fmla="*/ 585788 h 585787"/>
              <a:gd name="connsiteX5" fmla="*/ 319088 w 319087"/>
              <a:gd name="connsiteY5" fmla="*/ 559594 h 585787"/>
              <a:gd name="connsiteX6" fmla="*/ 319088 w 319087"/>
              <a:gd name="connsiteY6" fmla="*/ 26194 h 585787"/>
              <a:gd name="connsiteX7" fmla="*/ 292894 w 319087"/>
              <a:gd name="connsiteY7" fmla="*/ 0 h 585787"/>
              <a:gd name="connsiteX8" fmla="*/ 26194 w 319087"/>
              <a:gd name="connsiteY8" fmla="*/ 0 h 585787"/>
              <a:gd name="connsiteX9" fmla="*/ 304800 w 319087"/>
              <a:gd name="connsiteY9" fmla="*/ 26194 h 585787"/>
              <a:gd name="connsiteX10" fmla="*/ 304800 w 319087"/>
              <a:gd name="connsiteY10" fmla="*/ 559594 h 585787"/>
              <a:gd name="connsiteX11" fmla="*/ 292894 w 319087"/>
              <a:gd name="connsiteY11" fmla="*/ 571500 h 585787"/>
              <a:gd name="connsiteX12" fmla="*/ 26194 w 319087"/>
              <a:gd name="connsiteY12" fmla="*/ 571500 h 585787"/>
              <a:gd name="connsiteX13" fmla="*/ 14288 w 319087"/>
              <a:gd name="connsiteY13" fmla="*/ 559594 h 585787"/>
              <a:gd name="connsiteX14" fmla="*/ 14288 w 319087"/>
              <a:gd name="connsiteY14" fmla="*/ 26194 h 585787"/>
              <a:gd name="connsiteX15" fmla="*/ 26194 w 319087"/>
              <a:gd name="connsiteY15" fmla="*/ 14288 h 585787"/>
              <a:gd name="connsiteX16" fmla="*/ 292894 w 319087"/>
              <a:gd name="connsiteY16" fmla="*/ 14288 h 585787"/>
              <a:gd name="connsiteX17" fmla="*/ 304800 w 319087"/>
              <a:gd name="connsiteY17" fmla="*/ 26194 h 585787"/>
              <a:gd name="connsiteX18" fmla="*/ 197644 w 319087"/>
              <a:gd name="connsiteY18" fmla="*/ 71438 h 585787"/>
              <a:gd name="connsiteX19" fmla="*/ 121444 w 319087"/>
              <a:gd name="connsiteY19" fmla="*/ 71438 h 585787"/>
              <a:gd name="connsiteX20" fmla="*/ 121444 w 319087"/>
              <a:gd name="connsiteY20" fmla="*/ 57150 h 585787"/>
              <a:gd name="connsiteX21" fmla="*/ 197644 w 319087"/>
              <a:gd name="connsiteY21" fmla="*/ 57150 h 585787"/>
              <a:gd name="connsiteX22" fmla="*/ 197644 w 319087"/>
              <a:gd name="connsiteY22" fmla="*/ 71438 h 585787"/>
              <a:gd name="connsiteX23" fmla="*/ 159544 w 319087"/>
              <a:gd name="connsiteY23" fmla="*/ 476250 h 585787"/>
              <a:gd name="connsiteX24" fmla="*/ 133350 w 319087"/>
              <a:gd name="connsiteY24" fmla="*/ 502444 h 585787"/>
              <a:gd name="connsiteX25" fmla="*/ 159544 w 319087"/>
              <a:gd name="connsiteY25" fmla="*/ 528638 h 585787"/>
              <a:gd name="connsiteX26" fmla="*/ 185738 w 319087"/>
              <a:gd name="connsiteY26" fmla="*/ 502444 h 585787"/>
              <a:gd name="connsiteX27" fmla="*/ 159544 w 319087"/>
              <a:gd name="connsiteY27" fmla="*/ 476250 h 585787"/>
              <a:gd name="connsiteX28" fmla="*/ 159544 w 319087"/>
              <a:gd name="connsiteY28" fmla="*/ 514350 h 585787"/>
              <a:gd name="connsiteX29" fmla="*/ 147638 w 319087"/>
              <a:gd name="connsiteY29" fmla="*/ 502444 h 585787"/>
              <a:gd name="connsiteX30" fmla="*/ 159544 w 319087"/>
              <a:gd name="connsiteY30" fmla="*/ 490538 h 585787"/>
              <a:gd name="connsiteX31" fmla="*/ 171450 w 319087"/>
              <a:gd name="connsiteY31" fmla="*/ 502444 h 585787"/>
              <a:gd name="connsiteX32" fmla="*/ 159544 w 319087"/>
              <a:gd name="connsiteY32" fmla="*/ 514350 h 585787"/>
              <a:gd name="connsiteX33" fmla="*/ 159544 w 319087"/>
              <a:gd name="connsiteY33" fmla="*/ 228600 h 585787"/>
              <a:gd name="connsiteX34" fmla="*/ 241745 w 319087"/>
              <a:gd name="connsiteY34" fmla="*/ 262700 h 585787"/>
              <a:gd name="connsiteX35" fmla="*/ 231648 w 319087"/>
              <a:gd name="connsiteY35" fmla="*/ 272796 h 585787"/>
              <a:gd name="connsiteX36" fmla="*/ 159544 w 319087"/>
              <a:gd name="connsiteY36" fmla="*/ 242888 h 585787"/>
              <a:gd name="connsiteX37" fmla="*/ 87440 w 319087"/>
              <a:gd name="connsiteY37" fmla="*/ 272796 h 585787"/>
              <a:gd name="connsiteX38" fmla="*/ 77343 w 319087"/>
              <a:gd name="connsiteY38" fmla="*/ 262700 h 585787"/>
              <a:gd name="connsiteX39" fmla="*/ 159544 w 319087"/>
              <a:gd name="connsiteY39" fmla="*/ 228600 h 585787"/>
              <a:gd name="connsiteX40" fmla="*/ 159544 w 319087"/>
              <a:gd name="connsiteY40" fmla="*/ 264986 h 585787"/>
              <a:gd name="connsiteX41" fmla="*/ 216027 w 319087"/>
              <a:gd name="connsiteY41" fmla="*/ 288417 h 585787"/>
              <a:gd name="connsiteX42" fmla="*/ 205930 w 319087"/>
              <a:gd name="connsiteY42" fmla="*/ 298514 h 585787"/>
              <a:gd name="connsiteX43" fmla="*/ 159544 w 319087"/>
              <a:gd name="connsiteY43" fmla="*/ 279273 h 585787"/>
              <a:gd name="connsiteX44" fmla="*/ 113157 w 319087"/>
              <a:gd name="connsiteY44" fmla="*/ 298514 h 585787"/>
              <a:gd name="connsiteX45" fmla="*/ 103061 w 319087"/>
              <a:gd name="connsiteY45" fmla="*/ 288417 h 585787"/>
              <a:gd name="connsiteX46" fmla="*/ 159544 w 319087"/>
              <a:gd name="connsiteY46" fmla="*/ 264986 h 585787"/>
              <a:gd name="connsiteX47" fmla="*/ 159544 w 319087"/>
              <a:gd name="connsiteY47" fmla="*/ 301371 h 585787"/>
              <a:gd name="connsiteX48" fmla="*/ 190310 w 319087"/>
              <a:gd name="connsiteY48" fmla="*/ 314135 h 585787"/>
              <a:gd name="connsiteX49" fmla="*/ 180213 w 319087"/>
              <a:gd name="connsiteY49" fmla="*/ 324231 h 585787"/>
              <a:gd name="connsiteX50" fmla="*/ 138875 w 319087"/>
              <a:gd name="connsiteY50" fmla="*/ 324231 h 585787"/>
              <a:gd name="connsiteX51" fmla="*/ 128778 w 319087"/>
              <a:gd name="connsiteY51" fmla="*/ 314135 h 585787"/>
              <a:gd name="connsiteX52" fmla="*/ 159544 w 319087"/>
              <a:gd name="connsiteY52" fmla="*/ 301371 h 585787"/>
              <a:gd name="connsiteX53" fmla="*/ 159544 w 319087"/>
              <a:gd name="connsiteY53" fmla="*/ 359569 h 585787"/>
              <a:gd name="connsiteX54" fmla="*/ 150019 w 319087"/>
              <a:gd name="connsiteY54" fmla="*/ 350044 h 585787"/>
              <a:gd name="connsiteX55" fmla="*/ 159544 w 319087"/>
              <a:gd name="connsiteY55" fmla="*/ 340519 h 585787"/>
              <a:gd name="connsiteX56" fmla="*/ 169069 w 319087"/>
              <a:gd name="connsiteY56" fmla="*/ 350044 h 585787"/>
              <a:gd name="connsiteX57" fmla="*/ 159544 w 319087"/>
              <a:gd name="connsiteY57" fmla="*/ 359569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19087" h="585787">
                <a:moveTo>
                  <a:pt x="26194" y="0"/>
                </a:moveTo>
                <a:cubicBezTo>
                  <a:pt x="11716" y="0"/>
                  <a:pt x="0" y="11716"/>
                  <a:pt x="0" y="26194"/>
                </a:cubicBezTo>
                <a:lnTo>
                  <a:pt x="0" y="559594"/>
                </a:lnTo>
                <a:cubicBezTo>
                  <a:pt x="0" y="574072"/>
                  <a:pt x="11716" y="585788"/>
                  <a:pt x="26194" y="585788"/>
                </a:cubicBezTo>
                <a:lnTo>
                  <a:pt x="292894" y="585788"/>
                </a:lnTo>
                <a:cubicBezTo>
                  <a:pt x="307372" y="585788"/>
                  <a:pt x="319088" y="574072"/>
                  <a:pt x="319088" y="559594"/>
                </a:cubicBezTo>
                <a:lnTo>
                  <a:pt x="319088" y="26194"/>
                </a:lnTo>
                <a:cubicBezTo>
                  <a:pt x="319088" y="11716"/>
                  <a:pt x="307372" y="0"/>
                  <a:pt x="292894" y="0"/>
                </a:cubicBezTo>
                <a:lnTo>
                  <a:pt x="26194" y="0"/>
                </a:lnTo>
                <a:close/>
                <a:moveTo>
                  <a:pt x="304800" y="26194"/>
                </a:moveTo>
                <a:lnTo>
                  <a:pt x="304800" y="559594"/>
                </a:lnTo>
                <a:cubicBezTo>
                  <a:pt x="304800" y="566166"/>
                  <a:pt x="299466" y="571500"/>
                  <a:pt x="292894" y="571500"/>
                </a:cubicBezTo>
                <a:lnTo>
                  <a:pt x="26194" y="571500"/>
                </a:lnTo>
                <a:cubicBezTo>
                  <a:pt x="19621" y="571500"/>
                  <a:pt x="14288" y="566166"/>
                  <a:pt x="14288" y="559594"/>
                </a:cubicBezTo>
                <a:lnTo>
                  <a:pt x="14288" y="26194"/>
                </a:lnTo>
                <a:cubicBezTo>
                  <a:pt x="14288" y="19622"/>
                  <a:pt x="19621" y="14288"/>
                  <a:pt x="26194" y="14288"/>
                </a:cubicBezTo>
                <a:lnTo>
                  <a:pt x="292894" y="14288"/>
                </a:lnTo>
                <a:cubicBezTo>
                  <a:pt x="299466" y="14288"/>
                  <a:pt x="304800" y="19622"/>
                  <a:pt x="304800" y="26194"/>
                </a:cubicBezTo>
                <a:close/>
                <a:moveTo>
                  <a:pt x="197644" y="71438"/>
                </a:moveTo>
                <a:lnTo>
                  <a:pt x="121444" y="71438"/>
                </a:lnTo>
                <a:lnTo>
                  <a:pt x="121444" y="57150"/>
                </a:lnTo>
                <a:lnTo>
                  <a:pt x="197644" y="57150"/>
                </a:lnTo>
                <a:lnTo>
                  <a:pt x="197644" y="71438"/>
                </a:lnTo>
                <a:close/>
                <a:moveTo>
                  <a:pt x="159544" y="476250"/>
                </a:moveTo>
                <a:cubicBezTo>
                  <a:pt x="145066" y="476250"/>
                  <a:pt x="133350" y="487966"/>
                  <a:pt x="133350" y="502444"/>
                </a:cubicBezTo>
                <a:cubicBezTo>
                  <a:pt x="133350" y="516922"/>
                  <a:pt x="145066" y="528638"/>
                  <a:pt x="159544" y="528638"/>
                </a:cubicBezTo>
                <a:cubicBezTo>
                  <a:pt x="174022" y="528638"/>
                  <a:pt x="185738" y="516922"/>
                  <a:pt x="185738" y="502444"/>
                </a:cubicBezTo>
                <a:cubicBezTo>
                  <a:pt x="185738" y="487966"/>
                  <a:pt x="174022" y="476250"/>
                  <a:pt x="159544" y="476250"/>
                </a:cubicBezTo>
                <a:close/>
                <a:moveTo>
                  <a:pt x="159544" y="514350"/>
                </a:moveTo>
                <a:cubicBezTo>
                  <a:pt x="152972" y="514350"/>
                  <a:pt x="147638" y="509016"/>
                  <a:pt x="147638" y="502444"/>
                </a:cubicBezTo>
                <a:cubicBezTo>
                  <a:pt x="147638" y="495872"/>
                  <a:pt x="152972" y="490538"/>
                  <a:pt x="159544" y="490538"/>
                </a:cubicBezTo>
                <a:cubicBezTo>
                  <a:pt x="166116" y="490538"/>
                  <a:pt x="171450" y="495872"/>
                  <a:pt x="171450" y="502444"/>
                </a:cubicBezTo>
                <a:cubicBezTo>
                  <a:pt x="171450" y="509016"/>
                  <a:pt x="166116" y="514350"/>
                  <a:pt x="159544" y="514350"/>
                </a:cubicBezTo>
                <a:close/>
                <a:moveTo>
                  <a:pt x="159544" y="228600"/>
                </a:moveTo>
                <a:cubicBezTo>
                  <a:pt x="190595" y="228600"/>
                  <a:pt x="219837" y="240697"/>
                  <a:pt x="241745" y="262700"/>
                </a:cubicBezTo>
                <a:lnTo>
                  <a:pt x="231648" y="272796"/>
                </a:lnTo>
                <a:cubicBezTo>
                  <a:pt x="212408" y="253555"/>
                  <a:pt x="186785" y="242888"/>
                  <a:pt x="159544" y="242888"/>
                </a:cubicBezTo>
                <a:cubicBezTo>
                  <a:pt x="132302" y="242888"/>
                  <a:pt x="106680" y="253460"/>
                  <a:pt x="87440" y="272796"/>
                </a:cubicBezTo>
                <a:lnTo>
                  <a:pt x="77343" y="262700"/>
                </a:lnTo>
                <a:cubicBezTo>
                  <a:pt x="99346" y="240697"/>
                  <a:pt x="128492" y="228600"/>
                  <a:pt x="159544" y="228600"/>
                </a:cubicBezTo>
                <a:close/>
                <a:moveTo>
                  <a:pt x="159544" y="264986"/>
                </a:moveTo>
                <a:cubicBezTo>
                  <a:pt x="180880" y="264986"/>
                  <a:pt x="200977" y="273272"/>
                  <a:pt x="216027" y="288417"/>
                </a:cubicBezTo>
                <a:lnTo>
                  <a:pt x="205930" y="298514"/>
                </a:lnTo>
                <a:cubicBezTo>
                  <a:pt x="193548" y="286131"/>
                  <a:pt x="177070" y="279273"/>
                  <a:pt x="159544" y="279273"/>
                </a:cubicBezTo>
                <a:cubicBezTo>
                  <a:pt x="142018" y="279273"/>
                  <a:pt x="125540" y="286131"/>
                  <a:pt x="113157" y="298514"/>
                </a:cubicBezTo>
                <a:lnTo>
                  <a:pt x="103061" y="288417"/>
                </a:lnTo>
                <a:cubicBezTo>
                  <a:pt x="118110" y="273368"/>
                  <a:pt x="138208" y="264986"/>
                  <a:pt x="159544" y="264986"/>
                </a:cubicBezTo>
                <a:close/>
                <a:moveTo>
                  <a:pt x="159544" y="301371"/>
                </a:moveTo>
                <a:cubicBezTo>
                  <a:pt x="171164" y="301371"/>
                  <a:pt x="182118" y="305943"/>
                  <a:pt x="190310" y="314135"/>
                </a:cubicBezTo>
                <a:lnTo>
                  <a:pt x="180213" y="324231"/>
                </a:lnTo>
                <a:cubicBezTo>
                  <a:pt x="169164" y="313182"/>
                  <a:pt x="149924" y="313182"/>
                  <a:pt x="138875" y="324231"/>
                </a:cubicBezTo>
                <a:lnTo>
                  <a:pt x="128778" y="314135"/>
                </a:lnTo>
                <a:cubicBezTo>
                  <a:pt x="136970" y="305943"/>
                  <a:pt x="147923" y="301371"/>
                  <a:pt x="159544" y="301371"/>
                </a:cubicBezTo>
                <a:close/>
                <a:moveTo>
                  <a:pt x="159544" y="359569"/>
                </a:moveTo>
                <a:cubicBezTo>
                  <a:pt x="154305" y="359569"/>
                  <a:pt x="150019" y="355283"/>
                  <a:pt x="150019" y="350044"/>
                </a:cubicBezTo>
                <a:cubicBezTo>
                  <a:pt x="150019" y="344805"/>
                  <a:pt x="154305" y="340519"/>
                  <a:pt x="159544" y="340519"/>
                </a:cubicBezTo>
                <a:cubicBezTo>
                  <a:pt x="164783" y="340519"/>
                  <a:pt x="169069" y="344805"/>
                  <a:pt x="169069" y="350044"/>
                </a:cubicBezTo>
                <a:cubicBezTo>
                  <a:pt x="169069" y="355283"/>
                  <a:pt x="164783" y="359569"/>
                  <a:pt x="159544" y="359569"/>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79" name="Freeform 70">
            <a:extLst>
              <a:ext uri="{FF2B5EF4-FFF2-40B4-BE49-F238E27FC236}">
                <a16:creationId xmlns:a16="http://schemas.microsoft.com/office/drawing/2014/main" id="{BD5B69A6-8249-0D7A-602B-8B855540310E}"/>
              </a:ext>
            </a:extLst>
          </p:cNvPr>
          <p:cNvSpPr>
            <a:spLocks noChangeAspect="1"/>
          </p:cNvSpPr>
          <p:nvPr/>
        </p:nvSpPr>
        <p:spPr>
          <a:xfrm>
            <a:off x="4036137" y="4256145"/>
            <a:ext cx="228600" cy="65049"/>
          </a:xfrm>
          <a:custGeom>
            <a:avLst/>
            <a:gdLst>
              <a:gd name="connsiteX0" fmla="*/ 235744 w 585787"/>
              <a:gd name="connsiteY0" fmla="*/ 76200 h 166687"/>
              <a:gd name="connsiteX1" fmla="*/ 521494 w 585787"/>
              <a:gd name="connsiteY1" fmla="*/ 76200 h 166687"/>
              <a:gd name="connsiteX2" fmla="*/ 521494 w 585787"/>
              <a:gd name="connsiteY2" fmla="*/ 90488 h 166687"/>
              <a:gd name="connsiteX3" fmla="*/ 235744 w 585787"/>
              <a:gd name="connsiteY3" fmla="*/ 90488 h 166687"/>
              <a:gd name="connsiteX4" fmla="*/ 235744 w 585787"/>
              <a:gd name="connsiteY4" fmla="*/ 76200 h 166687"/>
              <a:gd name="connsiteX5" fmla="*/ 0 w 585787"/>
              <a:gd name="connsiteY5" fmla="*/ 159544 h 166687"/>
              <a:gd name="connsiteX6" fmla="*/ 0 w 585787"/>
              <a:gd name="connsiteY6" fmla="*/ 7144 h 166687"/>
              <a:gd name="connsiteX7" fmla="*/ 7144 w 585787"/>
              <a:gd name="connsiteY7" fmla="*/ 0 h 166687"/>
              <a:gd name="connsiteX8" fmla="*/ 578644 w 585787"/>
              <a:gd name="connsiteY8" fmla="*/ 0 h 166687"/>
              <a:gd name="connsiteX9" fmla="*/ 585788 w 585787"/>
              <a:gd name="connsiteY9" fmla="*/ 7144 h 166687"/>
              <a:gd name="connsiteX10" fmla="*/ 585788 w 585787"/>
              <a:gd name="connsiteY10" fmla="*/ 159544 h 166687"/>
              <a:gd name="connsiteX11" fmla="*/ 578644 w 585787"/>
              <a:gd name="connsiteY11" fmla="*/ 166688 h 166687"/>
              <a:gd name="connsiteX12" fmla="*/ 7144 w 585787"/>
              <a:gd name="connsiteY12" fmla="*/ 166688 h 166687"/>
              <a:gd name="connsiteX13" fmla="*/ 0 w 585787"/>
              <a:gd name="connsiteY13" fmla="*/ 159544 h 166687"/>
              <a:gd name="connsiteX14" fmla="*/ 14288 w 585787"/>
              <a:gd name="connsiteY14" fmla="*/ 152400 h 166687"/>
              <a:gd name="connsiteX15" fmla="*/ 571500 w 585787"/>
              <a:gd name="connsiteY15" fmla="*/ 152400 h 166687"/>
              <a:gd name="connsiteX16" fmla="*/ 571500 w 585787"/>
              <a:gd name="connsiteY16" fmla="*/ 14288 h 166687"/>
              <a:gd name="connsiteX17" fmla="*/ 14288 w 585787"/>
              <a:gd name="connsiteY17" fmla="*/ 14288 h 166687"/>
              <a:gd name="connsiteX18" fmla="*/ 14288 w 585787"/>
              <a:gd name="connsiteY18" fmla="*/ 152400 h 166687"/>
              <a:gd name="connsiteX19" fmla="*/ 64294 w 585787"/>
              <a:gd name="connsiteY19" fmla="*/ 73819 h 166687"/>
              <a:gd name="connsiteX20" fmla="*/ 54769 w 585787"/>
              <a:gd name="connsiteY20" fmla="*/ 83344 h 166687"/>
              <a:gd name="connsiteX21" fmla="*/ 64294 w 585787"/>
              <a:gd name="connsiteY21" fmla="*/ 92869 h 166687"/>
              <a:gd name="connsiteX22" fmla="*/ 73819 w 585787"/>
              <a:gd name="connsiteY22" fmla="*/ 83344 h 166687"/>
              <a:gd name="connsiteX23" fmla="*/ 64294 w 585787"/>
              <a:gd name="connsiteY23" fmla="*/ 73819 h 166687"/>
              <a:gd name="connsiteX24" fmla="*/ 121444 w 585787"/>
              <a:gd name="connsiteY24" fmla="*/ 73819 h 166687"/>
              <a:gd name="connsiteX25" fmla="*/ 111919 w 585787"/>
              <a:gd name="connsiteY25" fmla="*/ 83344 h 166687"/>
              <a:gd name="connsiteX26" fmla="*/ 121444 w 585787"/>
              <a:gd name="connsiteY26" fmla="*/ 92869 h 166687"/>
              <a:gd name="connsiteX27" fmla="*/ 130969 w 585787"/>
              <a:gd name="connsiteY27" fmla="*/ 83344 h 166687"/>
              <a:gd name="connsiteX28" fmla="*/ 121444 w 585787"/>
              <a:gd name="connsiteY28" fmla="*/ 73819 h 166687"/>
              <a:gd name="connsiteX29" fmla="*/ 178594 w 585787"/>
              <a:gd name="connsiteY29" fmla="*/ 73819 h 166687"/>
              <a:gd name="connsiteX30" fmla="*/ 169069 w 585787"/>
              <a:gd name="connsiteY30" fmla="*/ 83344 h 166687"/>
              <a:gd name="connsiteX31" fmla="*/ 178594 w 585787"/>
              <a:gd name="connsiteY31" fmla="*/ 92869 h 166687"/>
              <a:gd name="connsiteX32" fmla="*/ 188119 w 585787"/>
              <a:gd name="connsiteY32" fmla="*/ 83344 h 166687"/>
              <a:gd name="connsiteX33" fmla="*/ 178594 w 585787"/>
              <a:gd name="connsiteY33" fmla="*/ 73819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85787" h="166687">
                <a:moveTo>
                  <a:pt x="235744" y="76200"/>
                </a:moveTo>
                <a:lnTo>
                  <a:pt x="521494" y="76200"/>
                </a:lnTo>
                <a:lnTo>
                  <a:pt x="521494" y="90488"/>
                </a:lnTo>
                <a:lnTo>
                  <a:pt x="235744" y="90488"/>
                </a:lnTo>
                <a:lnTo>
                  <a:pt x="235744" y="76200"/>
                </a:lnTo>
                <a:close/>
                <a:moveTo>
                  <a:pt x="0" y="159544"/>
                </a:moveTo>
                <a:lnTo>
                  <a:pt x="0" y="7144"/>
                </a:lnTo>
                <a:cubicBezTo>
                  <a:pt x="0" y="3239"/>
                  <a:pt x="3239" y="0"/>
                  <a:pt x="7144" y="0"/>
                </a:cubicBezTo>
                <a:lnTo>
                  <a:pt x="578644" y="0"/>
                </a:lnTo>
                <a:cubicBezTo>
                  <a:pt x="582549" y="0"/>
                  <a:pt x="585788" y="3239"/>
                  <a:pt x="585788" y="7144"/>
                </a:cubicBezTo>
                <a:lnTo>
                  <a:pt x="585788" y="159544"/>
                </a:lnTo>
                <a:cubicBezTo>
                  <a:pt x="585788" y="163449"/>
                  <a:pt x="582549" y="166688"/>
                  <a:pt x="578644" y="166688"/>
                </a:cubicBezTo>
                <a:lnTo>
                  <a:pt x="7144" y="166688"/>
                </a:lnTo>
                <a:cubicBezTo>
                  <a:pt x="3239" y="166688"/>
                  <a:pt x="0" y="163449"/>
                  <a:pt x="0" y="159544"/>
                </a:cubicBezTo>
                <a:close/>
                <a:moveTo>
                  <a:pt x="14288" y="152400"/>
                </a:moveTo>
                <a:lnTo>
                  <a:pt x="571500" y="152400"/>
                </a:lnTo>
                <a:lnTo>
                  <a:pt x="571500" y="14288"/>
                </a:lnTo>
                <a:lnTo>
                  <a:pt x="14288" y="14288"/>
                </a:lnTo>
                <a:lnTo>
                  <a:pt x="14288" y="152400"/>
                </a:lnTo>
                <a:close/>
                <a:moveTo>
                  <a:pt x="64294" y="73819"/>
                </a:moveTo>
                <a:cubicBezTo>
                  <a:pt x="59055" y="73819"/>
                  <a:pt x="54769" y="78105"/>
                  <a:pt x="54769" y="83344"/>
                </a:cubicBezTo>
                <a:cubicBezTo>
                  <a:pt x="54769" y="88582"/>
                  <a:pt x="59055" y="92869"/>
                  <a:pt x="64294" y="92869"/>
                </a:cubicBezTo>
                <a:cubicBezTo>
                  <a:pt x="69532" y="92869"/>
                  <a:pt x="73819" y="88582"/>
                  <a:pt x="73819" y="83344"/>
                </a:cubicBezTo>
                <a:cubicBezTo>
                  <a:pt x="73819" y="78105"/>
                  <a:pt x="69532" y="73819"/>
                  <a:pt x="64294" y="73819"/>
                </a:cubicBezTo>
                <a:close/>
                <a:moveTo>
                  <a:pt x="121444" y="73819"/>
                </a:moveTo>
                <a:cubicBezTo>
                  <a:pt x="116205" y="73819"/>
                  <a:pt x="111919" y="78105"/>
                  <a:pt x="111919" y="83344"/>
                </a:cubicBezTo>
                <a:cubicBezTo>
                  <a:pt x="111919" y="88582"/>
                  <a:pt x="116205" y="92869"/>
                  <a:pt x="121444" y="92869"/>
                </a:cubicBezTo>
                <a:cubicBezTo>
                  <a:pt x="126682" y="92869"/>
                  <a:pt x="130969" y="88582"/>
                  <a:pt x="130969" y="83344"/>
                </a:cubicBezTo>
                <a:cubicBezTo>
                  <a:pt x="130969" y="78105"/>
                  <a:pt x="126682" y="73819"/>
                  <a:pt x="121444" y="73819"/>
                </a:cubicBezTo>
                <a:close/>
                <a:moveTo>
                  <a:pt x="178594" y="73819"/>
                </a:moveTo>
                <a:cubicBezTo>
                  <a:pt x="173355" y="73819"/>
                  <a:pt x="169069" y="78105"/>
                  <a:pt x="169069" y="83344"/>
                </a:cubicBezTo>
                <a:cubicBezTo>
                  <a:pt x="169069" y="88582"/>
                  <a:pt x="173355" y="92869"/>
                  <a:pt x="178594" y="92869"/>
                </a:cubicBezTo>
                <a:cubicBezTo>
                  <a:pt x="183833" y="92869"/>
                  <a:pt x="188119" y="88582"/>
                  <a:pt x="188119" y="83344"/>
                </a:cubicBezTo>
                <a:cubicBezTo>
                  <a:pt x="188119" y="78105"/>
                  <a:pt x="183833" y="73819"/>
                  <a:pt x="178594" y="73819"/>
                </a:cubicBezTo>
                <a:close/>
              </a:path>
            </a:pathLst>
          </a:custGeom>
          <a:solidFill>
            <a:schemeClr val="bg1"/>
          </a:solidFill>
          <a:ln w="3175" cap="flat">
            <a:solidFill>
              <a:schemeClr val="bg2"/>
            </a:solidFill>
            <a:prstDash val="solid"/>
            <a:miter/>
          </a:ln>
        </p:spPr>
        <p:txBody>
          <a:bodyPr rtlCol="0" anchor="ctr"/>
          <a:lstStyle/>
          <a:p>
            <a:endParaRPr lang="en-US" dirty="0">
              <a:solidFill>
                <a:schemeClr val="bg2"/>
              </a:solidFill>
              <a:latin typeface="Inter" panose="02000503000000020004" pitchFamily="2" charset="0"/>
            </a:endParaRPr>
          </a:p>
        </p:txBody>
      </p:sp>
      <p:sp>
        <p:nvSpPr>
          <p:cNvPr id="680" name="Freeform 128">
            <a:extLst>
              <a:ext uri="{FF2B5EF4-FFF2-40B4-BE49-F238E27FC236}">
                <a16:creationId xmlns:a16="http://schemas.microsoft.com/office/drawing/2014/main" id="{56381F92-705E-D3DC-4CF0-D1AE8AA9F2CD}"/>
              </a:ext>
            </a:extLst>
          </p:cNvPr>
          <p:cNvSpPr>
            <a:spLocks noChangeAspect="1"/>
          </p:cNvSpPr>
          <p:nvPr/>
        </p:nvSpPr>
        <p:spPr>
          <a:xfrm>
            <a:off x="6208811" y="3711695"/>
            <a:ext cx="228600" cy="117088"/>
          </a:xfrm>
          <a:custGeom>
            <a:avLst/>
            <a:gdLst>
              <a:gd name="connsiteX0" fmla="*/ 102394 w 585787"/>
              <a:gd name="connsiteY0" fmla="*/ 299942 h 300037"/>
              <a:gd name="connsiteX1" fmla="*/ 499300 w 585787"/>
              <a:gd name="connsiteY1" fmla="*/ 299942 h 300037"/>
              <a:gd name="connsiteX2" fmla="*/ 585788 w 585787"/>
              <a:gd name="connsiteY2" fmla="*/ 213455 h 300037"/>
              <a:gd name="connsiteX3" fmla="*/ 499300 w 585787"/>
              <a:gd name="connsiteY3" fmla="*/ 126968 h 300037"/>
              <a:gd name="connsiteX4" fmla="*/ 456533 w 585787"/>
              <a:gd name="connsiteY4" fmla="*/ 138589 h 300037"/>
              <a:gd name="connsiteX5" fmla="*/ 292894 w 585787"/>
              <a:gd name="connsiteY5" fmla="*/ 0 h 300037"/>
              <a:gd name="connsiteX6" fmla="*/ 139827 w 585787"/>
              <a:gd name="connsiteY6" fmla="*/ 102394 h 300037"/>
              <a:gd name="connsiteX7" fmla="*/ 102394 w 585787"/>
              <a:gd name="connsiteY7" fmla="*/ 95250 h 300037"/>
              <a:gd name="connsiteX8" fmla="*/ 0 w 585787"/>
              <a:gd name="connsiteY8" fmla="*/ 197644 h 300037"/>
              <a:gd name="connsiteX9" fmla="*/ 102394 w 585787"/>
              <a:gd name="connsiteY9" fmla="*/ 300037 h 300037"/>
              <a:gd name="connsiteX10" fmla="*/ 102394 w 585787"/>
              <a:gd name="connsiteY10" fmla="*/ 109442 h 300037"/>
              <a:gd name="connsiteX11" fmla="*/ 140684 w 585787"/>
              <a:gd name="connsiteY11" fmla="*/ 118301 h 300037"/>
              <a:gd name="connsiteX12" fmla="*/ 146494 w 585787"/>
              <a:gd name="connsiteY12" fmla="*/ 118491 h 300037"/>
              <a:gd name="connsiteX13" fmla="*/ 150495 w 585787"/>
              <a:gd name="connsiteY13" fmla="*/ 114300 h 300037"/>
              <a:gd name="connsiteX14" fmla="*/ 292894 w 585787"/>
              <a:gd name="connsiteY14" fmla="*/ 14192 h 300037"/>
              <a:gd name="connsiteX15" fmla="*/ 443770 w 585787"/>
              <a:gd name="connsiteY15" fmla="*/ 151543 h 300037"/>
              <a:gd name="connsiteX16" fmla="*/ 448056 w 585787"/>
              <a:gd name="connsiteY16" fmla="*/ 157448 h 300037"/>
              <a:gd name="connsiteX17" fmla="*/ 455295 w 585787"/>
              <a:gd name="connsiteY17" fmla="*/ 156496 h 300037"/>
              <a:gd name="connsiteX18" fmla="*/ 499300 w 585787"/>
              <a:gd name="connsiteY18" fmla="*/ 141161 h 300037"/>
              <a:gd name="connsiteX19" fmla="*/ 571500 w 585787"/>
              <a:gd name="connsiteY19" fmla="*/ 213360 h 300037"/>
              <a:gd name="connsiteX20" fmla="*/ 499300 w 585787"/>
              <a:gd name="connsiteY20" fmla="*/ 285560 h 300037"/>
              <a:gd name="connsiteX21" fmla="*/ 102394 w 585787"/>
              <a:gd name="connsiteY21" fmla="*/ 285560 h 300037"/>
              <a:gd name="connsiteX22" fmla="*/ 14288 w 585787"/>
              <a:gd name="connsiteY22" fmla="*/ 197453 h 300037"/>
              <a:gd name="connsiteX23" fmla="*/ 102394 w 585787"/>
              <a:gd name="connsiteY23" fmla="*/ 109347 h 30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787" h="300037">
                <a:moveTo>
                  <a:pt x="102394" y="299942"/>
                </a:moveTo>
                <a:lnTo>
                  <a:pt x="499300" y="299942"/>
                </a:lnTo>
                <a:cubicBezTo>
                  <a:pt x="547021" y="299942"/>
                  <a:pt x="585788" y="261176"/>
                  <a:pt x="585788" y="213455"/>
                </a:cubicBezTo>
                <a:cubicBezTo>
                  <a:pt x="585788" y="165735"/>
                  <a:pt x="547021" y="126968"/>
                  <a:pt x="499300" y="126968"/>
                </a:cubicBezTo>
                <a:cubicBezTo>
                  <a:pt x="484251" y="126968"/>
                  <a:pt x="469678" y="130969"/>
                  <a:pt x="456533" y="138589"/>
                </a:cubicBezTo>
                <a:cubicBezTo>
                  <a:pt x="443484" y="58769"/>
                  <a:pt x="375095" y="0"/>
                  <a:pt x="292894" y="0"/>
                </a:cubicBezTo>
                <a:cubicBezTo>
                  <a:pt x="225933" y="0"/>
                  <a:pt x="165354" y="40862"/>
                  <a:pt x="139827" y="102394"/>
                </a:cubicBezTo>
                <a:cubicBezTo>
                  <a:pt x="127826" y="97631"/>
                  <a:pt x="115348" y="95250"/>
                  <a:pt x="102394" y="95250"/>
                </a:cubicBezTo>
                <a:cubicBezTo>
                  <a:pt x="45910" y="95250"/>
                  <a:pt x="0" y="141161"/>
                  <a:pt x="0" y="197644"/>
                </a:cubicBezTo>
                <a:cubicBezTo>
                  <a:pt x="0" y="254127"/>
                  <a:pt x="45910" y="300037"/>
                  <a:pt x="102394" y="300037"/>
                </a:cubicBezTo>
                <a:close/>
                <a:moveTo>
                  <a:pt x="102394" y="109442"/>
                </a:moveTo>
                <a:cubicBezTo>
                  <a:pt x="115633" y="109442"/>
                  <a:pt x="128492" y="112395"/>
                  <a:pt x="140684" y="118301"/>
                </a:cubicBezTo>
                <a:cubicBezTo>
                  <a:pt x="142494" y="119158"/>
                  <a:pt x="144590" y="119253"/>
                  <a:pt x="146494" y="118491"/>
                </a:cubicBezTo>
                <a:cubicBezTo>
                  <a:pt x="148400" y="117729"/>
                  <a:pt x="149828" y="116205"/>
                  <a:pt x="150495" y="114300"/>
                </a:cubicBezTo>
                <a:cubicBezTo>
                  <a:pt x="172117" y="54388"/>
                  <a:pt x="229362" y="14192"/>
                  <a:pt x="292894" y="14192"/>
                </a:cubicBezTo>
                <a:cubicBezTo>
                  <a:pt x="371570" y="14192"/>
                  <a:pt x="436531" y="73247"/>
                  <a:pt x="443770" y="151543"/>
                </a:cubicBezTo>
                <a:cubicBezTo>
                  <a:pt x="444056" y="154114"/>
                  <a:pt x="445675" y="156401"/>
                  <a:pt x="448056" y="157448"/>
                </a:cubicBezTo>
                <a:cubicBezTo>
                  <a:pt x="450437" y="158496"/>
                  <a:pt x="453200" y="158115"/>
                  <a:pt x="455295" y="156496"/>
                </a:cubicBezTo>
                <a:cubicBezTo>
                  <a:pt x="468249" y="146494"/>
                  <a:pt x="483489" y="141161"/>
                  <a:pt x="499300" y="141161"/>
                </a:cubicBezTo>
                <a:cubicBezTo>
                  <a:pt x="539115" y="141161"/>
                  <a:pt x="571500" y="173546"/>
                  <a:pt x="571500" y="213360"/>
                </a:cubicBezTo>
                <a:cubicBezTo>
                  <a:pt x="571500" y="253175"/>
                  <a:pt x="539115" y="285560"/>
                  <a:pt x="499300" y="285560"/>
                </a:cubicBezTo>
                <a:lnTo>
                  <a:pt x="102394" y="285560"/>
                </a:lnTo>
                <a:cubicBezTo>
                  <a:pt x="53816" y="285560"/>
                  <a:pt x="14288" y="246031"/>
                  <a:pt x="14288" y="197453"/>
                </a:cubicBezTo>
                <a:cubicBezTo>
                  <a:pt x="14288" y="148876"/>
                  <a:pt x="53816" y="109347"/>
                  <a:pt x="102394" y="109347"/>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81" name="Freeform 106">
            <a:extLst>
              <a:ext uri="{FF2B5EF4-FFF2-40B4-BE49-F238E27FC236}">
                <a16:creationId xmlns:a16="http://schemas.microsoft.com/office/drawing/2014/main" id="{1870D66A-1AEA-2491-0DBD-AEE6C0985A06}"/>
              </a:ext>
            </a:extLst>
          </p:cNvPr>
          <p:cNvSpPr>
            <a:spLocks noChangeAspect="1"/>
          </p:cNvSpPr>
          <p:nvPr/>
        </p:nvSpPr>
        <p:spPr>
          <a:xfrm>
            <a:off x="6208811" y="3218443"/>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82" name="Freeform 106">
            <a:extLst>
              <a:ext uri="{FF2B5EF4-FFF2-40B4-BE49-F238E27FC236}">
                <a16:creationId xmlns:a16="http://schemas.microsoft.com/office/drawing/2014/main" id="{DA8C7FEB-839A-F66C-72B0-DC1BF11FA168}"/>
              </a:ext>
            </a:extLst>
          </p:cNvPr>
          <p:cNvSpPr>
            <a:spLocks noChangeAspect="1"/>
          </p:cNvSpPr>
          <p:nvPr/>
        </p:nvSpPr>
        <p:spPr>
          <a:xfrm>
            <a:off x="4984169" y="4134339"/>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83" name="Freeform 106">
            <a:extLst>
              <a:ext uri="{FF2B5EF4-FFF2-40B4-BE49-F238E27FC236}">
                <a16:creationId xmlns:a16="http://schemas.microsoft.com/office/drawing/2014/main" id="{C5D691F4-CECE-4C29-4A07-EC0FEBF3A626}"/>
              </a:ext>
            </a:extLst>
          </p:cNvPr>
          <p:cNvSpPr>
            <a:spLocks noChangeAspect="1"/>
          </p:cNvSpPr>
          <p:nvPr/>
        </p:nvSpPr>
        <p:spPr>
          <a:xfrm>
            <a:off x="2315149" y="3842443"/>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
        <p:nvSpPr>
          <p:cNvPr id="684" name="Freeform 106">
            <a:extLst>
              <a:ext uri="{FF2B5EF4-FFF2-40B4-BE49-F238E27FC236}">
                <a16:creationId xmlns:a16="http://schemas.microsoft.com/office/drawing/2014/main" id="{1F9F7DA7-8915-1CC8-5C6D-990B9669B0E4}"/>
              </a:ext>
            </a:extLst>
          </p:cNvPr>
          <p:cNvSpPr>
            <a:spLocks noChangeAspect="1"/>
          </p:cNvSpPr>
          <p:nvPr/>
        </p:nvSpPr>
        <p:spPr>
          <a:xfrm>
            <a:off x="3531873" y="3342608"/>
            <a:ext cx="228600" cy="228600"/>
          </a:xfrm>
          <a:custGeom>
            <a:avLst/>
            <a:gdLst>
              <a:gd name="connsiteX0" fmla="*/ 445294 w 585787"/>
              <a:gd name="connsiteY0" fmla="*/ 228600 h 585787"/>
              <a:gd name="connsiteX1" fmla="*/ 140494 w 585787"/>
              <a:gd name="connsiteY1" fmla="*/ 228600 h 585787"/>
              <a:gd name="connsiteX2" fmla="*/ 133350 w 585787"/>
              <a:gd name="connsiteY2" fmla="*/ 235744 h 585787"/>
              <a:gd name="connsiteX3" fmla="*/ 133350 w 585787"/>
              <a:gd name="connsiteY3" fmla="*/ 578644 h 585787"/>
              <a:gd name="connsiteX4" fmla="*/ 140494 w 585787"/>
              <a:gd name="connsiteY4" fmla="*/ 585788 h 585787"/>
              <a:gd name="connsiteX5" fmla="*/ 445294 w 585787"/>
              <a:gd name="connsiteY5" fmla="*/ 585788 h 585787"/>
              <a:gd name="connsiteX6" fmla="*/ 452438 w 585787"/>
              <a:gd name="connsiteY6" fmla="*/ 578644 h 585787"/>
              <a:gd name="connsiteX7" fmla="*/ 452438 w 585787"/>
              <a:gd name="connsiteY7" fmla="*/ 235744 h 585787"/>
              <a:gd name="connsiteX8" fmla="*/ 445294 w 585787"/>
              <a:gd name="connsiteY8" fmla="*/ 228600 h 585787"/>
              <a:gd name="connsiteX9" fmla="*/ 438150 w 585787"/>
              <a:gd name="connsiteY9" fmla="*/ 571500 h 585787"/>
              <a:gd name="connsiteX10" fmla="*/ 147638 w 585787"/>
              <a:gd name="connsiteY10" fmla="*/ 571500 h 585787"/>
              <a:gd name="connsiteX11" fmla="*/ 147638 w 585787"/>
              <a:gd name="connsiteY11" fmla="*/ 471488 h 585787"/>
              <a:gd name="connsiteX12" fmla="*/ 438150 w 585787"/>
              <a:gd name="connsiteY12" fmla="*/ 471488 h 585787"/>
              <a:gd name="connsiteX13" fmla="*/ 438150 w 585787"/>
              <a:gd name="connsiteY13" fmla="*/ 571500 h 585787"/>
              <a:gd name="connsiteX14" fmla="*/ 438150 w 585787"/>
              <a:gd name="connsiteY14" fmla="*/ 457200 h 585787"/>
              <a:gd name="connsiteX15" fmla="*/ 147638 w 585787"/>
              <a:gd name="connsiteY15" fmla="*/ 457200 h 585787"/>
              <a:gd name="connsiteX16" fmla="*/ 147638 w 585787"/>
              <a:gd name="connsiteY16" fmla="*/ 357188 h 585787"/>
              <a:gd name="connsiteX17" fmla="*/ 438150 w 585787"/>
              <a:gd name="connsiteY17" fmla="*/ 357188 h 585787"/>
              <a:gd name="connsiteX18" fmla="*/ 438150 w 585787"/>
              <a:gd name="connsiteY18" fmla="*/ 457200 h 585787"/>
              <a:gd name="connsiteX19" fmla="*/ 438150 w 585787"/>
              <a:gd name="connsiteY19" fmla="*/ 342900 h 585787"/>
              <a:gd name="connsiteX20" fmla="*/ 147638 w 585787"/>
              <a:gd name="connsiteY20" fmla="*/ 342900 h 585787"/>
              <a:gd name="connsiteX21" fmla="*/ 147638 w 585787"/>
              <a:gd name="connsiteY21" fmla="*/ 242888 h 585787"/>
              <a:gd name="connsiteX22" fmla="*/ 438150 w 585787"/>
              <a:gd name="connsiteY22" fmla="*/ 242888 h 585787"/>
              <a:gd name="connsiteX23" fmla="*/ 438150 w 585787"/>
              <a:gd name="connsiteY23" fmla="*/ 342900 h 585787"/>
              <a:gd name="connsiteX24" fmla="*/ 407194 w 585787"/>
              <a:gd name="connsiteY24" fmla="*/ 528638 h 585787"/>
              <a:gd name="connsiteX25" fmla="*/ 292894 w 585787"/>
              <a:gd name="connsiteY25" fmla="*/ 528638 h 585787"/>
              <a:gd name="connsiteX26" fmla="*/ 292894 w 585787"/>
              <a:gd name="connsiteY26" fmla="*/ 514350 h 585787"/>
              <a:gd name="connsiteX27" fmla="*/ 407194 w 585787"/>
              <a:gd name="connsiteY27" fmla="*/ 514350 h 585787"/>
              <a:gd name="connsiteX28" fmla="*/ 407194 w 585787"/>
              <a:gd name="connsiteY28" fmla="*/ 528638 h 585787"/>
              <a:gd name="connsiteX29" fmla="*/ 407194 w 585787"/>
              <a:gd name="connsiteY29" fmla="*/ 414338 h 585787"/>
              <a:gd name="connsiteX30" fmla="*/ 292894 w 585787"/>
              <a:gd name="connsiteY30" fmla="*/ 414338 h 585787"/>
              <a:gd name="connsiteX31" fmla="*/ 292894 w 585787"/>
              <a:gd name="connsiteY31" fmla="*/ 400050 h 585787"/>
              <a:gd name="connsiteX32" fmla="*/ 407194 w 585787"/>
              <a:gd name="connsiteY32" fmla="*/ 400050 h 585787"/>
              <a:gd name="connsiteX33" fmla="*/ 407194 w 585787"/>
              <a:gd name="connsiteY33" fmla="*/ 414338 h 585787"/>
              <a:gd name="connsiteX34" fmla="*/ 407194 w 585787"/>
              <a:gd name="connsiteY34" fmla="*/ 300038 h 585787"/>
              <a:gd name="connsiteX35" fmla="*/ 292894 w 585787"/>
              <a:gd name="connsiteY35" fmla="*/ 300038 h 585787"/>
              <a:gd name="connsiteX36" fmla="*/ 292894 w 585787"/>
              <a:gd name="connsiteY36" fmla="*/ 285750 h 585787"/>
              <a:gd name="connsiteX37" fmla="*/ 407194 w 585787"/>
              <a:gd name="connsiteY37" fmla="*/ 285750 h 585787"/>
              <a:gd name="connsiteX38" fmla="*/ 407194 w 585787"/>
              <a:gd name="connsiteY38" fmla="*/ 300038 h 585787"/>
              <a:gd name="connsiteX39" fmla="*/ 0 w 585787"/>
              <a:gd name="connsiteY39" fmla="*/ 197644 h 585787"/>
              <a:gd name="connsiteX40" fmla="*/ 102394 w 585787"/>
              <a:gd name="connsiteY40" fmla="*/ 95250 h 585787"/>
              <a:gd name="connsiteX41" fmla="*/ 139827 w 585787"/>
              <a:gd name="connsiteY41" fmla="*/ 102394 h 585787"/>
              <a:gd name="connsiteX42" fmla="*/ 292894 w 585787"/>
              <a:gd name="connsiteY42" fmla="*/ 0 h 585787"/>
              <a:gd name="connsiteX43" fmla="*/ 456533 w 585787"/>
              <a:gd name="connsiteY43" fmla="*/ 138589 h 585787"/>
              <a:gd name="connsiteX44" fmla="*/ 499300 w 585787"/>
              <a:gd name="connsiteY44" fmla="*/ 126968 h 585787"/>
              <a:gd name="connsiteX45" fmla="*/ 585788 w 585787"/>
              <a:gd name="connsiteY45" fmla="*/ 213455 h 585787"/>
              <a:gd name="connsiteX46" fmla="*/ 502444 w 585787"/>
              <a:gd name="connsiteY46" fmla="*/ 299942 h 585787"/>
              <a:gd name="connsiteX47" fmla="*/ 483394 w 585787"/>
              <a:gd name="connsiteY47" fmla="*/ 299942 h 585787"/>
              <a:gd name="connsiteX48" fmla="*/ 483394 w 585787"/>
              <a:gd name="connsiteY48" fmla="*/ 285655 h 585787"/>
              <a:gd name="connsiteX49" fmla="*/ 502444 w 585787"/>
              <a:gd name="connsiteY49" fmla="*/ 285655 h 585787"/>
              <a:gd name="connsiteX50" fmla="*/ 571500 w 585787"/>
              <a:gd name="connsiteY50" fmla="*/ 213455 h 585787"/>
              <a:gd name="connsiteX51" fmla="*/ 499300 w 585787"/>
              <a:gd name="connsiteY51" fmla="*/ 141256 h 585787"/>
              <a:gd name="connsiteX52" fmla="*/ 455295 w 585787"/>
              <a:gd name="connsiteY52" fmla="*/ 156591 h 585787"/>
              <a:gd name="connsiteX53" fmla="*/ 448056 w 585787"/>
              <a:gd name="connsiteY53" fmla="*/ 157544 h 585787"/>
              <a:gd name="connsiteX54" fmla="*/ 443770 w 585787"/>
              <a:gd name="connsiteY54" fmla="*/ 151638 h 585787"/>
              <a:gd name="connsiteX55" fmla="*/ 292894 w 585787"/>
              <a:gd name="connsiteY55" fmla="*/ 14288 h 585787"/>
              <a:gd name="connsiteX56" fmla="*/ 150495 w 585787"/>
              <a:gd name="connsiteY56" fmla="*/ 114395 h 585787"/>
              <a:gd name="connsiteX57" fmla="*/ 146494 w 585787"/>
              <a:gd name="connsiteY57" fmla="*/ 118586 h 585787"/>
              <a:gd name="connsiteX58" fmla="*/ 140684 w 585787"/>
              <a:gd name="connsiteY58" fmla="*/ 118396 h 585787"/>
              <a:gd name="connsiteX59" fmla="*/ 102394 w 585787"/>
              <a:gd name="connsiteY59" fmla="*/ 109538 h 585787"/>
              <a:gd name="connsiteX60" fmla="*/ 14288 w 585787"/>
              <a:gd name="connsiteY60" fmla="*/ 197644 h 585787"/>
              <a:gd name="connsiteX61" fmla="*/ 102394 w 585787"/>
              <a:gd name="connsiteY61" fmla="*/ 285750 h 585787"/>
              <a:gd name="connsiteX62" fmla="*/ 102394 w 585787"/>
              <a:gd name="connsiteY62" fmla="*/ 300038 h 585787"/>
              <a:gd name="connsiteX63" fmla="*/ 0 w 585787"/>
              <a:gd name="connsiteY63" fmla="*/ 197644 h 585787"/>
              <a:gd name="connsiteX64" fmla="*/ 169069 w 585787"/>
              <a:gd name="connsiteY64" fmla="*/ 292894 h 585787"/>
              <a:gd name="connsiteX65" fmla="*/ 178594 w 585787"/>
              <a:gd name="connsiteY65" fmla="*/ 283369 h 585787"/>
              <a:gd name="connsiteX66" fmla="*/ 188119 w 585787"/>
              <a:gd name="connsiteY66" fmla="*/ 292894 h 585787"/>
              <a:gd name="connsiteX67" fmla="*/ 178594 w 585787"/>
              <a:gd name="connsiteY67" fmla="*/ 302419 h 585787"/>
              <a:gd name="connsiteX68" fmla="*/ 169069 w 585787"/>
              <a:gd name="connsiteY68" fmla="*/ 292894 h 585787"/>
              <a:gd name="connsiteX69" fmla="*/ 207169 w 585787"/>
              <a:gd name="connsiteY69" fmla="*/ 292894 h 585787"/>
              <a:gd name="connsiteX70" fmla="*/ 216694 w 585787"/>
              <a:gd name="connsiteY70" fmla="*/ 283369 h 585787"/>
              <a:gd name="connsiteX71" fmla="*/ 226219 w 585787"/>
              <a:gd name="connsiteY71" fmla="*/ 292894 h 585787"/>
              <a:gd name="connsiteX72" fmla="*/ 216694 w 585787"/>
              <a:gd name="connsiteY72" fmla="*/ 302419 h 585787"/>
              <a:gd name="connsiteX73" fmla="*/ 207169 w 585787"/>
              <a:gd name="connsiteY73" fmla="*/ 292894 h 585787"/>
              <a:gd name="connsiteX74" fmla="*/ 245269 w 585787"/>
              <a:gd name="connsiteY74" fmla="*/ 292894 h 585787"/>
              <a:gd name="connsiteX75" fmla="*/ 254794 w 585787"/>
              <a:gd name="connsiteY75" fmla="*/ 283369 h 585787"/>
              <a:gd name="connsiteX76" fmla="*/ 264319 w 585787"/>
              <a:gd name="connsiteY76" fmla="*/ 292894 h 585787"/>
              <a:gd name="connsiteX77" fmla="*/ 254794 w 585787"/>
              <a:gd name="connsiteY77" fmla="*/ 302419 h 585787"/>
              <a:gd name="connsiteX78" fmla="*/ 245269 w 585787"/>
              <a:gd name="connsiteY78" fmla="*/ 292894 h 585787"/>
              <a:gd name="connsiteX79" fmla="*/ 169069 w 585787"/>
              <a:gd name="connsiteY79" fmla="*/ 407194 h 585787"/>
              <a:gd name="connsiteX80" fmla="*/ 178594 w 585787"/>
              <a:gd name="connsiteY80" fmla="*/ 397669 h 585787"/>
              <a:gd name="connsiteX81" fmla="*/ 188119 w 585787"/>
              <a:gd name="connsiteY81" fmla="*/ 407194 h 585787"/>
              <a:gd name="connsiteX82" fmla="*/ 178594 w 585787"/>
              <a:gd name="connsiteY82" fmla="*/ 416719 h 585787"/>
              <a:gd name="connsiteX83" fmla="*/ 169069 w 585787"/>
              <a:gd name="connsiteY83" fmla="*/ 407194 h 585787"/>
              <a:gd name="connsiteX84" fmla="*/ 207169 w 585787"/>
              <a:gd name="connsiteY84" fmla="*/ 407194 h 585787"/>
              <a:gd name="connsiteX85" fmla="*/ 216694 w 585787"/>
              <a:gd name="connsiteY85" fmla="*/ 397669 h 585787"/>
              <a:gd name="connsiteX86" fmla="*/ 226219 w 585787"/>
              <a:gd name="connsiteY86" fmla="*/ 407194 h 585787"/>
              <a:gd name="connsiteX87" fmla="*/ 216694 w 585787"/>
              <a:gd name="connsiteY87" fmla="*/ 416719 h 585787"/>
              <a:gd name="connsiteX88" fmla="*/ 207169 w 585787"/>
              <a:gd name="connsiteY88" fmla="*/ 407194 h 585787"/>
              <a:gd name="connsiteX89" fmla="*/ 245269 w 585787"/>
              <a:gd name="connsiteY89" fmla="*/ 407194 h 585787"/>
              <a:gd name="connsiteX90" fmla="*/ 254794 w 585787"/>
              <a:gd name="connsiteY90" fmla="*/ 397669 h 585787"/>
              <a:gd name="connsiteX91" fmla="*/ 264319 w 585787"/>
              <a:gd name="connsiteY91" fmla="*/ 407194 h 585787"/>
              <a:gd name="connsiteX92" fmla="*/ 254794 w 585787"/>
              <a:gd name="connsiteY92" fmla="*/ 416719 h 585787"/>
              <a:gd name="connsiteX93" fmla="*/ 245269 w 585787"/>
              <a:gd name="connsiteY93" fmla="*/ 407194 h 585787"/>
              <a:gd name="connsiteX94" fmla="*/ 169069 w 585787"/>
              <a:gd name="connsiteY94" fmla="*/ 521494 h 585787"/>
              <a:gd name="connsiteX95" fmla="*/ 178594 w 585787"/>
              <a:gd name="connsiteY95" fmla="*/ 511969 h 585787"/>
              <a:gd name="connsiteX96" fmla="*/ 188119 w 585787"/>
              <a:gd name="connsiteY96" fmla="*/ 521494 h 585787"/>
              <a:gd name="connsiteX97" fmla="*/ 178594 w 585787"/>
              <a:gd name="connsiteY97" fmla="*/ 531019 h 585787"/>
              <a:gd name="connsiteX98" fmla="*/ 169069 w 585787"/>
              <a:gd name="connsiteY98" fmla="*/ 521494 h 585787"/>
              <a:gd name="connsiteX99" fmla="*/ 207169 w 585787"/>
              <a:gd name="connsiteY99" fmla="*/ 521494 h 585787"/>
              <a:gd name="connsiteX100" fmla="*/ 216694 w 585787"/>
              <a:gd name="connsiteY100" fmla="*/ 511969 h 585787"/>
              <a:gd name="connsiteX101" fmla="*/ 226219 w 585787"/>
              <a:gd name="connsiteY101" fmla="*/ 521494 h 585787"/>
              <a:gd name="connsiteX102" fmla="*/ 216694 w 585787"/>
              <a:gd name="connsiteY102" fmla="*/ 531019 h 585787"/>
              <a:gd name="connsiteX103" fmla="*/ 207169 w 585787"/>
              <a:gd name="connsiteY103" fmla="*/ 521494 h 585787"/>
              <a:gd name="connsiteX104" fmla="*/ 245269 w 585787"/>
              <a:gd name="connsiteY104" fmla="*/ 521494 h 585787"/>
              <a:gd name="connsiteX105" fmla="*/ 254794 w 585787"/>
              <a:gd name="connsiteY105" fmla="*/ 511969 h 585787"/>
              <a:gd name="connsiteX106" fmla="*/ 264319 w 585787"/>
              <a:gd name="connsiteY106" fmla="*/ 521494 h 585787"/>
              <a:gd name="connsiteX107" fmla="*/ 254794 w 585787"/>
              <a:gd name="connsiteY107" fmla="*/ 531019 h 585787"/>
              <a:gd name="connsiteX108" fmla="*/ 245269 w 585787"/>
              <a:gd name="connsiteY108" fmla="*/ 521494 h 585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85787" h="585787">
                <a:moveTo>
                  <a:pt x="445294" y="228600"/>
                </a:moveTo>
                <a:lnTo>
                  <a:pt x="140494" y="228600"/>
                </a:lnTo>
                <a:cubicBezTo>
                  <a:pt x="136589" y="228600"/>
                  <a:pt x="133350" y="231839"/>
                  <a:pt x="133350" y="235744"/>
                </a:cubicBezTo>
                <a:lnTo>
                  <a:pt x="133350" y="578644"/>
                </a:lnTo>
                <a:cubicBezTo>
                  <a:pt x="133350" y="582549"/>
                  <a:pt x="136589" y="585788"/>
                  <a:pt x="140494" y="585788"/>
                </a:cubicBezTo>
                <a:lnTo>
                  <a:pt x="445294" y="585788"/>
                </a:lnTo>
                <a:cubicBezTo>
                  <a:pt x="449199" y="585788"/>
                  <a:pt x="452438" y="582549"/>
                  <a:pt x="452438" y="578644"/>
                </a:cubicBezTo>
                <a:lnTo>
                  <a:pt x="452438" y="235744"/>
                </a:lnTo>
                <a:cubicBezTo>
                  <a:pt x="452438" y="231839"/>
                  <a:pt x="449199" y="228600"/>
                  <a:pt x="445294" y="228600"/>
                </a:cubicBezTo>
                <a:close/>
                <a:moveTo>
                  <a:pt x="438150" y="571500"/>
                </a:moveTo>
                <a:lnTo>
                  <a:pt x="147638" y="571500"/>
                </a:lnTo>
                <a:lnTo>
                  <a:pt x="147638" y="471488"/>
                </a:lnTo>
                <a:lnTo>
                  <a:pt x="438150" y="471488"/>
                </a:lnTo>
                <a:lnTo>
                  <a:pt x="438150" y="571500"/>
                </a:lnTo>
                <a:close/>
                <a:moveTo>
                  <a:pt x="438150" y="457200"/>
                </a:moveTo>
                <a:lnTo>
                  <a:pt x="147638" y="457200"/>
                </a:lnTo>
                <a:lnTo>
                  <a:pt x="147638" y="357188"/>
                </a:lnTo>
                <a:lnTo>
                  <a:pt x="438150" y="357188"/>
                </a:lnTo>
                <a:lnTo>
                  <a:pt x="438150" y="457200"/>
                </a:lnTo>
                <a:close/>
                <a:moveTo>
                  <a:pt x="438150" y="342900"/>
                </a:moveTo>
                <a:lnTo>
                  <a:pt x="147638" y="342900"/>
                </a:lnTo>
                <a:lnTo>
                  <a:pt x="147638" y="242888"/>
                </a:lnTo>
                <a:lnTo>
                  <a:pt x="438150" y="242888"/>
                </a:lnTo>
                <a:lnTo>
                  <a:pt x="438150" y="342900"/>
                </a:lnTo>
                <a:close/>
                <a:moveTo>
                  <a:pt x="407194" y="528638"/>
                </a:moveTo>
                <a:lnTo>
                  <a:pt x="292894" y="528638"/>
                </a:lnTo>
                <a:lnTo>
                  <a:pt x="292894" y="514350"/>
                </a:lnTo>
                <a:lnTo>
                  <a:pt x="407194" y="514350"/>
                </a:lnTo>
                <a:lnTo>
                  <a:pt x="407194" y="528638"/>
                </a:lnTo>
                <a:close/>
                <a:moveTo>
                  <a:pt x="407194" y="414338"/>
                </a:moveTo>
                <a:lnTo>
                  <a:pt x="292894" y="414338"/>
                </a:lnTo>
                <a:lnTo>
                  <a:pt x="292894" y="400050"/>
                </a:lnTo>
                <a:lnTo>
                  <a:pt x="407194" y="400050"/>
                </a:lnTo>
                <a:lnTo>
                  <a:pt x="407194" y="414338"/>
                </a:lnTo>
                <a:close/>
                <a:moveTo>
                  <a:pt x="407194" y="300038"/>
                </a:moveTo>
                <a:lnTo>
                  <a:pt x="292894" y="300038"/>
                </a:lnTo>
                <a:lnTo>
                  <a:pt x="292894" y="285750"/>
                </a:lnTo>
                <a:lnTo>
                  <a:pt x="407194" y="285750"/>
                </a:lnTo>
                <a:lnTo>
                  <a:pt x="407194" y="300038"/>
                </a:lnTo>
                <a:close/>
                <a:moveTo>
                  <a:pt x="0" y="197644"/>
                </a:moveTo>
                <a:cubicBezTo>
                  <a:pt x="0" y="141161"/>
                  <a:pt x="45910" y="95250"/>
                  <a:pt x="102394" y="95250"/>
                </a:cubicBezTo>
                <a:cubicBezTo>
                  <a:pt x="115253" y="95250"/>
                  <a:pt x="127826" y="97631"/>
                  <a:pt x="139827" y="102394"/>
                </a:cubicBezTo>
                <a:cubicBezTo>
                  <a:pt x="165354" y="40862"/>
                  <a:pt x="225933" y="0"/>
                  <a:pt x="292894" y="0"/>
                </a:cubicBezTo>
                <a:cubicBezTo>
                  <a:pt x="375095" y="0"/>
                  <a:pt x="443484" y="58769"/>
                  <a:pt x="456533" y="138589"/>
                </a:cubicBezTo>
                <a:cubicBezTo>
                  <a:pt x="469678" y="130969"/>
                  <a:pt x="484251" y="126968"/>
                  <a:pt x="499300" y="126968"/>
                </a:cubicBezTo>
                <a:cubicBezTo>
                  <a:pt x="547021" y="126968"/>
                  <a:pt x="585788" y="165735"/>
                  <a:pt x="585788" y="213455"/>
                </a:cubicBezTo>
                <a:cubicBezTo>
                  <a:pt x="585788" y="261175"/>
                  <a:pt x="549212" y="299942"/>
                  <a:pt x="502444" y="299942"/>
                </a:cubicBezTo>
                <a:lnTo>
                  <a:pt x="483394" y="299942"/>
                </a:lnTo>
                <a:lnTo>
                  <a:pt x="483394" y="285655"/>
                </a:lnTo>
                <a:lnTo>
                  <a:pt x="502444" y="285655"/>
                </a:lnTo>
                <a:cubicBezTo>
                  <a:pt x="541211" y="285655"/>
                  <a:pt x="571500" y="253937"/>
                  <a:pt x="571500" y="213455"/>
                </a:cubicBezTo>
                <a:cubicBezTo>
                  <a:pt x="571500" y="172974"/>
                  <a:pt x="539115" y="141256"/>
                  <a:pt x="499300" y="141256"/>
                </a:cubicBezTo>
                <a:cubicBezTo>
                  <a:pt x="483489" y="141256"/>
                  <a:pt x="468249" y="146590"/>
                  <a:pt x="455295" y="156591"/>
                </a:cubicBezTo>
                <a:cubicBezTo>
                  <a:pt x="453200" y="158210"/>
                  <a:pt x="450437" y="158496"/>
                  <a:pt x="448056" y="157544"/>
                </a:cubicBezTo>
                <a:cubicBezTo>
                  <a:pt x="445675" y="156496"/>
                  <a:pt x="444056" y="154210"/>
                  <a:pt x="443770" y="151638"/>
                </a:cubicBezTo>
                <a:cubicBezTo>
                  <a:pt x="436436" y="73343"/>
                  <a:pt x="371570" y="14288"/>
                  <a:pt x="292894" y="14288"/>
                </a:cubicBezTo>
                <a:cubicBezTo>
                  <a:pt x="229362" y="14288"/>
                  <a:pt x="172117" y="54483"/>
                  <a:pt x="150495" y="114395"/>
                </a:cubicBezTo>
                <a:cubicBezTo>
                  <a:pt x="149828" y="116300"/>
                  <a:pt x="148304" y="117824"/>
                  <a:pt x="146494" y="118586"/>
                </a:cubicBezTo>
                <a:cubicBezTo>
                  <a:pt x="144590" y="119348"/>
                  <a:pt x="142494" y="119253"/>
                  <a:pt x="140684" y="118396"/>
                </a:cubicBezTo>
                <a:cubicBezTo>
                  <a:pt x="128588" y="112490"/>
                  <a:pt x="115729" y="109538"/>
                  <a:pt x="102394" y="109538"/>
                </a:cubicBezTo>
                <a:cubicBezTo>
                  <a:pt x="53816" y="109538"/>
                  <a:pt x="14288" y="149066"/>
                  <a:pt x="14288" y="197644"/>
                </a:cubicBezTo>
                <a:cubicBezTo>
                  <a:pt x="14288" y="246221"/>
                  <a:pt x="53816" y="285750"/>
                  <a:pt x="102394" y="285750"/>
                </a:cubicBezTo>
                <a:lnTo>
                  <a:pt x="102394" y="300038"/>
                </a:lnTo>
                <a:cubicBezTo>
                  <a:pt x="45910" y="300038"/>
                  <a:pt x="0" y="254127"/>
                  <a:pt x="0" y="197644"/>
                </a:cubicBezTo>
                <a:close/>
                <a:moveTo>
                  <a:pt x="169069" y="292894"/>
                </a:moveTo>
                <a:cubicBezTo>
                  <a:pt x="169069" y="287655"/>
                  <a:pt x="173355" y="283369"/>
                  <a:pt x="178594" y="283369"/>
                </a:cubicBezTo>
                <a:cubicBezTo>
                  <a:pt x="183833" y="283369"/>
                  <a:pt x="188119" y="287655"/>
                  <a:pt x="188119" y="292894"/>
                </a:cubicBezTo>
                <a:cubicBezTo>
                  <a:pt x="188119" y="298133"/>
                  <a:pt x="183833" y="302419"/>
                  <a:pt x="178594" y="302419"/>
                </a:cubicBezTo>
                <a:cubicBezTo>
                  <a:pt x="173355" y="302419"/>
                  <a:pt x="169069" y="298133"/>
                  <a:pt x="169069" y="292894"/>
                </a:cubicBezTo>
                <a:close/>
                <a:moveTo>
                  <a:pt x="207169" y="292894"/>
                </a:moveTo>
                <a:cubicBezTo>
                  <a:pt x="207169" y="287655"/>
                  <a:pt x="211455" y="283369"/>
                  <a:pt x="216694" y="283369"/>
                </a:cubicBezTo>
                <a:cubicBezTo>
                  <a:pt x="221933" y="283369"/>
                  <a:pt x="226219" y="287655"/>
                  <a:pt x="226219" y="292894"/>
                </a:cubicBezTo>
                <a:cubicBezTo>
                  <a:pt x="226219" y="298133"/>
                  <a:pt x="221933" y="302419"/>
                  <a:pt x="216694" y="302419"/>
                </a:cubicBezTo>
                <a:cubicBezTo>
                  <a:pt x="211455" y="302419"/>
                  <a:pt x="207169" y="298133"/>
                  <a:pt x="207169" y="292894"/>
                </a:cubicBezTo>
                <a:close/>
                <a:moveTo>
                  <a:pt x="245269" y="292894"/>
                </a:moveTo>
                <a:cubicBezTo>
                  <a:pt x="245269" y="287655"/>
                  <a:pt x="249555" y="283369"/>
                  <a:pt x="254794" y="283369"/>
                </a:cubicBezTo>
                <a:cubicBezTo>
                  <a:pt x="260033" y="283369"/>
                  <a:pt x="264319" y="287655"/>
                  <a:pt x="264319" y="292894"/>
                </a:cubicBezTo>
                <a:cubicBezTo>
                  <a:pt x="264319" y="298133"/>
                  <a:pt x="260033" y="302419"/>
                  <a:pt x="254794" y="302419"/>
                </a:cubicBezTo>
                <a:cubicBezTo>
                  <a:pt x="249555" y="302419"/>
                  <a:pt x="245269" y="298133"/>
                  <a:pt x="245269" y="292894"/>
                </a:cubicBezTo>
                <a:close/>
                <a:moveTo>
                  <a:pt x="169069" y="407194"/>
                </a:moveTo>
                <a:cubicBezTo>
                  <a:pt x="169069" y="401955"/>
                  <a:pt x="173355" y="397669"/>
                  <a:pt x="178594" y="397669"/>
                </a:cubicBezTo>
                <a:cubicBezTo>
                  <a:pt x="183833" y="397669"/>
                  <a:pt x="188119" y="401955"/>
                  <a:pt x="188119" y="407194"/>
                </a:cubicBezTo>
                <a:cubicBezTo>
                  <a:pt x="188119" y="412433"/>
                  <a:pt x="183833" y="416719"/>
                  <a:pt x="178594" y="416719"/>
                </a:cubicBezTo>
                <a:cubicBezTo>
                  <a:pt x="173355" y="416719"/>
                  <a:pt x="169069" y="412433"/>
                  <a:pt x="169069" y="407194"/>
                </a:cubicBezTo>
                <a:close/>
                <a:moveTo>
                  <a:pt x="207169" y="407194"/>
                </a:moveTo>
                <a:cubicBezTo>
                  <a:pt x="207169" y="401955"/>
                  <a:pt x="211455" y="397669"/>
                  <a:pt x="216694" y="397669"/>
                </a:cubicBezTo>
                <a:cubicBezTo>
                  <a:pt x="221933" y="397669"/>
                  <a:pt x="226219" y="401955"/>
                  <a:pt x="226219" y="407194"/>
                </a:cubicBezTo>
                <a:cubicBezTo>
                  <a:pt x="226219" y="412433"/>
                  <a:pt x="221933" y="416719"/>
                  <a:pt x="216694" y="416719"/>
                </a:cubicBezTo>
                <a:cubicBezTo>
                  <a:pt x="211455" y="416719"/>
                  <a:pt x="207169" y="412433"/>
                  <a:pt x="207169" y="407194"/>
                </a:cubicBezTo>
                <a:close/>
                <a:moveTo>
                  <a:pt x="245269" y="407194"/>
                </a:moveTo>
                <a:cubicBezTo>
                  <a:pt x="245269" y="401955"/>
                  <a:pt x="249555" y="397669"/>
                  <a:pt x="254794" y="397669"/>
                </a:cubicBezTo>
                <a:cubicBezTo>
                  <a:pt x="260033" y="397669"/>
                  <a:pt x="264319" y="401955"/>
                  <a:pt x="264319" y="407194"/>
                </a:cubicBezTo>
                <a:cubicBezTo>
                  <a:pt x="264319" y="412433"/>
                  <a:pt x="260033" y="416719"/>
                  <a:pt x="254794" y="416719"/>
                </a:cubicBezTo>
                <a:cubicBezTo>
                  <a:pt x="249555" y="416719"/>
                  <a:pt x="245269" y="412433"/>
                  <a:pt x="245269" y="407194"/>
                </a:cubicBezTo>
                <a:close/>
                <a:moveTo>
                  <a:pt x="169069" y="521494"/>
                </a:moveTo>
                <a:cubicBezTo>
                  <a:pt x="169069" y="516255"/>
                  <a:pt x="173355" y="511969"/>
                  <a:pt x="178594" y="511969"/>
                </a:cubicBezTo>
                <a:cubicBezTo>
                  <a:pt x="183833" y="511969"/>
                  <a:pt x="188119" y="516255"/>
                  <a:pt x="188119" y="521494"/>
                </a:cubicBezTo>
                <a:cubicBezTo>
                  <a:pt x="188119" y="526733"/>
                  <a:pt x="183833" y="531019"/>
                  <a:pt x="178594" y="531019"/>
                </a:cubicBezTo>
                <a:cubicBezTo>
                  <a:pt x="173355" y="531019"/>
                  <a:pt x="169069" y="526733"/>
                  <a:pt x="169069" y="521494"/>
                </a:cubicBezTo>
                <a:close/>
                <a:moveTo>
                  <a:pt x="207169" y="521494"/>
                </a:moveTo>
                <a:cubicBezTo>
                  <a:pt x="207169" y="516255"/>
                  <a:pt x="211455" y="511969"/>
                  <a:pt x="216694" y="511969"/>
                </a:cubicBezTo>
                <a:cubicBezTo>
                  <a:pt x="221933" y="511969"/>
                  <a:pt x="226219" y="516255"/>
                  <a:pt x="226219" y="521494"/>
                </a:cubicBezTo>
                <a:cubicBezTo>
                  <a:pt x="226219" y="526733"/>
                  <a:pt x="221933" y="531019"/>
                  <a:pt x="216694" y="531019"/>
                </a:cubicBezTo>
                <a:cubicBezTo>
                  <a:pt x="211455" y="531019"/>
                  <a:pt x="207169" y="526733"/>
                  <a:pt x="207169" y="521494"/>
                </a:cubicBezTo>
                <a:close/>
                <a:moveTo>
                  <a:pt x="245269" y="521494"/>
                </a:moveTo>
                <a:cubicBezTo>
                  <a:pt x="245269" y="516255"/>
                  <a:pt x="249555" y="511969"/>
                  <a:pt x="254794" y="511969"/>
                </a:cubicBezTo>
                <a:cubicBezTo>
                  <a:pt x="260033" y="511969"/>
                  <a:pt x="264319" y="516255"/>
                  <a:pt x="264319" y="521494"/>
                </a:cubicBezTo>
                <a:cubicBezTo>
                  <a:pt x="264319" y="526733"/>
                  <a:pt x="260033" y="531019"/>
                  <a:pt x="254794" y="531019"/>
                </a:cubicBezTo>
                <a:cubicBezTo>
                  <a:pt x="249555" y="531019"/>
                  <a:pt x="245269" y="526733"/>
                  <a:pt x="245269" y="521494"/>
                </a:cubicBezTo>
                <a:close/>
              </a:path>
            </a:pathLst>
          </a:custGeom>
          <a:solidFill>
            <a:schemeClr val="bg1">
              <a:lumMod val="50000"/>
            </a:schemeClr>
          </a:solidFill>
          <a:ln w="3175" cap="flat">
            <a:noFill/>
            <a:prstDash val="solid"/>
            <a:miter/>
          </a:ln>
        </p:spPr>
        <p:txBody>
          <a:bodyPr rtlCol="0" anchor="ctr"/>
          <a:lstStyle/>
          <a:p>
            <a:endParaRPr lang="en-US" dirty="0">
              <a:solidFill>
                <a:schemeClr val="bg2"/>
              </a:solidFill>
              <a:latin typeface="Inter" panose="02000503000000020004" pitchFamily="2" charset="0"/>
            </a:endParaRPr>
          </a:p>
        </p:txBody>
      </p:sp>
    </p:spTree>
    <p:extLst>
      <p:ext uri="{BB962C8B-B14F-4D97-AF65-F5344CB8AC3E}">
        <p14:creationId xmlns:p14="http://schemas.microsoft.com/office/powerpoint/2010/main" val="3652109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25813-D256-AC25-0838-9C47B416E091}"/>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C64B571-9919-3056-18A6-2E01470D5826}"/>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E5C51FE1-DB89-37DD-C938-ACF4BD75CFA2}"/>
              </a:ext>
            </a:extLst>
          </p:cNvPr>
          <p:cNvSpPr>
            <a:spLocks noGrp="1"/>
          </p:cNvSpPr>
          <p:nvPr>
            <p:ph type="title"/>
          </p:nvPr>
        </p:nvSpPr>
        <p:spPr/>
        <p:txBody>
          <a:bodyPr/>
          <a:lstStyle/>
          <a:p>
            <a:r>
              <a:rPr lang="en-US" dirty="0"/>
              <a:t>One third slide, section, title layout 1, body copy added</a:t>
            </a:r>
            <a:br>
              <a:rPr lang="en-US" dirty="0"/>
            </a:br>
            <a:endParaRPr lang="en-US" dirty="0"/>
          </a:p>
        </p:txBody>
      </p:sp>
      <p:sp>
        <p:nvSpPr>
          <p:cNvPr id="12" name="Text Placeholder 11">
            <a:extLst>
              <a:ext uri="{FF2B5EF4-FFF2-40B4-BE49-F238E27FC236}">
                <a16:creationId xmlns:a16="http://schemas.microsoft.com/office/drawing/2014/main" id="{71577800-45B6-1828-30D5-5CF39B384F64}"/>
              </a:ext>
            </a:extLst>
          </p:cNvPr>
          <p:cNvSpPr>
            <a:spLocks noGrp="1"/>
          </p:cNvSpPr>
          <p:nvPr>
            <p:ph type="body" sz="quarter" idx="13"/>
          </p:nvPr>
        </p:nvSpPr>
        <p:spPr/>
        <p:txBody>
          <a:bodyPr/>
          <a:lstStyle/>
          <a:p>
            <a:r>
              <a:rPr lang="en-US" dirty="0"/>
              <a:t>Body copy placeholder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sed dolor set diam dolore.</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a:t>
            </a:r>
          </a:p>
        </p:txBody>
      </p:sp>
      <p:pic>
        <p:nvPicPr>
          <p:cNvPr id="15" name="Picture Placeholder 14" descr="A person wearing headphones on a conference call at an office desk">
            <a:extLst>
              <a:ext uri="{FF2B5EF4-FFF2-40B4-BE49-F238E27FC236}">
                <a16:creationId xmlns:a16="http://schemas.microsoft.com/office/drawing/2014/main" id="{F2DD161E-85E6-04DB-230F-1D7220A1B0F8}"/>
              </a:ext>
            </a:extLst>
          </p:cNvPr>
          <p:cNvPicPr>
            <a:picLocks noGrp="1" noChangeAspect="1"/>
          </p:cNvPicPr>
          <p:nvPr>
            <p:ph type="pic" sz="quarter" idx="14"/>
          </p:nvPr>
        </p:nvPicPr>
        <p:blipFill>
          <a:blip r:embed="rId2" cstate="print">
            <a:extLst>
              <a:ext uri="{28A0092B-C50C-407E-A947-70E740481C1C}">
                <a14:useLocalDpi xmlns:a14="http://schemas.microsoft.com/office/drawing/2010/main"/>
              </a:ext>
            </a:extLst>
          </a:blip>
          <a:srcRect t="2527" b="2527"/>
          <a:stretch/>
        </p:blipFill>
        <p:spPr/>
      </p:pic>
    </p:spTree>
    <p:extLst>
      <p:ext uri="{BB962C8B-B14F-4D97-AF65-F5344CB8AC3E}">
        <p14:creationId xmlns:p14="http://schemas.microsoft.com/office/powerpoint/2010/main" val="411022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E435E-172A-6799-4E46-751AC13CD0F0}"/>
              </a:ext>
            </a:extLst>
          </p:cNvPr>
          <p:cNvSpPr>
            <a:spLocks noGrp="1"/>
          </p:cNvSpPr>
          <p:nvPr>
            <p:ph type="title"/>
          </p:nvPr>
        </p:nvSpPr>
        <p:spPr/>
        <p:txBody>
          <a:bodyPr/>
          <a:lstStyle/>
          <a:p>
            <a:r>
              <a:rPr lang="en-US" dirty="0"/>
              <a:t>Third slide, title, photo, added body copy, lorum ipsum dolor</a:t>
            </a:r>
          </a:p>
        </p:txBody>
      </p:sp>
      <p:pic>
        <p:nvPicPr>
          <p:cNvPr id="4" name="Picture Placeholder 17">
            <a:extLst>
              <a:ext uri="{FF2B5EF4-FFF2-40B4-BE49-F238E27FC236}">
                <a16:creationId xmlns:a16="http://schemas.microsoft.com/office/drawing/2014/main" id="{753BB677-E6EF-ABF7-4BA1-A5EFA713B14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8400" r="28400"/>
          <a:stretch>
            <a:fillRect/>
          </a:stretch>
        </p:blipFill>
        <p:spPr/>
      </p:pic>
      <p:sp>
        <p:nvSpPr>
          <p:cNvPr id="5" name="TextBox 4">
            <a:extLst>
              <a:ext uri="{FF2B5EF4-FFF2-40B4-BE49-F238E27FC236}">
                <a16:creationId xmlns:a16="http://schemas.microsoft.com/office/drawing/2014/main" id="{54E36610-1B92-167B-268E-05C8068239C8}"/>
              </a:ext>
            </a:extLst>
          </p:cNvPr>
          <p:cNvSpPr txBox="1"/>
          <p:nvPr/>
        </p:nvSpPr>
        <p:spPr>
          <a:xfrm>
            <a:off x="323850" y="2181225"/>
            <a:ext cx="3328988" cy="3518912"/>
          </a:xfrm>
          <a:prstGeom prst="rect">
            <a:avLst/>
          </a:prstGeom>
          <a:noFill/>
        </p:spPr>
        <p:txBody>
          <a:bodyPr wrap="square" lIns="0" tIns="0" rIns="0" bIns="0">
            <a:spAutoFit/>
          </a:bodyPr>
          <a:lstStyle/>
          <a:p>
            <a:pPr algn="l" defTabSz="912276" rtl="0" eaLnBrk="1" fontAlgn="base" hangingPunct="1">
              <a:lnSpc>
                <a:spcPct val="100000"/>
              </a:lnSpc>
              <a:spcBef>
                <a:spcPts val="0"/>
              </a:spcBef>
              <a:spcAft>
                <a:spcPts val="1000"/>
              </a:spcAft>
              <a:buClr>
                <a:schemeClr val="bg1"/>
              </a:buClr>
              <a:buSzPct val="100000"/>
            </a:pPr>
            <a:r>
              <a:rPr lang="en-US" sz="2000" dirty="0">
                <a:ea typeface="ＭＳ Ｐゴシック" charset="0"/>
              </a:rPr>
              <a:t>Heading</a:t>
            </a:r>
          </a:p>
          <a:p>
            <a:pPr algn="l" defTabSz="912276" rtl="0" eaLnBrk="1" fontAlgn="base" hangingPunct="1">
              <a:lnSpc>
                <a:spcPct val="100000"/>
              </a:lnSpc>
              <a:spcBef>
                <a:spcPts val="0"/>
              </a:spcBef>
              <a:spcAft>
                <a:spcPts val="1000"/>
              </a:spcAft>
              <a:buClr>
                <a:schemeClr val="bg1"/>
              </a:buClr>
              <a:buSzPct val="100000"/>
            </a:pPr>
            <a:r>
              <a:rPr lang="en-US" sz="1600" kern="1200" dirty="0">
                <a:ea typeface="ＭＳ Ｐゴシック" charset="0"/>
              </a:rPr>
              <a:t>Body copy placeholder lorem ipsum dolor sit </a:t>
            </a:r>
            <a:r>
              <a:rPr lang="en-US" sz="1600" kern="1200" dirty="0" err="1">
                <a:ea typeface="ＭＳ Ｐゴシック" charset="0"/>
              </a:rPr>
              <a:t>amet</a:t>
            </a:r>
            <a:r>
              <a:rPr lang="en-US" sz="1600" kern="1200" dirty="0">
                <a:ea typeface="ＭＳ Ｐゴシック" charset="0"/>
              </a:rPr>
              <a:t>, </a:t>
            </a:r>
            <a:r>
              <a:rPr lang="en-US" sz="1600" kern="1200" dirty="0" err="1">
                <a:ea typeface="ＭＳ Ｐゴシック" charset="0"/>
              </a:rPr>
              <a:t>consectetuer</a:t>
            </a:r>
            <a:r>
              <a:rPr lang="en-US" sz="1600" kern="1200" dirty="0">
                <a:ea typeface="ＭＳ Ｐゴシック" charset="0"/>
              </a:rPr>
              <a:t> </a:t>
            </a:r>
            <a:r>
              <a:rPr lang="en-US" sz="1600" kern="1200" dirty="0" err="1">
                <a:ea typeface="ＭＳ Ｐゴシック" charset="0"/>
              </a:rPr>
              <a:t>adipiscing</a:t>
            </a:r>
            <a:r>
              <a:rPr lang="en-US" sz="1600" kern="1200" dirty="0">
                <a:ea typeface="ＭＳ Ｐゴシック" charset="0"/>
              </a:rPr>
              <a:t> </a:t>
            </a:r>
            <a:r>
              <a:rPr lang="en-US" sz="1600" kern="1200" dirty="0" err="1">
                <a:ea typeface="ＭＳ Ｐゴシック" charset="0"/>
              </a:rPr>
              <a:t>elit</a:t>
            </a:r>
            <a:r>
              <a:rPr lang="en-US" sz="1600" kern="1200" dirty="0">
                <a:ea typeface="ＭＳ Ｐゴシック" charset="0"/>
              </a:rPr>
              <a:t>, sed diam </a:t>
            </a:r>
            <a:r>
              <a:rPr lang="en-US" sz="1600" kern="1200" dirty="0" err="1">
                <a:ea typeface="ＭＳ Ｐゴシック" charset="0"/>
              </a:rPr>
              <a:t>nonummy</a:t>
            </a:r>
            <a:r>
              <a:rPr lang="en-US" sz="1600" kern="1200" dirty="0">
                <a:ea typeface="ＭＳ Ｐゴシック" charset="0"/>
              </a:rPr>
              <a:t> </a:t>
            </a:r>
            <a:r>
              <a:rPr lang="en-US" sz="1600" kern="1200" dirty="0" err="1">
                <a:ea typeface="ＭＳ Ｐゴシック" charset="0"/>
              </a:rPr>
              <a:t>nibh</a:t>
            </a:r>
            <a:r>
              <a:rPr lang="en-US" sz="1600" kern="1200" dirty="0">
                <a:ea typeface="ＭＳ Ｐゴシック" charset="0"/>
              </a:rPr>
              <a:t> </a:t>
            </a:r>
            <a:r>
              <a:rPr lang="en-US" sz="1600" kern="1200" dirty="0" err="1">
                <a:ea typeface="ＭＳ Ｐゴシック" charset="0"/>
              </a:rPr>
              <a:t>euismod</a:t>
            </a:r>
            <a:r>
              <a:rPr lang="en-US" sz="1600" kern="1200" dirty="0">
                <a:ea typeface="ＭＳ Ｐゴシック" charset="0"/>
              </a:rPr>
              <a:t> </a:t>
            </a:r>
            <a:r>
              <a:rPr lang="en-US" sz="1600" kern="1200" dirty="0" err="1">
                <a:ea typeface="ＭＳ Ｐゴシック" charset="0"/>
              </a:rPr>
              <a:t>tincidunt</a:t>
            </a:r>
            <a:r>
              <a:rPr lang="en-US" sz="1600" kern="1200" dirty="0">
                <a:ea typeface="ＭＳ Ｐゴシック" charset="0"/>
              </a:rPr>
              <a:t> </a:t>
            </a:r>
            <a:r>
              <a:rPr lang="en-US" sz="1600" kern="1200" dirty="0" err="1">
                <a:ea typeface="ＭＳ Ｐゴシック" charset="0"/>
              </a:rPr>
              <a:t>ut</a:t>
            </a:r>
            <a:r>
              <a:rPr lang="en-US" sz="1600" kern="1200" dirty="0">
                <a:ea typeface="ＭＳ Ｐゴシック" charset="0"/>
              </a:rPr>
              <a:t> </a:t>
            </a:r>
            <a:r>
              <a:rPr lang="en-US" sz="1600" kern="1200" dirty="0" err="1">
                <a:ea typeface="ＭＳ Ｐゴシック" charset="0"/>
              </a:rPr>
              <a:t>laoreet</a:t>
            </a:r>
            <a:r>
              <a:rPr lang="en-US" sz="1600" kern="1200" dirty="0">
                <a:ea typeface="ＭＳ Ｐゴシック" charset="0"/>
              </a:rPr>
              <a:t> dolore magna </a:t>
            </a:r>
            <a:r>
              <a:rPr lang="en-US" sz="1600" kern="1200" dirty="0" err="1">
                <a:ea typeface="ＭＳ Ｐゴシック" charset="0"/>
              </a:rPr>
              <a:t>aliquam</a:t>
            </a:r>
            <a:r>
              <a:rPr lang="en-US" sz="1600" kern="1200" dirty="0">
                <a:ea typeface="ＭＳ Ｐゴシック" charset="0"/>
              </a:rPr>
              <a:t> </a:t>
            </a:r>
            <a:r>
              <a:rPr lang="en-US" sz="1600" kern="1200" dirty="0" err="1">
                <a:ea typeface="ＭＳ Ｐゴシック" charset="0"/>
              </a:rPr>
              <a:t>erat</a:t>
            </a:r>
            <a:r>
              <a:rPr lang="en-US" sz="1600" kern="1200" dirty="0">
                <a:ea typeface="ＭＳ Ｐゴシック" charset="0"/>
              </a:rPr>
              <a:t> </a:t>
            </a:r>
            <a:r>
              <a:rPr lang="en-US" sz="1600" kern="1200" dirty="0" err="1">
                <a:ea typeface="ＭＳ Ｐゴシック" charset="0"/>
              </a:rPr>
              <a:t>volutpat</a:t>
            </a:r>
            <a:r>
              <a:rPr lang="en-US" sz="1600" dirty="0">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ea typeface="ＭＳ Ｐゴシック" charset="0"/>
              </a:rPr>
              <a:t>Lorem ipsum dolor sit </a:t>
            </a:r>
            <a:r>
              <a:rPr lang="en-US" sz="1600" kern="1200" dirty="0" err="1">
                <a:ea typeface="ＭＳ Ｐゴシック" charset="0"/>
              </a:rPr>
              <a:t>amet</a:t>
            </a:r>
            <a:r>
              <a:rPr lang="en-US" sz="1600" kern="1200" dirty="0">
                <a:ea typeface="ＭＳ Ｐゴシック" charset="0"/>
              </a:rPr>
              <a:t>, </a:t>
            </a:r>
            <a:r>
              <a:rPr lang="en-US" sz="1600" kern="1200" dirty="0" err="1">
                <a:ea typeface="ＭＳ Ｐゴシック" charset="0"/>
              </a:rPr>
              <a:t>consectetuer</a:t>
            </a:r>
            <a:r>
              <a:rPr lang="en-US" sz="1600" kern="1200" dirty="0">
                <a:ea typeface="ＭＳ Ｐゴシック" charset="0"/>
              </a:rPr>
              <a:t> </a:t>
            </a:r>
            <a:r>
              <a:rPr lang="en-US" sz="1600" kern="1200" dirty="0" err="1">
                <a:ea typeface="ＭＳ Ｐゴシック" charset="0"/>
              </a:rPr>
              <a:t>adipiscing</a:t>
            </a:r>
            <a:r>
              <a:rPr lang="en-US" sz="1600" kern="1200" dirty="0">
                <a:ea typeface="ＭＳ Ｐゴシック" charset="0"/>
              </a:rPr>
              <a:t> </a:t>
            </a:r>
            <a:r>
              <a:rPr lang="en-US" sz="1600" kern="1200" dirty="0" err="1">
                <a:ea typeface="ＭＳ Ｐゴシック" charset="0"/>
              </a:rPr>
              <a:t>elit</a:t>
            </a:r>
            <a:r>
              <a:rPr lang="en-US" sz="1600" kern="1200" dirty="0">
                <a:ea typeface="ＭＳ Ｐゴシック" charset="0"/>
              </a:rPr>
              <a:t>, sed diam </a:t>
            </a:r>
            <a:r>
              <a:rPr lang="en-US" sz="1600" kern="1200" dirty="0" err="1">
                <a:ea typeface="ＭＳ Ｐゴシック" charset="0"/>
              </a:rPr>
              <a:t>nonummy</a:t>
            </a:r>
            <a:r>
              <a:rPr lang="en-US" sz="1600" kern="1200" dirty="0">
                <a:ea typeface="ＭＳ Ｐゴシック" charset="0"/>
              </a:rPr>
              <a:t> </a:t>
            </a:r>
            <a:r>
              <a:rPr lang="en-US" sz="1600" kern="1200" dirty="0" err="1">
                <a:ea typeface="ＭＳ Ｐゴシック" charset="0"/>
              </a:rPr>
              <a:t>nibh</a:t>
            </a:r>
            <a:r>
              <a:rPr lang="en-US" sz="1600" kern="1200" dirty="0">
                <a:ea typeface="ＭＳ Ｐゴシック" charset="0"/>
              </a:rPr>
              <a:t> </a:t>
            </a:r>
            <a:r>
              <a:rPr lang="en-US" sz="1600" kern="1200" dirty="0" err="1">
                <a:ea typeface="ＭＳ Ｐゴシック" charset="0"/>
              </a:rPr>
              <a:t>euismod</a:t>
            </a:r>
            <a:r>
              <a:rPr lang="en-US" sz="1600" kern="1200" dirty="0">
                <a:ea typeface="ＭＳ Ｐゴシック" charset="0"/>
              </a:rPr>
              <a:t> </a:t>
            </a:r>
            <a:r>
              <a:rPr lang="en-US" sz="1600" kern="1200" dirty="0" err="1">
                <a:ea typeface="ＭＳ Ｐゴシック" charset="0"/>
              </a:rPr>
              <a:t>tincidunt</a:t>
            </a:r>
            <a:r>
              <a:rPr lang="en-US" sz="1600" kern="1200" dirty="0">
                <a:ea typeface="ＭＳ Ｐゴシック" charset="0"/>
              </a:rPr>
              <a:t> </a:t>
            </a:r>
            <a:r>
              <a:rPr lang="en-US" sz="1600" kern="1200" dirty="0" err="1">
                <a:ea typeface="ＭＳ Ｐゴシック" charset="0"/>
              </a:rPr>
              <a:t>ut</a:t>
            </a:r>
            <a:r>
              <a:rPr lang="en-US" sz="1600" kern="1200" dirty="0">
                <a:ea typeface="ＭＳ Ｐゴシック" charset="0"/>
              </a:rPr>
              <a:t> </a:t>
            </a:r>
            <a:r>
              <a:rPr lang="en-US" sz="1600" kern="1200" dirty="0" err="1">
                <a:ea typeface="ＭＳ Ｐゴシック" charset="0"/>
              </a:rPr>
              <a:t>laoreet</a:t>
            </a:r>
            <a:r>
              <a:rPr lang="en-US" sz="1600" kern="1200" dirty="0">
                <a:ea typeface="ＭＳ Ｐゴシック" charset="0"/>
              </a:rPr>
              <a:t> dolore magna </a:t>
            </a:r>
            <a:r>
              <a:rPr lang="en-US" sz="1600" kern="1200" dirty="0" err="1">
                <a:ea typeface="ＭＳ Ｐゴシック" charset="0"/>
              </a:rPr>
              <a:t>aliquam</a:t>
            </a:r>
            <a:r>
              <a:rPr lang="en-US" sz="1600" kern="1200" dirty="0">
                <a:ea typeface="ＭＳ Ｐゴシック" charset="0"/>
              </a:rPr>
              <a:t> </a:t>
            </a:r>
            <a:r>
              <a:rPr lang="en-US" sz="1600" kern="1200" dirty="0" err="1">
                <a:ea typeface="ＭＳ Ｐゴシック" charset="0"/>
              </a:rPr>
              <a:t>erat</a:t>
            </a:r>
            <a:r>
              <a:rPr lang="en-US" sz="1600" kern="1200" dirty="0">
                <a:ea typeface="ＭＳ Ｐゴシック" charset="0"/>
              </a:rPr>
              <a:t> </a:t>
            </a:r>
            <a:r>
              <a:rPr lang="en-US" sz="1600" kern="1200" dirty="0" err="1">
                <a:ea typeface="ＭＳ Ｐゴシック" charset="0"/>
              </a:rPr>
              <a:t>volutpat</a:t>
            </a:r>
            <a:r>
              <a:rPr lang="en-US" sz="1600" dirty="0">
                <a:ea typeface="ＭＳ Ｐゴシック" charset="0"/>
              </a:rPr>
              <a:t> sed dolor.</a:t>
            </a:r>
            <a:endParaRPr lang="en-US" sz="1600" kern="1200" dirty="0">
              <a:ea typeface="ＭＳ Ｐゴシック" charset="0"/>
            </a:endParaRPr>
          </a:p>
        </p:txBody>
      </p:sp>
      <p:sp>
        <p:nvSpPr>
          <p:cNvPr id="6" name="TextBox 5">
            <a:extLst>
              <a:ext uri="{FF2B5EF4-FFF2-40B4-BE49-F238E27FC236}">
                <a16:creationId xmlns:a16="http://schemas.microsoft.com/office/drawing/2014/main" id="{6D091516-D339-4C1B-26BF-DCD1C4268165}"/>
              </a:ext>
            </a:extLst>
          </p:cNvPr>
          <p:cNvSpPr txBox="1"/>
          <p:nvPr/>
        </p:nvSpPr>
        <p:spPr>
          <a:xfrm>
            <a:off x="4230687" y="2181225"/>
            <a:ext cx="3328988" cy="3518912"/>
          </a:xfrm>
          <a:prstGeom prst="rect">
            <a:avLst/>
          </a:prstGeom>
          <a:noFill/>
        </p:spPr>
        <p:txBody>
          <a:bodyPr wrap="square" lIns="0" tIns="0" rIns="0" bIns="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ea typeface="ＭＳ Ｐゴシック" charset="0"/>
              </a:rPr>
              <a:t>Heading</a:t>
            </a:r>
          </a:p>
          <a:p>
            <a:pPr algn="l" defTabSz="912276" rtl="0" eaLnBrk="1" fontAlgn="base" hangingPunct="1">
              <a:lnSpc>
                <a:spcPct val="100000"/>
              </a:lnSpc>
              <a:spcBef>
                <a:spcPts val="0"/>
              </a:spcBef>
              <a:spcAft>
                <a:spcPts val="1000"/>
              </a:spcAft>
              <a:buClr>
                <a:schemeClr val="bg1"/>
              </a:buClr>
              <a:buSzPct val="100000"/>
            </a:pPr>
            <a:r>
              <a:rPr lang="en-US" sz="1600" kern="1200" dirty="0">
                <a:ea typeface="ＭＳ Ｐゴシック" charset="0"/>
              </a:rPr>
              <a:t>Body copy placeholder lorem ipsum dolor sit </a:t>
            </a:r>
            <a:r>
              <a:rPr lang="en-US" sz="1600" kern="1200" dirty="0" err="1">
                <a:ea typeface="ＭＳ Ｐゴシック" charset="0"/>
              </a:rPr>
              <a:t>amet</a:t>
            </a:r>
            <a:r>
              <a:rPr lang="en-US" sz="1600" kern="1200" dirty="0">
                <a:ea typeface="ＭＳ Ｐゴシック" charset="0"/>
              </a:rPr>
              <a:t>, </a:t>
            </a:r>
            <a:r>
              <a:rPr lang="en-US" sz="1600" kern="1200" dirty="0" err="1">
                <a:ea typeface="ＭＳ Ｐゴシック" charset="0"/>
              </a:rPr>
              <a:t>consectetuer</a:t>
            </a:r>
            <a:r>
              <a:rPr lang="en-US" sz="1600" kern="1200" dirty="0">
                <a:ea typeface="ＭＳ Ｐゴシック" charset="0"/>
              </a:rPr>
              <a:t> </a:t>
            </a:r>
            <a:r>
              <a:rPr lang="en-US" sz="1600" kern="1200" dirty="0" err="1">
                <a:ea typeface="ＭＳ Ｐゴシック" charset="0"/>
              </a:rPr>
              <a:t>adipiscing</a:t>
            </a:r>
            <a:r>
              <a:rPr lang="en-US" sz="1600" kern="1200" dirty="0">
                <a:ea typeface="ＭＳ Ｐゴシック" charset="0"/>
              </a:rPr>
              <a:t> </a:t>
            </a:r>
            <a:r>
              <a:rPr lang="en-US" sz="1600" kern="1200" dirty="0" err="1">
                <a:ea typeface="ＭＳ Ｐゴシック" charset="0"/>
              </a:rPr>
              <a:t>elit</a:t>
            </a:r>
            <a:r>
              <a:rPr lang="en-US" sz="1600" kern="1200" dirty="0">
                <a:ea typeface="ＭＳ Ｐゴシック" charset="0"/>
              </a:rPr>
              <a:t>, sed diam </a:t>
            </a:r>
            <a:r>
              <a:rPr lang="en-US" sz="1600" kern="1200" dirty="0" err="1">
                <a:ea typeface="ＭＳ Ｐゴシック" charset="0"/>
              </a:rPr>
              <a:t>nonummy</a:t>
            </a:r>
            <a:r>
              <a:rPr lang="en-US" sz="1600" kern="1200" dirty="0">
                <a:ea typeface="ＭＳ Ｐゴシック" charset="0"/>
              </a:rPr>
              <a:t> </a:t>
            </a:r>
            <a:r>
              <a:rPr lang="en-US" sz="1600" kern="1200" dirty="0" err="1">
                <a:ea typeface="ＭＳ Ｐゴシック" charset="0"/>
              </a:rPr>
              <a:t>nibh</a:t>
            </a:r>
            <a:r>
              <a:rPr lang="en-US" sz="1600" kern="1200" dirty="0">
                <a:ea typeface="ＭＳ Ｐゴシック" charset="0"/>
              </a:rPr>
              <a:t> </a:t>
            </a:r>
            <a:r>
              <a:rPr lang="en-US" sz="1600" kern="1200" dirty="0" err="1">
                <a:ea typeface="ＭＳ Ｐゴシック" charset="0"/>
              </a:rPr>
              <a:t>euismod</a:t>
            </a:r>
            <a:r>
              <a:rPr lang="en-US" sz="1600" kern="1200" dirty="0">
                <a:ea typeface="ＭＳ Ｐゴシック" charset="0"/>
              </a:rPr>
              <a:t> </a:t>
            </a:r>
            <a:r>
              <a:rPr lang="en-US" sz="1600" kern="1200" dirty="0" err="1">
                <a:ea typeface="ＭＳ Ｐゴシック" charset="0"/>
              </a:rPr>
              <a:t>tincidunt</a:t>
            </a:r>
            <a:r>
              <a:rPr lang="en-US" sz="1600" kern="1200" dirty="0">
                <a:ea typeface="ＭＳ Ｐゴシック" charset="0"/>
              </a:rPr>
              <a:t> </a:t>
            </a:r>
            <a:r>
              <a:rPr lang="en-US" sz="1600" kern="1200" dirty="0" err="1">
                <a:ea typeface="ＭＳ Ｐゴシック" charset="0"/>
              </a:rPr>
              <a:t>ut</a:t>
            </a:r>
            <a:r>
              <a:rPr lang="en-US" sz="1600" kern="1200" dirty="0">
                <a:ea typeface="ＭＳ Ｐゴシック" charset="0"/>
              </a:rPr>
              <a:t> </a:t>
            </a:r>
            <a:r>
              <a:rPr lang="en-US" sz="1600" kern="1200" dirty="0" err="1">
                <a:ea typeface="ＭＳ Ｐゴシック" charset="0"/>
              </a:rPr>
              <a:t>laoreet</a:t>
            </a:r>
            <a:r>
              <a:rPr lang="en-US" sz="1600" kern="1200" dirty="0">
                <a:ea typeface="ＭＳ Ｐゴシック" charset="0"/>
              </a:rPr>
              <a:t> dolore magna </a:t>
            </a:r>
            <a:r>
              <a:rPr lang="en-US" sz="1600" kern="1200" dirty="0" err="1">
                <a:ea typeface="ＭＳ Ｐゴシック" charset="0"/>
              </a:rPr>
              <a:t>aliquam</a:t>
            </a:r>
            <a:r>
              <a:rPr lang="en-US" sz="1600" kern="1200" dirty="0">
                <a:ea typeface="ＭＳ Ｐゴシック" charset="0"/>
              </a:rPr>
              <a:t> </a:t>
            </a:r>
            <a:r>
              <a:rPr lang="en-US" sz="1600" kern="1200" dirty="0" err="1">
                <a:ea typeface="ＭＳ Ｐゴシック" charset="0"/>
              </a:rPr>
              <a:t>erat</a:t>
            </a:r>
            <a:r>
              <a:rPr lang="en-US" sz="1600" kern="1200" dirty="0">
                <a:ea typeface="ＭＳ Ｐゴシック" charset="0"/>
              </a:rPr>
              <a:t> </a:t>
            </a:r>
            <a:r>
              <a:rPr lang="en-US" sz="1600" kern="1200" dirty="0" err="1">
                <a:ea typeface="ＭＳ Ｐゴシック" charset="0"/>
              </a:rPr>
              <a:t>volutpat</a:t>
            </a:r>
            <a:r>
              <a:rPr lang="en-US" sz="1600" dirty="0">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ea typeface="ＭＳ Ｐゴシック" charset="0"/>
              </a:rPr>
              <a:t>Lorem ipsum dolor sit </a:t>
            </a:r>
            <a:r>
              <a:rPr lang="en-US" sz="1600" kern="1200" dirty="0" err="1">
                <a:ea typeface="ＭＳ Ｐゴシック" charset="0"/>
              </a:rPr>
              <a:t>amet</a:t>
            </a:r>
            <a:r>
              <a:rPr lang="en-US" sz="1600" kern="1200" dirty="0">
                <a:ea typeface="ＭＳ Ｐゴシック" charset="0"/>
              </a:rPr>
              <a:t>, </a:t>
            </a:r>
            <a:r>
              <a:rPr lang="en-US" sz="1600" kern="1200" dirty="0" err="1">
                <a:ea typeface="ＭＳ Ｐゴシック" charset="0"/>
              </a:rPr>
              <a:t>consectetuer</a:t>
            </a:r>
            <a:r>
              <a:rPr lang="en-US" sz="1600" kern="1200" dirty="0">
                <a:ea typeface="ＭＳ Ｐゴシック" charset="0"/>
              </a:rPr>
              <a:t> </a:t>
            </a:r>
            <a:r>
              <a:rPr lang="en-US" sz="1600" kern="1200" dirty="0" err="1">
                <a:ea typeface="ＭＳ Ｐゴシック" charset="0"/>
              </a:rPr>
              <a:t>adipiscing</a:t>
            </a:r>
            <a:r>
              <a:rPr lang="en-US" sz="1600" kern="1200" dirty="0">
                <a:ea typeface="ＭＳ Ｐゴシック" charset="0"/>
              </a:rPr>
              <a:t> </a:t>
            </a:r>
            <a:r>
              <a:rPr lang="en-US" sz="1600" kern="1200" dirty="0" err="1">
                <a:ea typeface="ＭＳ Ｐゴシック" charset="0"/>
              </a:rPr>
              <a:t>elit</a:t>
            </a:r>
            <a:r>
              <a:rPr lang="en-US" sz="1600" kern="1200" dirty="0">
                <a:ea typeface="ＭＳ Ｐゴシック" charset="0"/>
              </a:rPr>
              <a:t>, sed diam </a:t>
            </a:r>
            <a:r>
              <a:rPr lang="en-US" sz="1600" kern="1200" dirty="0" err="1">
                <a:ea typeface="ＭＳ Ｐゴシック" charset="0"/>
              </a:rPr>
              <a:t>nonummy</a:t>
            </a:r>
            <a:r>
              <a:rPr lang="en-US" sz="1600" kern="1200" dirty="0">
                <a:ea typeface="ＭＳ Ｐゴシック" charset="0"/>
              </a:rPr>
              <a:t> </a:t>
            </a:r>
            <a:r>
              <a:rPr lang="en-US" sz="1600" kern="1200" dirty="0" err="1">
                <a:ea typeface="ＭＳ Ｐゴシック" charset="0"/>
              </a:rPr>
              <a:t>nibh</a:t>
            </a:r>
            <a:r>
              <a:rPr lang="en-US" sz="1600" kern="1200" dirty="0">
                <a:ea typeface="ＭＳ Ｐゴシック" charset="0"/>
              </a:rPr>
              <a:t> </a:t>
            </a:r>
            <a:r>
              <a:rPr lang="en-US" sz="1600" kern="1200" dirty="0" err="1">
                <a:ea typeface="ＭＳ Ｐゴシック" charset="0"/>
              </a:rPr>
              <a:t>euismod</a:t>
            </a:r>
            <a:r>
              <a:rPr lang="en-US" sz="1600" kern="1200" dirty="0">
                <a:ea typeface="ＭＳ Ｐゴシック" charset="0"/>
              </a:rPr>
              <a:t> </a:t>
            </a:r>
            <a:r>
              <a:rPr lang="en-US" sz="1600" kern="1200" dirty="0" err="1">
                <a:ea typeface="ＭＳ Ｐゴシック" charset="0"/>
              </a:rPr>
              <a:t>tincidunt</a:t>
            </a:r>
            <a:r>
              <a:rPr lang="en-US" sz="1600" kern="1200" dirty="0">
                <a:ea typeface="ＭＳ Ｐゴシック" charset="0"/>
              </a:rPr>
              <a:t> </a:t>
            </a:r>
            <a:r>
              <a:rPr lang="en-US" sz="1600" kern="1200" dirty="0" err="1">
                <a:ea typeface="ＭＳ Ｐゴシック" charset="0"/>
              </a:rPr>
              <a:t>ut</a:t>
            </a:r>
            <a:r>
              <a:rPr lang="en-US" sz="1600" kern="1200" dirty="0">
                <a:ea typeface="ＭＳ Ｐゴシック" charset="0"/>
              </a:rPr>
              <a:t> </a:t>
            </a:r>
            <a:r>
              <a:rPr lang="en-US" sz="1600" kern="1200" dirty="0" err="1">
                <a:ea typeface="ＭＳ Ｐゴシック" charset="0"/>
              </a:rPr>
              <a:t>laoreet</a:t>
            </a:r>
            <a:r>
              <a:rPr lang="en-US" sz="1600" kern="1200" dirty="0">
                <a:ea typeface="ＭＳ Ｐゴシック" charset="0"/>
              </a:rPr>
              <a:t> dolore magna </a:t>
            </a:r>
            <a:r>
              <a:rPr lang="en-US" sz="1600" kern="1200" dirty="0" err="1">
                <a:ea typeface="ＭＳ Ｐゴシック" charset="0"/>
              </a:rPr>
              <a:t>aliquam</a:t>
            </a:r>
            <a:r>
              <a:rPr lang="en-US" sz="1600" kern="1200" dirty="0">
                <a:ea typeface="ＭＳ Ｐゴシック" charset="0"/>
              </a:rPr>
              <a:t> </a:t>
            </a:r>
            <a:r>
              <a:rPr lang="en-US" sz="1600" kern="1200" dirty="0" err="1">
                <a:ea typeface="ＭＳ Ｐゴシック" charset="0"/>
              </a:rPr>
              <a:t>erat</a:t>
            </a:r>
            <a:r>
              <a:rPr lang="en-US" sz="1600" kern="1200" dirty="0">
                <a:ea typeface="ＭＳ Ｐゴシック" charset="0"/>
              </a:rPr>
              <a:t> </a:t>
            </a:r>
            <a:r>
              <a:rPr lang="en-US" sz="1600" kern="1200" dirty="0" err="1">
                <a:ea typeface="ＭＳ Ｐゴシック" charset="0"/>
              </a:rPr>
              <a:t>volutpat</a:t>
            </a:r>
            <a:r>
              <a:rPr lang="en-US" sz="1600" dirty="0">
                <a:ea typeface="ＭＳ Ｐゴシック" charset="0"/>
              </a:rPr>
              <a:t> sed dolor.</a:t>
            </a:r>
            <a:endParaRPr lang="en-US" sz="1600" kern="1200" dirty="0">
              <a:ea typeface="ＭＳ Ｐゴシック" charset="0"/>
            </a:endParaRPr>
          </a:p>
        </p:txBody>
      </p:sp>
    </p:spTree>
    <p:extLst>
      <p:ext uri="{BB962C8B-B14F-4D97-AF65-F5344CB8AC3E}">
        <p14:creationId xmlns:p14="http://schemas.microsoft.com/office/powerpoint/2010/main" val="1357162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15" descr="A person working in a server room">
            <a:extLst>
              <a:ext uri="{FF2B5EF4-FFF2-40B4-BE49-F238E27FC236}">
                <a16:creationId xmlns:a16="http://schemas.microsoft.com/office/drawing/2014/main" id="{8C6CA492-36B5-9F83-C4A1-299E9A30BB68}"/>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9" r="29"/>
          <a:stretch/>
        </p:blipFill>
        <p:spPr/>
      </p:pic>
      <p:sp>
        <p:nvSpPr>
          <p:cNvPr id="5" name="Title 3">
            <a:extLst>
              <a:ext uri="{FF2B5EF4-FFF2-40B4-BE49-F238E27FC236}">
                <a16:creationId xmlns:a16="http://schemas.microsoft.com/office/drawing/2014/main" id="{7709E8A2-97E3-DD6C-6466-B0EDF95EAC77}"/>
              </a:ext>
            </a:extLst>
          </p:cNvPr>
          <p:cNvSpPr>
            <a:spLocks noGrp="1"/>
          </p:cNvSpPr>
          <p:nvPr>
            <p:ph type="title"/>
          </p:nvPr>
        </p:nvSpPr>
        <p:spPr>
          <a:xfrm>
            <a:off x="307824" y="2223647"/>
            <a:ext cx="3780699" cy="2410706"/>
          </a:xfrm>
        </p:spPr>
        <p:txBody>
          <a:bodyPr/>
          <a:lstStyle/>
          <a:p>
            <a:pPr algn="l"/>
            <a:r>
              <a:rPr lang="en-US" sz="4000" dirty="0">
                <a:solidFill>
                  <a:schemeClr val="bg1"/>
                </a:solidFill>
              </a:rPr>
              <a:t>Full-bleed photo slide title placeholder</a:t>
            </a:r>
            <a:br>
              <a:rPr lang="en-US" sz="3200" dirty="0">
                <a:solidFill>
                  <a:schemeClr val="bg1"/>
                </a:solidFill>
                <a:latin typeface="+mj-lt"/>
                <a:cs typeface="CiscoSansTT Thin" charset="0"/>
              </a:rPr>
            </a:br>
            <a:br>
              <a:rPr lang="en-US" sz="2000" dirty="0">
                <a:solidFill>
                  <a:schemeClr val="bg1"/>
                </a:solidFill>
                <a:latin typeface="+mj-lt"/>
                <a:cs typeface="CiscoSansTT Thin" charset="0"/>
              </a:rPr>
            </a:br>
            <a:r>
              <a:rPr lang="en-US" sz="2000" dirty="0">
                <a:solidFill>
                  <a:schemeClr val="bg1"/>
                </a:solidFill>
                <a:latin typeface="+mn-lt"/>
                <a:ea typeface="Inter" panose="02000503000000020004" pitchFamily="2" charset="0"/>
              </a:rPr>
              <a:t>Subheading placeholder in same text box</a:t>
            </a:r>
            <a:endParaRPr lang="en-US" dirty="0">
              <a:latin typeface="+mn-lt"/>
              <a:ea typeface="Inter" panose="02000503000000020004" pitchFamily="2" charset="0"/>
            </a:endParaRPr>
          </a:p>
        </p:txBody>
      </p:sp>
      <p:sp>
        <p:nvSpPr>
          <p:cNvPr id="23" name="Rectangle 22">
            <a:extLst>
              <a:ext uri="{FF2B5EF4-FFF2-40B4-BE49-F238E27FC236}">
                <a16:creationId xmlns:a16="http://schemas.microsoft.com/office/drawing/2014/main" id="{982908A0-2B18-DBFF-E059-A1D6E7ED310D}"/>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u="none" strike="noStrike" kern="1200" cap="none" spc="0" normalizeH="0" baseline="0" noProof="0" dirty="0">
                <a:ln>
                  <a:noFill/>
                </a:ln>
                <a:solidFill>
                  <a:schemeClr val="bg1"/>
                </a:solidFill>
                <a:effectLst/>
                <a:uLnTx/>
                <a:uFillTx/>
                <a:latin typeface="Inter" panose="02000503000000020004" pitchFamily="2" charset="0"/>
                <a:ea typeface="ＭＳ Ｐゴシック" charset="0"/>
                <a:cs typeface="CiscoSansTT Light" panose="020B0503020201020303" pitchFamily="34" charset="0"/>
              </a:rPr>
              <a:t>© 2025 Cisco and/or its affiliates. All rights reserved.</a:t>
            </a:r>
          </a:p>
        </p:txBody>
      </p:sp>
      <p:pic>
        <p:nvPicPr>
          <p:cNvPr id="24" name="Picture 7" descr="Cisco Logo">
            <a:extLst>
              <a:ext uri="{FF2B5EF4-FFF2-40B4-BE49-F238E27FC236}">
                <a16:creationId xmlns:a16="http://schemas.microsoft.com/office/drawing/2014/main" id="{2FEBEB85-6BC8-33BA-B518-55B49A473AF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1520088" y="6354445"/>
            <a:ext cx="348061" cy="182880"/>
          </a:xfrm>
          <a:prstGeom prst="rect">
            <a:avLst/>
          </a:prstGeom>
        </p:spPr>
      </p:pic>
    </p:spTree>
    <p:extLst>
      <p:ext uri="{BB962C8B-B14F-4D97-AF65-F5344CB8AC3E}">
        <p14:creationId xmlns:p14="http://schemas.microsoft.com/office/powerpoint/2010/main" val="237726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E3133E-7FC1-85BC-D022-98E929D298F7}"/>
              </a:ext>
            </a:extLst>
          </p:cNvPr>
          <p:cNvSpPr>
            <a:spLocks noGrp="1"/>
          </p:cNvSpPr>
          <p:nvPr>
            <p:ph type="title"/>
          </p:nvPr>
        </p:nvSpPr>
        <p:spPr/>
        <p:txBody>
          <a:bodyPr/>
          <a:lstStyle/>
          <a:p>
            <a:r>
              <a:rPr lang="en-US"/>
              <a:t>Desktop mockup</a:t>
            </a:r>
          </a:p>
        </p:txBody>
      </p:sp>
      <p:sp>
        <p:nvSpPr>
          <p:cNvPr id="15" name="TextBox 14">
            <a:extLst>
              <a:ext uri="{FF2B5EF4-FFF2-40B4-BE49-F238E27FC236}">
                <a16:creationId xmlns:a16="http://schemas.microsoft.com/office/drawing/2014/main" id="{EA679831-4687-1A04-CEC9-778D96389DC1}"/>
              </a:ext>
            </a:extLst>
          </p:cNvPr>
          <p:cNvSpPr txBox="1"/>
          <p:nvPr/>
        </p:nvSpPr>
        <p:spPr>
          <a:xfrm>
            <a:off x="323850" y="2136252"/>
            <a:ext cx="3725864" cy="3939111"/>
          </a:xfrm>
          <a:prstGeom prst="rect">
            <a:avLst/>
          </a:prstGeom>
          <a:noFill/>
        </p:spPr>
        <p:txBody>
          <a:bodyPr wrap="square" lIns="0" tIns="0" rIns="0" bIns="0" rtlCol="0" anchor="b" anchorCtr="0">
            <a:no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2000" u="none" strike="noStrike" kern="1200" cap="none" spc="0" normalizeH="0" baseline="0" noProof="0" dirty="0">
                <a:ln>
                  <a:noFill/>
                </a:ln>
                <a:effectLst/>
                <a:uLnTx/>
                <a:uFillTx/>
                <a:ea typeface="ＭＳ Ｐゴシック" charset="0"/>
                <a:cs typeface="+mn-cs"/>
              </a:rPr>
              <a:t>Steps to customize the screen image on the device</a:t>
            </a:r>
          </a:p>
          <a:p>
            <a:pPr marL="182880" marR="0" lvl="0" indent="-182880" algn="l" defTabSz="912276" rtl="0" eaLnBrk="1" fontAlgn="base" latinLnBrk="0" hangingPunct="1">
              <a:lnSpc>
                <a:spcPct val="100000"/>
              </a:lnSpc>
              <a:spcBef>
                <a:spcPts val="0"/>
              </a:spcBef>
              <a:spcAft>
                <a:spcPts val="1000"/>
              </a:spcAft>
              <a:buClr>
                <a:schemeClr val="tx1"/>
              </a:buClr>
              <a:buSzPct val="100000"/>
              <a:buFont typeface="Arial" panose="020B0604020202020204" pitchFamily="34" charset="0"/>
              <a:buChar char="•"/>
              <a:tabLst/>
              <a:defRPr/>
            </a:pPr>
            <a:r>
              <a:rPr kumimoji="0" lang="en-US" sz="1100" u="none" strike="noStrike" kern="1200" cap="none" spc="0" normalizeH="0" baseline="0" noProof="0" dirty="0">
                <a:ln>
                  <a:noFill/>
                </a:ln>
                <a:effectLst/>
                <a:uLnTx/>
                <a:uFillTx/>
                <a:ea typeface="ＭＳ Ｐゴシック" charset="0"/>
                <a:cs typeface="+mn-cs"/>
              </a:rPr>
              <a:t>Select the screen area and choose Picture Format from the main navigation menu.</a:t>
            </a:r>
          </a:p>
          <a:p>
            <a:pPr marL="182880" marR="0" lvl="0" indent="-182880" algn="l" defTabSz="912276" rtl="0" eaLnBrk="1" fontAlgn="base" latinLnBrk="0" hangingPunct="1">
              <a:lnSpc>
                <a:spcPct val="100000"/>
              </a:lnSpc>
              <a:spcBef>
                <a:spcPts val="0"/>
              </a:spcBef>
              <a:spcAft>
                <a:spcPts val="1000"/>
              </a:spcAft>
              <a:buClr>
                <a:schemeClr val="tx1"/>
              </a:buClr>
              <a:buSzPct val="100000"/>
              <a:buFont typeface="Arial" panose="020B0604020202020204" pitchFamily="34" charset="0"/>
              <a:buChar char="•"/>
              <a:tabLst/>
              <a:defRPr/>
            </a:pPr>
            <a:r>
              <a:rPr kumimoji="0" lang="en-US" sz="1100" u="none" strike="noStrike" kern="1200" cap="none" spc="0" normalizeH="0" baseline="0" noProof="0" dirty="0">
                <a:ln>
                  <a:noFill/>
                </a:ln>
                <a:effectLst/>
                <a:uLnTx/>
                <a:uFillTx/>
                <a:ea typeface="ＭＳ Ｐゴシック" charset="0"/>
                <a:cs typeface="+mn-cs"/>
              </a:rPr>
              <a:t>Select Change Picture, and then from that drop-down menu select the pictures source, such as the from your device or clipboard.</a:t>
            </a:r>
          </a:p>
        </p:txBody>
      </p:sp>
      <p:pic>
        <p:nvPicPr>
          <p:cNvPr id="16" name="Picture 15" descr="Desktop computer">
            <a:extLst>
              <a:ext uri="{FF2B5EF4-FFF2-40B4-BE49-F238E27FC236}">
                <a16:creationId xmlns:a16="http://schemas.microsoft.com/office/drawing/2014/main" id="{B3B7A702-4F2A-CFB9-43F9-574163AFEB90}"/>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50000"/>
                    </a14:imgEffect>
                  </a14:imgLayer>
                </a14:imgProps>
              </a:ext>
            </a:extLst>
          </a:blip>
          <a:srcRect l="20118" t="8411" r="19102" b="11448"/>
          <a:stretch/>
        </p:blipFill>
        <p:spPr>
          <a:xfrm>
            <a:off x="5614416" y="762000"/>
            <a:ext cx="6574409" cy="5334000"/>
          </a:xfrm>
          <a:prstGeom prst="rect">
            <a:avLst/>
          </a:prstGeom>
        </p:spPr>
      </p:pic>
      <p:sp>
        <p:nvSpPr>
          <p:cNvPr id="17" name="Rounded Rectangle 3">
            <a:extLst>
              <a:ext uri="{FF2B5EF4-FFF2-40B4-BE49-F238E27FC236}">
                <a16:creationId xmlns:a16="http://schemas.microsoft.com/office/drawing/2014/main" id="{9BA702A5-4062-044A-B080-7FF8ECC35B89}"/>
              </a:ext>
            </a:extLst>
          </p:cNvPr>
          <p:cNvSpPr/>
          <p:nvPr/>
        </p:nvSpPr>
        <p:spPr>
          <a:xfrm>
            <a:off x="6162261" y="1394138"/>
            <a:ext cx="5318539" cy="3565525"/>
          </a:xfrm>
          <a:prstGeom prst="roundRect">
            <a:avLst>
              <a:gd name="adj" fmla="val 1239"/>
            </a:avLst>
          </a:prstGeom>
          <a:blipFill>
            <a:blip r:embed="rId4">
              <a:extLst>
                <a:ext uri="{28A0092B-C50C-407E-A947-70E740481C1C}">
                  <a14:useLocalDpi xmlns:a14="http://schemas.microsoft.com/office/drawing/2010/main" val="0"/>
                </a:ext>
              </a:extLst>
            </a:blip>
            <a:stretch>
              <a:fillRect/>
            </a:stretch>
          </a:blipFill>
          <a:ln w="25400" cap="flat" cmpd="sng" algn="ctr">
            <a:noFill/>
            <a:prstDash val="solid"/>
          </a:ln>
          <a:effectLst/>
        </p:spPr>
        <p:txBody>
          <a:bodyPr rtlCol="0" anchor="ctr"/>
          <a:lstStyle/>
          <a:p>
            <a:pPr marL="0" marR="0" lvl="0" indent="0" algn="ctr" defTabSz="60937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bg1"/>
              </a:solidFill>
              <a:effectLst/>
              <a:uLnTx/>
              <a:uFillTx/>
              <a:latin typeface="CiscoSansTT Light"/>
              <a:ea typeface="+mn-ea"/>
              <a:cs typeface="+mn-cs"/>
            </a:endParaRPr>
          </a:p>
        </p:txBody>
      </p:sp>
    </p:spTree>
    <p:extLst>
      <p:ext uri="{BB962C8B-B14F-4D97-AF65-F5344CB8AC3E}">
        <p14:creationId xmlns:p14="http://schemas.microsoft.com/office/powerpoint/2010/main" val="305192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C59A1-9813-A865-EAD7-3A4E543785B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5D3EE9F-0E8F-971B-D40A-787EC52135A3}"/>
              </a:ext>
            </a:extLst>
          </p:cNvPr>
          <p:cNvSpPr>
            <a:spLocks noGrp="1"/>
          </p:cNvSpPr>
          <p:nvPr>
            <p:ph type="title"/>
          </p:nvPr>
        </p:nvSpPr>
        <p:spPr/>
        <p:txBody>
          <a:bodyPr/>
          <a:lstStyle/>
          <a:p>
            <a:r>
              <a:rPr lang="en-US"/>
              <a:t>Mobile mockup</a:t>
            </a:r>
          </a:p>
        </p:txBody>
      </p:sp>
      <p:sp>
        <p:nvSpPr>
          <p:cNvPr id="15" name="TextBox 14">
            <a:extLst>
              <a:ext uri="{FF2B5EF4-FFF2-40B4-BE49-F238E27FC236}">
                <a16:creationId xmlns:a16="http://schemas.microsoft.com/office/drawing/2014/main" id="{AABD201C-9887-73C9-2D86-FD358CC7F055}"/>
              </a:ext>
            </a:extLst>
          </p:cNvPr>
          <p:cNvSpPr txBox="1"/>
          <p:nvPr/>
        </p:nvSpPr>
        <p:spPr>
          <a:xfrm>
            <a:off x="323850" y="2136252"/>
            <a:ext cx="3725864" cy="3939111"/>
          </a:xfrm>
          <a:prstGeom prst="rect">
            <a:avLst/>
          </a:prstGeom>
          <a:noFill/>
        </p:spPr>
        <p:txBody>
          <a:bodyPr wrap="square" lIns="0" tIns="0" rIns="0" bIns="0" rtlCol="0" anchor="b" anchorCtr="0">
            <a:noAutofit/>
          </a:bodyPr>
          <a:lstStyle/>
          <a:p>
            <a:pPr marL="0" marR="0" lvl="0" indent="0" algn="l" defTabSz="912276" rtl="0" eaLnBrk="1" fontAlgn="base" latinLnBrk="0" hangingPunct="1">
              <a:lnSpc>
                <a:spcPct val="100000"/>
              </a:lnSpc>
              <a:spcBef>
                <a:spcPts val="0"/>
              </a:spcBef>
              <a:spcAft>
                <a:spcPts val="1000"/>
              </a:spcAft>
              <a:buClr>
                <a:srgbClr val="FFFFFF"/>
              </a:buClr>
              <a:buSzPct val="100000"/>
              <a:buFontTx/>
              <a:buNone/>
              <a:tabLst/>
              <a:defRPr/>
            </a:pPr>
            <a:r>
              <a:rPr kumimoji="0" lang="en-US" sz="2000" u="none" strike="noStrike" kern="1200" cap="none" spc="0" normalizeH="0" baseline="0" noProof="0" dirty="0">
                <a:ln>
                  <a:noFill/>
                </a:ln>
                <a:effectLst/>
                <a:uLnTx/>
                <a:uFillTx/>
                <a:latin typeface="Inter" panose="02000503000000020004" pitchFamily="2" charset="0"/>
                <a:ea typeface="ＭＳ Ｐゴシック" charset="0"/>
                <a:cs typeface="+mn-cs"/>
              </a:rPr>
              <a:t>Steps to customize the screen image on the device</a:t>
            </a:r>
          </a:p>
          <a:p>
            <a:pPr marL="182880" marR="0" lvl="0" indent="-182880" algn="l" defTabSz="912276" rtl="0" eaLnBrk="1" fontAlgn="base" latinLnBrk="0" hangingPunct="1">
              <a:lnSpc>
                <a:spcPct val="100000"/>
              </a:lnSpc>
              <a:spcBef>
                <a:spcPts val="0"/>
              </a:spcBef>
              <a:spcAft>
                <a:spcPts val="1000"/>
              </a:spcAft>
              <a:buClr>
                <a:schemeClr val="tx1"/>
              </a:buClr>
              <a:buSzPct val="100000"/>
              <a:buFont typeface="Arial" panose="020B0604020202020204" pitchFamily="34" charset="0"/>
              <a:buChar char="•"/>
              <a:tabLst/>
              <a:defRPr/>
            </a:pPr>
            <a:r>
              <a:rPr kumimoji="0" lang="en-US" sz="1100" u="none" strike="noStrike" kern="1200" cap="none" spc="0" normalizeH="0" baseline="0" noProof="0" dirty="0">
                <a:ln>
                  <a:noFill/>
                </a:ln>
                <a:effectLst/>
                <a:uLnTx/>
                <a:uFillTx/>
                <a:latin typeface="Inter" panose="02000503000000020004" pitchFamily="2" charset="0"/>
                <a:ea typeface="ＭＳ Ｐゴシック" charset="0"/>
                <a:cs typeface="+mn-cs"/>
              </a:rPr>
              <a:t>Select the screen area and choose Picture Format from the main navigation menu.</a:t>
            </a:r>
          </a:p>
          <a:p>
            <a:pPr marL="182880" marR="0" lvl="0" indent="-182880" algn="l" defTabSz="912276" rtl="0" eaLnBrk="1" fontAlgn="base" latinLnBrk="0" hangingPunct="1">
              <a:lnSpc>
                <a:spcPct val="100000"/>
              </a:lnSpc>
              <a:spcBef>
                <a:spcPts val="0"/>
              </a:spcBef>
              <a:spcAft>
                <a:spcPts val="1000"/>
              </a:spcAft>
              <a:buClr>
                <a:schemeClr val="tx1"/>
              </a:buClr>
              <a:buSzPct val="100000"/>
              <a:buFont typeface="Arial" panose="020B0604020202020204" pitchFamily="34" charset="0"/>
              <a:buChar char="•"/>
              <a:tabLst/>
              <a:defRPr/>
            </a:pPr>
            <a:r>
              <a:rPr kumimoji="0" lang="en-US" sz="1100" u="none" strike="noStrike" kern="1200" cap="none" spc="0" normalizeH="0" baseline="0" noProof="0" dirty="0">
                <a:ln>
                  <a:noFill/>
                </a:ln>
                <a:effectLst/>
                <a:uLnTx/>
                <a:uFillTx/>
                <a:latin typeface="Inter" panose="02000503000000020004" pitchFamily="2" charset="0"/>
                <a:ea typeface="ＭＳ Ｐゴシック" charset="0"/>
                <a:cs typeface="+mn-cs"/>
              </a:rPr>
              <a:t>Select Change Picture, and then from that drop-down menu select the pictures source, such as the from your device or clipboard.</a:t>
            </a:r>
          </a:p>
        </p:txBody>
      </p:sp>
      <p:pic>
        <p:nvPicPr>
          <p:cNvPr id="2" name="Picture 1" descr="Mobile phone">
            <a:extLst>
              <a:ext uri="{FF2B5EF4-FFF2-40B4-BE49-F238E27FC236}">
                <a16:creationId xmlns:a16="http://schemas.microsoft.com/office/drawing/2014/main" id="{E56B7DA3-5D53-BCA0-ED14-7B14956D9A9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50000"/>
                    </a14:imgEffect>
                  </a14:imgLayer>
                </a14:imgProps>
              </a:ext>
            </a:extLst>
          </a:blip>
          <a:srcRect l="32447" r="15128"/>
          <a:stretch/>
        </p:blipFill>
        <p:spPr>
          <a:xfrm>
            <a:off x="7120708" y="346149"/>
            <a:ext cx="5071292" cy="5951757"/>
          </a:xfrm>
          <a:prstGeom prst="rect">
            <a:avLst/>
          </a:prstGeom>
        </p:spPr>
      </p:pic>
      <p:sp>
        <p:nvSpPr>
          <p:cNvPr id="3" name="Rounded Rectangle 3">
            <a:extLst>
              <a:ext uri="{FF2B5EF4-FFF2-40B4-BE49-F238E27FC236}">
                <a16:creationId xmlns:a16="http://schemas.microsoft.com/office/drawing/2014/main" id="{4C356103-AE73-5A37-56C0-65BB61467BEF}"/>
              </a:ext>
            </a:extLst>
          </p:cNvPr>
          <p:cNvSpPr/>
          <p:nvPr/>
        </p:nvSpPr>
        <p:spPr>
          <a:xfrm>
            <a:off x="7692154" y="892193"/>
            <a:ext cx="2253086" cy="4869278"/>
          </a:xfrm>
          <a:prstGeom prst="roundRect">
            <a:avLst>
              <a:gd name="adj" fmla="val 11552"/>
            </a:avLst>
          </a:prstGeom>
          <a:blipFill>
            <a:blip r:embed="rId4">
              <a:extLst>
                <a:ext uri="{28A0092B-C50C-407E-A947-70E740481C1C}">
                  <a14:useLocalDpi xmlns:a14="http://schemas.microsoft.com/office/drawing/2010/main" val="0"/>
                </a:ext>
              </a:extLst>
            </a:blip>
            <a:stretch>
              <a:fillRect/>
            </a:stretch>
          </a:blipFill>
          <a:ln w="25400" cap="flat" cmpd="sng" algn="ctr">
            <a:noFill/>
            <a:prstDash val="solid"/>
          </a:ln>
          <a:effectLst/>
        </p:spPr>
        <p:txBody>
          <a:bodyPr rtlCol="0" anchor="ctr"/>
          <a:lstStyle/>
          <a:p>
            <a:pPr marL="0" marR="0" lvl="0" indent="0" algn="ctr" defTabSz="60937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414144"/>
              </a:solidFill>
              <a:effectLst/>
              <a:uLnTx/>
              <a:uFillTx/>
              <a:latin typeface="CiscoSansTT Light"/>
              <a:ea typeface="+mn-ea"/>
              <a:cs typeface="+mn-cs"/>
            </a:endParaRPr>
          </a:p>
        </p:txBody>
      </p:sp>
    </p:spTree>
    <p:extLst>
      <p:ext uri="{BB962C8B-B14F-4D97-AF65-F5344CB8AC3E}">
        <p14:creationId xmlns:p14="http://schemas.microsoft.com/office/powerpoint/2010/main" val="3996083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5D044-8574-6800-F998-92E1D6E343F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2234D1B3-471E-0A27-1F15-313589D46E91}"/>
              </a:ext>
            </a:extLst>
          </p:cNvPr>
          <p:cNvSpPr>
            <a:spLocks noGrp="1"/>
          </p:cNvSpPr>
          <p:nvPr>
            <p:ph type="title"/>
          </p:nvPr>
        </p:nvSpPr>
        <p:spPr/>
        <p:txBody>
          <a:bodyPr/>
          <a:lstStyle/>
          <a:p>
            <a:r>
              <a:rPr lang="en-US" dirty="0"/>
              <a:t>Slide title only, enlarged default body copy added</a:t>
            </a:r>
          </a:p>
        </p:txBody>
      </p:sp>
      <p:sp>
        <p:nvSpPr>
          <p:cNvPr id="8" name="TextBox 7">
            <a:extLst>
              <a:ext uri="{FF2B5EF4-FFF2-40B4-BE49-F238E27FC236}">
                <a16:creationId xmlns:a16="http://schemas.microsoft.com/office/drawing/2014/main" id="{5AB9CC6E-53E4-91B3-85A7-80C5FEFD29A5}"/>
              </a:ext>
            </a:extLst>
          </p:cNvPr>
          <p:cNvSpPr txBox="1"/>
          <p:nvPr/>
        </p:nvSpPr>
        <p:spPr>
          <a:xfrm>
            <a:off x="323850" y="1831628"/>
            <a:ext cx="7634287" cy="3154710"/>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Body copy placeholder, size 20</a:t>
            </a:r>
          </a:p>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2/3 page</a:t>
            </a:r>
            <a:endParaRPr lang="en-US" sz="2000" dirty="0">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Lorem ipsum dolor sit </a:t>
            </a:r>
            <a:r>
              <a:rPr lang="en-US" sz="2000" kern="1200" dirty="0" err="1">
                <a:latin typeface="Inter" panose="02000503000000020004" pitchFamily="2" charset="0"/>
                <a:ea typeface="ＭＳ Ｐゴシック" charset="0"/>
              </a:rPr>
              <a:t>amet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consectetur</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adipiscing</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elit</a:t>
            </a:r>
            <a:r>
              <a:rPr lang="en-US" sz="2000" kern="1200" dirty="0">
                <a:latin typeface="Inter" panose="02000503000000020004" pitchFamily="2" charset="0"/>
                <a:ea typeface="ＭＳ Ｐゴシック" charset="0"/>
              </a:rPr>
              <a:t>, sed do </a:t>
            </a:r>
            <a:r>
              <a:rPr lang="en-US" sz="2000" kern="1200" dirty="0" err="1">
                <a:latin typeface="Inter" panose="02000503000000020004" pitchFamily="2" charset="0"/>
                <a:ea typeface="ＭＳ Ｐゴシック" charset="0"/>
              </a:rPr>
              <a:t>eiusmod</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tempor</a:t>
            </a:r>
            <a:r>
              <a:rPr lang="en-US" sz="2000" kern="1200" dirty="0">
                <a:latin typeface="Inter" panose="02000503000000020004" pitchFamily="2" charset="0"/>
                <a:ea typeface="ＭＳ Ｐゴシック" charset="0"/>
              </a:rPr>
              <a:t>. Ut </a:t>
            </a:r>
            <a:r>
              <a:rPr lang="en-US" sz="2000" kern="1200" dirty="0" err="1">
                <a:latin typeface="Inter" panose="02000503000000020004" pitchFamily="2" charset="0"/>
                <a:ea typeface="ＭＳ Ｐゴシック" charset="0"/>
              </a:rPr>
              <a:t>wisi</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enim</a:t>
            </a:r>
            <a:r>
              <a:rPr lang="en-US" sz="2000" kern="1200" dirty="0">
                <a:latin typeface="Inter" panose="02000503000000020004" pitchFamily="2" charset="0"/>
                <a:ea typeface="ＭＳ Ｐゴシック" charset="0"/>
              </a:rPr>
              <a:t> ad minim </a:t>
            </a:r>
            <a:r>
              <a:rPr lang="en-US" sz="2000" kern="1200" dirty="0" err="1">
                <a:latin typeface="Inter" panose="02000503000000020004" pitchFamily="2" charset="0"/>
                <a:ea typeface="ＭＳ Ｐゴシック" charset="0"/>
              </a:rPr>
              <a:t>veniam</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quis</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nostrud</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exerci</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tation</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ullamcorper</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suscipit</a:t>
            </a:r>
            <a:r>
              <a:rPr lang="en-US" sz="2000" dirty="0">
                <a:latin typeface="Inter" panose="02000503000000020004" pitchFamily="2" charset="0"/>
                <a:ea typeface="ＭＳ Ｐゴシック" charset="0"/>
              </a:rPr>
              <a:t>.</a:t>
            </a:r>
          </a:p>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Lorem ipsum dolor sit </a:t>
            </a:r>
            <a:r>
              <a:rPr lang="en-US" sz="2000" kern="1200" dirty="0" err="1">
                <a:latin typeface="Inter" panose="02000503000000020004" pitchFamily="2" charset="0"/>
                <a:ea typeface="ＭＳ Ｐゴシック" charset="0"/>
              </a:rPr>
              <a:t>amet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consectetur</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adipiscing</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elit</a:t>
            </a:r>
            <a:r>
              <a:rPr lang="en-US" sz="2000" kern="1200" dirty="0">
                <a:latin typeface="Inter" panose="02000503000000020004" pitchFamily="2" charset="0"/>
                <a:ea typeface="ＭＳ Ｐゴシック" charset="0"/>
              </a:rPr>
              <a:t>, sed do </a:t>
            </a:r>
            <a:r>
              <a:rPr lang="en-US" sz="2000" kern="1200" dirty="0" err="1">
                <a:latin typeface="Inter" panose="02000503000000020004" pitchFamily="2" charset="0"/>
                <a:ea typeface="ＭＳ Ｐゴシック" charset="0"/>
              </a:rPr>
              <a:t>eiusmod</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tempor</a:t>
            </a:r>
            <a:r>
              <a:rPr lang="en-US" sz="2000" kern="1200" dirty="0">
                <a:latin typeface="Inter" panose="02000503000000020004" pitchFamily="2" charset="0"/>
                <a:ea typeface="ＭＳ Ｐゴシック" charset="0"/>
              </a:rPr>
              <a:t>. Ut </a:t>
            </a:r>
            <a:r>
              <a:rPr lang="en-US" sz="2000" kern="1200" dirty="0" err="1">
                <a:latin typeface="Inter" panose="02000503000000020004" pitchFamily="2" charset="0"/>
                <a:ea typeface="ＭＳ Ｐゴシック" charset="0"/>
              </a:rPr>
              <a:t>wisi</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enim</a:t>
            </a:r>
            <a:r>
              <a:rPr lang="en-US" sz="2000" kern="1200" dirty="0">
                <a:latin typeface="Inter" panose="02000503000000020004" pitchFamily="2" charset="0"/>
                <a:ea typeface="ＭＳ Ｐゴシック" charset="0"/>
              </a:rPr>
              <a:t> ad minim </a:t>
            </a:r>
            <a:r>
              <a:rPr lang="en-US" sz="2000" kern="1200" dirty="0" err="1">
                <a:latin typeface="Inter" panose="02000503000000020004" pitchFamily="2" charset="0"/>
                <a:ea typeface="ＭＳ Ｐゴシック" charset="0"/>
              </a:rPr>
              <a:t>veniam</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quis</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nostrud</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exerci</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tation</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ullamcorper</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suscipit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lobortis</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nisl</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ut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aliquip</a:t>
            </a:r>
            <a:r>
              <a:rPr lang="en-US" sz="2000" kern="1200" dirty="0">
                <a:latin typeface="Inter" panose="02000503000000020004" pitchFamily="2" charset="0"/>
                <a:ea typeface="ＭＳ Ｐゴシック" charset="0"/>
              </a:rPr>
              <a:t> ex </a:t>
            </a:r>
            <a:r>
              <a:rPr lang="en-US" sz="2000" kern="1200" dirty="0" err="1">
                <a:latin typeface="Inter" panose="02000503000000020004" pitchFamily="2" charset="0"/>
                <a:ea typeface="ＭＳ Ｐゴシック" charset="0"/>
              </a:rPr>
              <a:t>ea</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commodo</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consequat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elit</a:t>
            </a:r>
            <a:r>
              <a:rPr lang="en-US" sz="2000" kern="1200" dirty="0">
                <a:latin typeface="Inter" panose="02000503000000020004" pitchFamily="2" charset="0"/>
                <a:ea typeface="ＭＳ Ｐゴシック" charset="0"/>
              </a:rPr>
              <a:t>.</a:t>
            </a:r>
          </a:p>
        </p:txBody>
      </p:sp>
    </p:spTree>
    <p:extLst>
      <p:ext uri="{BB962C8B-B14F-4D97-AF65-F5344CB8AC3E}">
        <p14:creationId xmlns:p14="http://schemas.microsoft.com/office/powerpoint/2010/main" val="373473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00FE2-CF1C-65B1-1C3F-67DD4FE65F46}"/>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08AF6DFF-E493-E327-D192-DF4AE7CDFBB2}"/>
              </a:ext>
            </a:extLst>
          </p:cNvPr>
          <p:cNvSpPr>
            <a:spLocks noGrp="1"/>
          </p:cNvSpPr>
          <p:nvPr>
            <p:ph type="title"/>
          </p:nvPr>
        </p:nvSpPr>
        <p:spPr/>
        <p:txBody>
          <a:bodyPr/>
          <a:lstStyle/>
          <a:p>
            <a:r>
              <a:rPr lang="en-US" dirty="0"/>
              <a:t>Slide title, subtitle only, default body copy added</a:t>
            </a:r>
          </a:p>
        </p:txBody>
      </p:sp>
      <p:sp>
        <p:nvSpPr>
          <p:cNvPr id="7" name="Text Placeholder 6">
            <a:extLst>
              <a:ext uri="{FF2B5EF4-FFF2-40B4-BE49-F238E27FC236}">
                <a16:creationId xmlns:a16="http://schemas.microsoft.com/office/drawing/2014/main" id="{7A0194C7-70BB-6B2F-9D57-D66CD555408B}"/>
              </a:ext>
            </a:extLst>
          </p:cNvPr>
          <p:cNvSpPr>
            <a:spLocks noGrp="1"/>
          </p:cNvSpPr>
          <p:nvPr>
            <p:ph type="body" sz="quarter" idx="11"/>
          </p:nvPr>
        </p:nvSpPr>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p:txBody>
      </p:sp>
      <p:sp>
        <p:nvSpPr>
          <p:cNvPr id="4" name="TextBox 3">
            <a:extLst>
              <a:ext uri="{FF2B5EF4-FFF2-40B4-BE49-F238E27FC236}">
                <a16:creationId xmlns:a16="http://schemas.microsoft.com/office/drawing/2014/main" id="{4BB8FA9B-BB78-6F46-8A00-F8818A667B56}"/>
              </a:ext>
            </a:extLst>
          </p:cNvPr>
          <p:cNvSpPr txBox="1"/>
          <p:nvPr/>
        </p:nvSpPr>
        <p:spPr>
          <a:xfrm>
            <a:off x="323849" y="1636201"/>
            <a:ext cx="3725864" cy="358559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size 16</a:t>
            </a:r>
          </a:p>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1/3 page</a:t>
            </a:r>
            <a:endParaRPr lang="en-US" sz="1600" dirty="0">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1600" dirty="0">
                <a:latin typeface="Inter" panose="02000503000000020004" pitchFamily="2" charset="0"/>
                <a:ea typeface="ＭＳ Ｐゴシック" charset="0"/>
              </a:rPr>
              <a:t>L</a:t>
            </a:r>
            <a:r>
              <a:rPr lang="en-US" sz="1600" kern="1200" dirty="0">
                <a:latin typeface="Inter" panose="02000503000000020004" pitchFamily="2" charset="0"/>
                <a:ea typeface="ＭＳ Ｐゴシック" charset="0"/>
              </a:rPr>
              <a:t>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a:t>
            </a:r>
          </a:p>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nisl</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aliquip</a:t>
            </a:r>
            <a:r>
              <a:rPr lang="en-US" sz="1600" kern="1200" dirty="0">
                <a:latin typeface="Inter" panose="02000503000000020004" pitchFamily="2" charset="0"/>
                <a:ea typeface="ＭＳ Ｐゴシック" charset="0"/>
              </a:rPr>
              <a:t> ex </a:t>
            </a:r>
            <a:r>
              <a:rPr lang="en-US" sz="1600" kern="1200" dirty="0" err="1">
                <a:latin typeface="Inter" panose="02000503000000020004" pitchFamily="2" charset="0"/>
                <a:ea typeface="ＭＳ Ｐゴシック" charset="0"/>
              </a:rPr>
              <a:t>ea</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commodo</a:t>
            </a:r>
            <a:r>
              <a:rPr lang="en-US" sz="1600" kern="1200" dirty="0">
                <a:latin typeface="Inter" panose="02000503000000020004" pitchFamily="2" charset="0"/>
                <a:ea typeface="ＭＳ Ｐゴシック" charset="0"/>
              </a:rPr>
              <a:t>.</a:t>
            </a:r>
          </a:p>
        </p:txBody>
      </p:sp>
    </p:spTree>
    <p:extLst>
      <p:ext uri="{BB962C8B-B14F-4D97-AF65-F5344CB8AC3E}">
        <p14:creationId xmlns:p14="http://schemas.microsoft.com/office/powerpoint/2010/main" val="2229186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4D4C0-4FB6-2D5F-9737-3841D7AC88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E9445A-269B-9ECF-8A47-F9DDE2333637}"/>
              </a:ext>
            </a:extLst>
          </p:cNvPr>
          <p:cNvSpPr>
            <a:spLocks noGrp="1"/>
          </p:cNvSpPr>
          <p:nvPr>
            <p:ph type="title"/>
          </p:nvPr>
        </p:nvSpPr>
        <p:spPr/>
        <p:txBody>
          <a:bodyPr/>
          <a:lstStyle/>
          <a:p>
            <a:r>
              <a:rPr lang="en-US" dirty="0"/>
              <a:t>One column</a:t>
            </a:r>
          </a:p>
        </p:txBody>
      </p:sp>
      <p:sp>
        <p:nvSpPr>
          <p:cNvPr id="5" name="Text Placeholder 4">
            <a:extLst>
              <a:ext uri="{FF2B5EF4-FFF2-40B4-BE49-F238E27FC236}">
                <a16:creationId xmlns:a16="http://schemas.microsoft.com/office/drawing/2014/main" id="{98BA4645-E524-0A5F-DD00-7FD4A12421E6}"/>
              </a:ext>
            </a:extLst>
          </p:cNvPr>
          <p:cNvSpPr>
            <a:spLocks noGrp="1"/>
          </p:cNvSpPr>
          <p:nvPr>
            <p:ph type="body" sz="quarter" idx="12"/>
          </p:nvPr>
        </p:nvSpPr>
        <p:spPr/>
        <p:txBody>
          <a:bodyPr/>
          <a:lstStyle/>
          <a:p>
            <a:r>
              <a:rPr lang="en-US" dirty="0"/>
              <a:t>Body copy placeholder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endParaRPr lang="en-US" dirty="0"/>
          </a:p>
          <a:p>
            <a:r>
              <a:rPr lang="en-US" dirty="0"/>
              <a:t>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sed dolor.</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a:t>
            </a:r>
          </a:p>
          <a:p>
            <a:r>
              <a:rPr lang="en-US" dirty="0"/>
              <a:t>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sed dolor. </a:t>
            </a:r>
          </a:p>
          <a:p>
            <a:r>
              <a:rPr lang="en-US" dirty="0"/>
              <a:t>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a:t>
            </a:r>
          </a:p>
        </p:txBody>
      </p:sp>
    </p:spTree>
    <p:extLst>
      <p:ext uri="{BB962C8B-B14F-4D97-AF65-F5344CB8AC3E}">
        <p14:creationId xmlns:p14="http://schemas.microsoft.com/office/powerpoint/2010/main" val="8409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023E-FA65-D71F-73F2-6F9E69BBD5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53FF12-FB3A-25C5-6A3B-6AEA815141F4}"/>
              </a:ext>
            </a:extLst>
          </p:cNvPr>
          <p:cNvSpPr>
            <a:spLocks noGrp="1"/>
          </p:cNvSpPr>
          <p:nvPr>
            <p:ph type="title"/>
          </p:nvPr>
        </p:nvSpPr>
        <p:spPr/>
        <p:txBody>
          <a:bodyPr/>
          <a:lstStyle/>
          <a:p>
            <a:r>
              <a:rPr lang="en-US" dirty="0"/>
              <a:t>Two column </a:t>
            </a:r>
          </a:p>
        </p:txBody>
      </p:sp>
      <p:sp>
        <p:nvSpPr>
          <p:cNvPr id="13" name="TextBox 12">
            <a:extLst>
              <a:ext uri="{FF2B5EF4-FFF2-40B4-BE49-F238E27FC236}">
                <a16:creationId xmlns:a16="http://schemas.microsoft.com/office/drawing/2014/main" id="{82A72B12-B3E6-1A87-CBD7-300C31E07985}"/>
              </a:ext>
            </a:extLst>
          </p:cNvPr>
          <p:cNvSpPr txBox="1"/>
          <p:nvPr/>
        </p:nvSpPr>
        <p:spPr>
          <a:xfrm>
            <a:off x="1301750" y="2022777"/>
            <a:ext cx="430371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8" name="TextBox 7">
            <a:extLst>
              <a:ext uri="{FF2B5EF4-FFF2-40B4-BE49-F238E27FC236}">
                <a16:creationId xmlns:a16="http://schemas.microsoft.com/office/drawing/2014/main" id="{0405801F-C7DB-BF29-947A-A8D403D85DB7}"/>
              </a:ext>
            </a:extLst>
          </p:cNvPr>
          <p:cNvSpPr txBox="1"/>
          <p:nvPr/>
        </p:nvSpPr>
        <p:spPr>
          <a:xfrm>
            <a:off x="1301749" y="2490991"/>
            <a:ext cx="4303713" cy="2344231"/>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diam </a:t>
            </a:r>
            <a:r>
              <a:rPr lang="en-US" sz="1600" kern="1200" dirty="0" err="1">
                <a:latin typeface="Inter" panose="02000503000000020004" pitchFamily="2" charset="0"/>
                <a:ea typeface="ＭＳ Ｐゴシック" charset="0"/>
              </a:rPr>
              <a:t>nonummy</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nibh</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euismod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tincidunt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laoreet</a:t>
            </a:r>
            <a:r>
              <a:rPr lang="en-US" sz="1600" kern="1200" dirty="0">
                <a:latin typeface="Inter" panose="02000503000000020004" pitchFamily="2" charset="0"/>
                <a:ea typeface="ＭＳ Ｐゴシック" charset="0"/>
              </a:rPr>
              <a:t> dolore magna </a:t>
            </a:r>
            <a:r>
              <a:rPr lang="en-US" sz="1600" kern="1200" dirty="0" err="1">
                <a:latin typeface="Inter" panose="02000503000000020004" pitchFamily="2" charset="0"/>
                <a:ea typeface="ＭＳ Ｐゴシック" charset="0"/>
              </a:rPr>
              <a:t>aliquam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erat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volutpat</a:t>
            </a:r>
            <a:r>
              <a:rPr lang="en-US" sz="1600" dirty="0">
                <a:latin typeface="Inter" panose="02000503000000020004" pitchFamily="2" charset="0"/>
                <a:ea typeface="ＭＳ Ｐゴシック" charset="0"/>
              </a:rPr>
              <a:t> sed dolor set diam.</a:t>
            </a:r>
          </a:p>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diam </a:t>
            </a:r>
            <a:r>
              <a:rPr lang="en-US" sz="1600" kern="1200" dirty="0" err="1">
                <a:latin typeface="Inter" panose="02000503000000020004" pitchFamily="2" charset="0"/>
                <a:ea typeface="ＭＳ Ｐゴシック" charset="0"/>
              </a:rPr>
              <a:t>nonummy</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nibh</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euismod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tincidunt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laoreet</a:t>
            </a:r>
            <a:r>
              <a:rPr lang="en-US" sz="1600" kern="1200" dirty="0">
                <a:latin typeface="Inter" panose="02000503000000020004" pitchFamily="2" charset="0"/>
                <a:ea typeface="ＭＳ Ｐゴシック" charset="0"/>
              </a:rPr>
              <a:t> dolore magna </a:t>
            </a:r>
            <a:r>
              <a:rPr lang="en-US" sz="1600" kern="1200" dirty="0" err="1">
                <a:latin typeface="Inter" panose="02000503000000020004" pitchFamily="2" charset="0"/>
                <a:ea typeface="ＭＳ Ｐゴシック" charset="0"/>
              </a:rPr>
              <a:t>aliquam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erat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volutpat</a:t>
            </a:r>
            <a:r>
              <a:rPr lang="en-US" sz="1600" dirty="0">
                <a:latin typeface="Inter" panose="02000503000000020004" pitchFamily="2" charset="0"/>
                <a:ea typeface="ＭＳ Ｐゴシック" charset="0"/>
              </a:rPr>
              <a:t> sed dolor.</a:t>
            </a:r>
            <a:endParaRPr lang="en-US" sz="1600" kern="1200" dirty="0">
              <a:latin typeface="Inter" panose="02000503000000020004" pitchFamily="2" charset="0"/>
              <a:ea typeface="ＭＳ Ｐゴシック" charset="0"/>
            </a:endParaRPr>
          </a:p>
        </p:txBody>
      </p:sp>
      <p:sp>
        <p:nvSpPr>
          <p:cNvPr id="14" name="TextBox 13">
            <a:extLst>
              <a:ext uri="{FF2B5EF4-FFF2-40B4-BE49-F238E27FC236}">
                <a16:creationId xmlns:a16="http://schemas.microsoft.com/office/drawing/2014/main" id="{F1F9E864-1D81-0CE1-A77E-82CEEAB92C31}"/>
              </a:ext>
            </a:extLst>
          </p:cNvPr>
          <p:cNvSpPr txBox="1"/>
          <p:nvPr/>
        </p:nvSpPr>
        <p:spPr>
          <a:xfrm>
            <a:off x="6581774" y="2022777"/>
            <a:ext cx="430371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9" name="TextBox 8">
            <a:extLst>
              <a:ext uri="{FF2B5EF4-FFF2-40B4-BE49-F238E27FC236}">
                <a16:creationId xmlns:a16="http://schemas.microsoft.com/office/drawing/2014/main" id="{744FEDF8-C93E-B99E-BBE9-B327D76309A1}"/>
              </a:ext>
            </a:extLst>
          </p:cNvPr>
          <p:cNvSpPr txBox="1"/>
          <p:nvPr/>
        </p:nvSpPr>
        <p:spPr>
          <a:xfrm>
            <a:off x="6581775" y="2490991"/>
            <a:ext cx="4303713" cy="1851789"/>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dolor autem vel </a:t>
            </a:r>
            <a:r>
              <a:rPr lang="en-US" sz="1600" kern="1200" dirty="0" err="1">
                <a:latin typeface="Inter" panose="02000503000000020004" pitchFamily="2" charset="0"/>
                <a:ea typeface="ＭＳ Ｐゴシック" charset="0"/>
              </a:rPr>
              <a:t>eum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iriure</a:t>
            </a:r>
            <a:r>
              <a:rPr lang="en-US" sz="1600" kern="1200" dirty="0">
                <a:latin typeface="Inter" panose="02000503000000020004" pitchFamily="2" charset="0"/>
                <a:ea typeface="ＭＳ Ｐゴシック" charset="0"/>
              </a:rPr>
              <a:t> dolor in </a:t>
            </a:r>
            <a:r>
              <a:rPr lang="en-US" sz="1600" kern="1200" dirty="0" err="1">
                <a:latin typeface="Inter" panose="02000503000000020004" pitchFamily="2" charset="0"/>
                <a:ea typeface="ＭＳ Ｐゴシック" charset="0"/>
              </a:rPr>
              <a:t>hendrerit</a:t>
            </a:r>
            <a:r>
              <a:rPr lang="en-US" sz="1600" kern="1200" dirty="0">
                <a:latin typeface="Inter" panose="02000503000000020004" pitchFamily="2" charset="0"/>
                <a:ea typeface="ＭＳ Ｐゴシック" charset="0"/>
              </a:rPr>
              <a:t> in </a:t>
            </a:r>
            <a:r>
              <a:rPr lang="en-US" sz="1600" kern="1200" dirty="0" err="1">
                <a:latin typeface="Inter" panose="02000503000000020004" pitchFamily="2" charset="0"/>
                <a:ea typeface="ＭＳ Ｐゴシック" charset="0"/>
              </a:rPr>
              <a:t>vulputate</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velit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esse</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molestie</a:t>
            </a:r>
            <a:r>
              <a:rPr lang="en-US" sz="1600" kern="1200" dirty="0">
                <a:latin typeface="Inter" panose="02000503000000020004" pitchFamily="2" charset="0"/>
                <a:ea typeface="ＭＳ Ｐゴシック" charset="0"/>
              </a:rPr>
              <a:t> vel illum dolore </a:t>
            </a:r>
            <a:r>
              <a:rPr lang="en-US" sz="1600" kern="1200" dirty="0" err="1">
                <a:latin typeface="Inter" panose="02000503000000020004" pitchFamily="2" charset="0"/>
                <a:ea typeface="ＭＳ Ｐゴシック" charset="0"/>
              </a:rPr>
              <a:t>eu</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feugiat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nulla</a:t>
            </a:r>
            <a:r>
              <a:rPr lang="en-US" sz="1600" kern="1200" dirty="0">
                <a:latin typeface="Inter" panose="02000503000000020004" pitchFamily="2" charset="0"/>
                <a:ea typeface="ＭＳ Ｐゴシック" charset="0"/>
              </a:rPr>
              <a:t> sit.</a:t>
            </a:r>
          </a:p>
          <a:p>
            <a:pPr algn="l" defTabSz="912276" rtl="0" eaLnBrk="1" fontAlgn="base" hangingPunct="1">
              <a:lnSpc>
                <a:spcPct val="100000"/>
              </a:lnSpc>
              <a:spcBef>
                <a:spcPts val="0"/>
              </a:spcBef>
              <a:spcAft>
                <a:spcPts val="1000"/>
              </a:spcAft>
              <a:buClr>
                <a:schemeClr val="bg1"/>
              </a:buClr>
              <a:buSzPct val="100000"/>
            </a:pPr>
            <a:r>
              <a:rPr lang="en-US" sz="1600" kern="1200" dirty="0" err="1">
                <a:latin typeface="Inter" panose="02000503000000020004" pitchFamily="2" charset="0"/>
                <a:ea typeface="ＭＳ Ｐゴシック" charset="0"/>
              </a:rPr>
              <a:t>Nonummy</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nibh</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euismod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tincidunt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laoreet</a:t>
            </a:r>
            <a:r>
              <a:rPr lang="en-US" sz="1600" kern="1200" dirty="0">
                <a:latin typeface="Inter" panose="02000503000000020004" pitchFamily="2" charset="0"/>
                <a:ea typeface="ＭＳ Ｐゴシック" charset="0"/>
              </a:rPr>
              <a:t> dolore magna </a:t>
            </a:r>
            <a:r>
              <a:rPr lang="en-US" sz="1600" kern="1200" dirty="0" err="1">
                <a:latin typeface="Inter" panose="02000503000000020004" pitchFamily="2" charset="0"/>
                <a:ea typeface="ＭＳ Ｐゴシック" charset="0"/>
              </a:rPr>
              <a:t>aliquam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erat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volutpat</a:t>
            </a:r>
            <a:r>
              <a:rPr lang="en-US" sz="1600" dirty="0">
                <a:latin typeface="Inter" panose="02000503000000020004" pitchFamily="2" charset="0"/>
                <a:ea typeface="ＭＳ Ｐゴシック" charset="0"/>
              </a:rPr>
              <a:t> sed dolor set diam.</a:t>
            </a:r>
            <a:endParaRPr lang="en-US" sz="1600" kern="1200" dirty="0">
              <a:latin typeface="Inter" panose="02000503000000020004" pitchFamily="2" charset="0"/>
              <a:ea typeface="ＭＳ Ｐゴシック" charset="0"/>
            </a:endParaRPr>
          </a:p>
        </p:txBody>
      </p:sp>
    </p:spTree>
    <p:extLst>
      <p:ext uri="{BB962C8B-B14F-4D97-AF65-F5344CB8AC3E}">
        <p14:creationId xmlns:p14="http://schemas.microsoft.com/office/powerpoint/2010/main" val="4061656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593FD-7A2D-C4DB-6417-103AB351E19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440661-53C2-9B05-A029-BD17C027C454}"/>
              </a:ext>
            </a:extLst>
          </p:cNvPr>
          <p:cNvSpPr>
            <a:spLocks noGrp="1"/>
          </p:cNvSpPr>
          <p:nvPr>
            <p:ph type="title"/>
          </p:nvPr>
        </p:nvSpPr>
        <p:spPr/>
        <p:txBody>
          <a:bodyPr/>
          <a:lstStyle/>
          <a:p>
            <a:r>
              <a:rPr lang="en-US" dirty="0"/>
              <a:t>Slide title, subtitle, three column</a:t>
            </a:r>
          </a:p>
        </p:txBody>
      </p:sp>
      <p:sp>
        <p:nvSpPr>
          <p:cNvPr id="4" name="Text Placeholder 3">
            <a:extLst>
              <a:ext uri="{FF2B5EF4-FFF2-40B4-BE49-F238E27FC236}">
                <a16:creationId xmlns:a16="http://schemas.microsoft.com/office/drawing/2014/main" id="{79ED4509-F721-2EDF-34AC-627F38B4CDB0}"/>
              </a:ext>
            </a:extLst>
          </p:cNvPr>
          <p:cNvSpPr>
            <a:spLocks noGrp="1"/>
          </p:cNvSpPr>
          <p:nvPr>
            <p:ph type="body" sz="quarter" idx="11"/>
          </p:nvPr>
        </p:nvSpPr>
        <p:spPr/>
        <p:txBody>
          <a:bodyPr/>
          <a:lstStyle/>
          <a:p>
            <a:r>
              <a:rPr lang="en-US" dirty="0"/>
              <a:t>Subtitle placeholder</a:t>
            </a:r>
          </a:p>
        </p:txBody>
      </p:sp>
      <p:sp>
        <p:nvSpPr>
          <p:cNvPr id="5" name="Text Placeholder 4">
            <a:extLst>
              <a:ext uri="{FF2B5EF4-FFF2-40B4-BE49-F238E27FC236}">
                <a16:creationId xmlns:a16="http://schemas.microsoft.com/office/drawing/2014/main" id="{EDEA59B7-09BB-38CE-4CF5-8EE30158E5B3}"/>
              </a:ext>
            </a:extLst>
          </p:cNvPr>
          <p:cNvSpPr>
            <a:spLocks noGrp="1"/>
          </p:cNvSpPr>
          <p:nvPr>
            <p:ph type="body" sz="quarter" idx="13"/>
          </p:nvPr>
        </p:nvSpPr>
        <p:spPr/>
        <p:txBody>
          <a:bodyPr/>
          <a:lstStyle/>
          <a:p>
            <a:pPr marL="0" indent="0">
              <a:buNone/>
            </a:pPr>
            <a:r>
              <a:rPr lang="en-US" b="1" dirty="0"/>
              <a:t>Heading placeholder lorem ipsum dolor sit </a:t>
            </a:r>
            <a:r>
              <a:rPr lang="en-US" b="1" dirty="0" err="1"/>
              <a:t>adipis</a:t>
            </a:r>
            <a:r>
              <a:rPr lang="en-US" b="1" dirty="0"/>
              <a:t> </a:t>
            </a:r>
            <a:r>
              <a:rPr lang="en-US" b="1" dirty="0" err="1"/>
              <a:t>elit</a:t>
            </a:r>
            <a:r>
              <a:rPr lang="en-US" b="1" dirty="0"/>
              <a:t> </a:t>
            </a:r>
            <a:r>
              <a:rPr lang="en-US" b="1" dirty="0" err="1"/>
              <a:t>amet</a:t>
            </a:r>
            <a:endParaRPr lang="en-US" b="1" dirty="0"/>
          </a:p>
          <a:p>
            <a:pPr>
              <a:buClr>
                <a:schemeClr val="tx1"/>
              </a:buClr>
            </a:pPr>
            <a:r>
              <a:rPr lang="en-US" dirty="0"/>
              <a:t>Amet, </a:t>
            </a:r>
            <a:r>
              <a:rPr lang="en-US" dirty="0" err="1"/>
              <a:t>consectetur</a:t>
            </a:r>
            <a:r>
              <a:rPr lang="en-US" dirty="0"/>
              <a:t> setting is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a:p>
            <a:pPr>
              <a:buClr>
                <a:schemeClr val="tx1"/>
              </a:buClr>
            </a:pPr>
            <a:r>
              <a:rPr lang="en-US" dirty="0"/>
              <a:t>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twoa</a:t>
            </a:r>
            <a:endParaRPr lang="en-US" dirty="0"/>
          </a:p>
          <a:p>
            <a:pPr>
              <a:buClr>
                <a:schemeClr val="tx1"/>
              </a:buClr>
            </a:pPr>
            <a:r>
              <a:rPr lang="en-US" dirty="0"/>
              <a:t>Lorem ipsum dolor sit </a:t>
            </a:r>
            <a:r>
              <a:rPr lang="en-US" dirty="0" err="1"/>
              <a:t>amet</a:t>
            </a:r>
            <a:r>
              <a:rPr lang="en-US" dirty="0"/>
              <a:t>, </a:t>
            </a:r>
            <a:r>
              <a:rPr lang="en-US" dirty="0" err="1"/>
              <a:t>consectetur</a:t>
            </a:r>
            <a:r>
              <a:rPr lang="en-US" dirty="0"/>
              <a:t> amiga</a:t>
            </a:r>
          </a:p>
        </p:txBody>
      </p:sp>
      <p:sp>
        <p:nvSpPr>
          <p:cNvPr id="6" name="Text Placeholder 5">
            <a:extLst>
              <a:ext uri="{FF2B5EF4-FFF2-40B4-BE49-F238E27FC236}">
                <a16:creationId xmlns:a16="http://schemas.microsoft.com/office/drawing/2014/main" id="{0942A29D-C10E-DFD3-F1C1-9D8C4AE1657B}"/>
              </a:ext>
            </a:extLst>
          </p:cNvPr>
          <p:cNvSpPr>
            <a:spLocks noGrp="1"/>
          </p:cNvSpPr>
          <p:nvPr>
            <p:ph type="body" sz="quarter" idx="14"/>
          </p:nvPr>
        </p:nvSpPr>
        <p:spPr/>
        <p:txBody>
          <a:bodyPr/>
          <a:lstStyle/>
          <a:p>
            <a:pPr marL="0" indent="0">
              <a:buNone/>
            </a:pPr>
            <a:r>
              <a:rPr lang="en-US" b="1" dirty="0"/>
              <a:t>Heading placeholder lorem ipsum dolor sit </a:t>
            </a:r>
            <a:r>
              <a:rPr lang="en-US" b="1" dirty="0" err="1"/>
              <a:t>adipis</a:t>
            </a:r>
            <a:r>
              <a:rPr lang="en-US" b="1" dirty="0"/>
              <a:t> </a:t>
            </a:r>
            <a:r>
              <a:rPr lang="en-US" b="1" dirty="0" err="1"/>
              <a:t>elit</a:t>
            </a:r>
            <a:r>
              <a:rPr lang="en-US" b="1" dirty="0"/>
              <a:t> </a:t>
            </a:r>
            <a:r>
              <a:rPr lang="en-US" b="1" dirty="0" err="1"/>
              <a:t>amet</a:t>
            </a:r>
            <a:endParaRPr lang="en-US" b="1" dirty="0"/>
          </a:p>
          <a:p>
            <a:pPr>
              <a:buClr>
                <a:schemeClr val="tx1"/>
              </a:buClr>
            </a:pPr>
            <a:r>
              <a:rPr lang="en-US" dirty="0"/>
              <a:t>Amet, </a:t>
            </a:r>
            <a:r>
              <a:rPr lang="en-US" dirty="0" err="1"/>
              <a:t>consectetur</a:t>
            </a:r>
            <a:r>
              <a:rPr lang="en-US" dirty="0"/>
              <a:t> setting is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a:p>
            <a:pPr>
              <a:buClr>
                <a:schemeClr val="tx1"/>
              </a:buClr>
            </a:pPr>
            <a:r>
              <a:rPr lang="en-US" dirty="0"/>
              <a:t>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twoa</a:t>
            </a:r>
            <a:endParaRPr lang="en-US" dirty="0"/>
          </a:p>
          <a:p>
            <a:pPr>
              <a:buClr>
                <a:schemeClr val="tx1"/>
              </a:buClr>
            </a:pPr>
            <a:r>
              <a:rPr lang="en-US" dirty="0"/>
              <a:t>Lorem ipsum dolor sit </a:t>
            </a:r>
            <a:r>
              <a:rPr lang="en-US" dirty="0" err="1"/>
              <a:t>amet</a:t>
            </a:r>
            <a:r>
              <a:rPr lang="en-US" dirty="0"/>
              <a:t>, </a:t>
            </a:r>
            <a:r>
              <a:rPr lang="en-US" dirty="0" err="1"/>
              <a:t>consectetur</a:t>
            </a:r>
            <a:r>
              <a:rPr lang="en-US" dirty="0"/>
              <a:t> amiga</a:t>
            </a:r>
          </a:p>
        </p:txBody>
      </p:sp>
      <p:sp>
        <p:nvSpPr>
          <p:cNvPr id="7" name="Text Placeholder 6">
            <a:extLst>
              <a:ext uri="{FF2B5EF4-FFF2-40B4-BE49-F238E27FC236}">
                <a16:creationId xmlns:a16="http://schemas.microsoft.com/office/drawing/2014/main" id="{CBC99FB6-25EC-45F3-50CB-4704E29E83AF}"/>
              </a:ext>
            </a:extLst>
          </p:cNvPr>
          <p:cNvSpPr>
            <a:spLocks noGrp="1"/>
          </p:cNvSpPr>
          <p:nvPr>
            <p:ph type="body" sz="quarter" idx="15"/>
          </p:nvPr>
        </p:nvSpPr>
        <p:spPr/>
        <p:txBody>
          <a:bodyPr/>
          <a:lstStyle/>
          <a:p>
            <a:pPr marL="0" indent="0">
              <a:buNone/>
            </a:pPr>
            <a:r>
              <a:rPr lang="en-US" b="1" dirty="0"/>
              <a:t>Heading placeholder lorem ipsum dolor sit </a:t>
            </a:r>
            <a:r>
              <a:rPr lang="en-US" b="1" dirty="0" err="1"/>
              <a:t>adipis</a:t>
            </a:r>
            <a:r>
              <a:rPr lang="en-US" b="1" dirty="0"/>
              <a:t> </a:t>
            </a:r>
            <a:r>
              <a:rPr lang="en-US" b="1" dirty="0" err="1"/>
              <a:t>elit</a:t>
            </a:r>
            <a:r>
              <a:rPr lang="en-US" b="1" dirty="0"/>
              <a:t> </a:t>
            </a:r>
            <a:r>
              <a:rPr lang="en-US" b="1" dirty="0" err="1"/>
              <a:t>amet</a:t>
            </a:r>
            <a:endParaRPr lang="en-US" b="1" dirty="0"/>
          </a:p>
          <a:p>
            <a:pPr>
              <a:buClr>
                <a:schemeClr val="tx1"/>
              </a:buClr>
            </a:pPr>
            <a:r>
              <a:rPr lang="en-US" dirty="0"/>
              <a:t>Amet, </a:t>
            </a:r>
            <a:r>
              <a:rPr lang="en-US" dirty="0" err="1"/>
              <a:t>consectetur</a:t>
            </a:r>
            <a:r>
              <a:rPr lang="en-US" dirty="0"/>
              <a:t> setting is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amet</a:t>
            </a:r>
            <a:endParaRPr lang="en-US" dirty="0"/>
          </a:p>
          <a:p>
            <a:pPr>
              <a:buClr>
                <a:schemeClr val="tx1"/>
              </a:buClr>
            </a:pPr>
            <a:r>
              <a:rPr lang="en-US" dirty="0"/>
              <a:t>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twoa</a:t>
            </a:r>
            <a:endParaRPr lang="en-US" dirty="0"/>
          </a:p>
          <a:p>
            <a:pPr>
              <a:buClr>
                <a:schemeClr val="tx1"/>
              </a:buClr>
            </a:pPr>
            <a:r>
              <a:rPr lang="en-US" dirty="0"/>
              <a:t>Lorem ipsum dolor sit </a:t>
            </a:r>
            <a:r>
              <a:rPr lang="en-US" dirty="0" err="1"/>
              <a:t>amet</a:t>
            </a:r>
            <a:r>
              <a:rPr lang="en-US" dirty="0"/>
              <a:t>, </a:t>
            </a:r>
            <a:r>
              <a:rPr lang="en-US" dirty="0" err="1"/>
              <a:t>consectetur</a:t>
            </a:r>
            <a:r>
              <a:rPr lang="en-US" dirty="0"/>
              <a:t> amiga</a:t>
            </a:r>
          </a:p>
        </p:txBody>
      </p:sp>
    </p:spTree>
    <p:extLst>
      <p:ext uri="{BB962C8B-B14F-4D97-AF65-F5344CB8AC3E}">
        <p14:creationId xmlns:p14="http://schemas.microsoft.com/office/powerpoint/2010/main" val="354168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79F44-B131-360B-017C-9DC6716103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B84B05-1F92-C77F-39E0-F644968170D4}"/>
              </a:ext>
            </a:extLst>
          </p:cNvPr>
          <p:cNvSpPr>
            <a:spLocks noGrp="1"/>
          </p:cNvSpPr>
          <p:nvPr>
            <p:ph type="title"/>
          </p:nvPr>
        </p:nvSpPr>
        <p:spPr/>
        <p:txBody>
          <a:bodyPr/>
          <a:lstStyle/>
          <a:p>
            <a:r>
              <a:rPr lang="en-US" dirty="0"/>
              <a:t>Three column, icons</a:t>
            </a:r>
          </a:p>
        </p:txBody>
      </p:sp>
      <p:sp>
        <p:nvSpPr>
          <p:cNvPr id="31" name="Freeform 101" descr="Icon of two people talking representing &quot;Advisory&quot;">
            <a:extLst>
              <a:ext uri="{FF2B5EF4-FFF2-40B4-BE49-F238E27FC236}">
                <a16:creationId xmlns:a16="http://schemas.microsoft.com/office/drawing/2014/main" id="{D115E670-4112-72F6-28D7-65DA51BC29DD}"/>
              </a:ext>
            </a:extLst>
          </p:cNvPr>
          <p:cNvSpPr>
            <a:spLocks noChangeAspect="1"/>
          </p:cNvSpPr>
          <p:nvPr/>
        </p:nvSpPr>
        <p:spPr>
          <a:xfrm>
            <a:off x="1316619" y="2035175"/>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F48F381A-91A8-14AA-2FF0-95C6C75451A1}"/>
              </a:ext>
            </a:extLst>
          </p:cNvPr>
          <p:cNvSpPr txBox="1"/>
          <p:nvPr/>
        </p:nvSpPr>
        <p:spPr>
          <a:xfrm>
            <a:off x="1308232" y="2687181"/>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8" name="TextBox 7">
            <a:extLst>
              <a:ext uri="{FF2B5EF4-FFF2-40B4-BE49-F238E27FC236}">
                <a16:creationId xmlns:a16="http://schemas.microsoft.com/office/drawing/2014/main" id="{60EA10C1-5849-7B5E-4B31-78E612D60085}"/>
              </a:ext>
            </a:extLst>
          </p:cNvPr>
          <p:cNvSpPr txBox="1"/>
          <p:nvPr/>
        </p:nvSpPr>
        <p:spPr>
          <a:xfrm>
            <a:off x="1308231" y="3153252"/>
            <a:ext cx="2741482" cy="2215991"/>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nisl</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aliquip</a:t>
            </a:r>
            <a:r>
              <a:rPr lang="en-US" sz="1600" kern="1200" dirty="0">
                <a:latin typeface="Inter" panose="02000503000000020004" pitchFamily="2" charset="0"/>
                <a:ea typeface="ＭＳ Ｐゴシック" charset="0"/>
              </a:rPr>
              <a:t> ex </a:t>
            </a:r>
            <a:r>
              <a:rPr lang="en-US" sz="1600" kern="1200" dirty="0" err="1">
                <a:latin typeface="Inter" panose="02000503000000020004" pitchFamily="2" charset="0"/>
                <a:ea typeface="ＭＳ Ｐゴシック" charset="0"/>
              </a:rPr>
              <a:t>ea</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commodo</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consequat</a:t>
            </a:r>
            <a:r>
              <a:rPr lang="en-US" sz="1600" kern="1200" dirty="0">
                <a:latin typeface="Inter" panose="02000503000000020004" pitchFamily="2" charset="0"/>
                <a:ea typeface="ＭＳ Ｐゴシック" charset="0"/>
              </a:rPr>
              <a:t>.</a:t>
            </a:r>
          </a:p>
        </p:txBody>
      </p:sp>
      <p:sp>
        <p:nvSpPr>
          <p:cNvPr id="29" name="Freeform 212" descr="Icon of a group of people's head in a circle  representing &quot;Collaboration&quot;">
            <a:extLst>
              <a:ext uri="{FF2B5EF4-FFF2-40B4-BE49-F238E27FC236}">
                <a16:creationId xmlns:a16="http://schemas.microsoft.com/office/drawing/2014/main" id="{6885CB91-3260-661B-DEAA-DF7A29F3A346}"/>
              </a:ext>
            </a:extLst>
          </p:cNvPr>
          <p:cNvSpPr>
            <a:spLocks noChangeAspect="1"/>
          </p:cNvSpPr>
          <p:nvPr/>
        </p:nvSpPr>
        <p:spPr>
          <a:xfrm>
            <a:off x="4720255" y="2035175"/>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C005F8B9-3325-DAA7-17A3-8F6E5C7382ED}"/>
              </a:ext>
            </a:extLst>
          </p:cNvPr>
          <p:cNvSpPr txBox="1"/>
          <p:nvPr/>
        </p:nvSpPr>
        <p:spPr>
          <a:xfrm>
            <a:off x="4721930" y="2687181"/>
            <a:ext cx="2748138"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10" name="TextBox 9">
            <a:extLst>
              <a:ext uri="{FF2B5EF4-FFF2-40B4-BE49-F238E27FC236}">
                <a16:creationId xmlns:a16="http://schemas.microsoft.com/office/drawing/2014/main" id="{3FA194EF-2E83-B81D-6A69-1C2B5B1FBAA1}"/>
              </a:ext>
            </a:extLst>
          </p:cNvPr>
          <p:cNvSpPr txBox="1"/>
          <p:nvPr/>
        </p:nvSpPr>
        <p:spPr>
          <a:xfrm>
            <a:off x="4721931" y="3153252"/>
            <a:ext cx="2748137" cy="1723549"/>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a:t>
            </a:r>
          </a:p>
        </p:txBody>
      </p:sp>
      <p:sp>
        <p:nvSpPr>
          <p:cNvPr id="30" name="Freeform 238" descr="Icon of a magnifying glass zooming in on a pie chart representing &quot;data driven insights&quot;">
            <a:extLst>
              <a:ext uri="{FF2B5EF4-FFF2-40B4-BE49-F238E27FC236}">
                <a16:creationId xmlns:a16="http://schemas.microsoft.com/office/drawing/2014/main" id="{47B7B6AF-3712-F632-BA17-84B0B163C0E2}"/>
              </a:ext>
            </a:extLst>
          </p:cNvPr>
          <p:cNvSpPr>
            <a:spLocks noChangeAspect="1"/>
          </p:cNvSpPr>
          <p:nvPr/>
        </p:nvSpPr>
        <p:spPr>
          <a:xfrm>
            <a:off x="8140700" y="2035175"/>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EA5BCA1D-F79D-85E0-8A25-A81EC80CA492}"/>
              </a:ext>
            </a:extLst>
          </p:cNvPr>
          <p:cNvSpPr txBox="1"/>
          <p:nvPr/>
        </p:nvSpPr>
        <p:spPr>
          <a:xfrm>
            <a:off x="8138316" y="2687181"/>
            <a:ext cx="2750347"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14" name="TextBox 13">
            <a:extLst>
              <a:ext uri="{FF2B5EF4-FFF2-40B4-BE49-F238E27FC236}">
                <a16:creationId xmlns:a16="http://schemas.microsoft.com/office/drawing/2014/main" id="{158E1510-84E1-2BD4-BC44-639F6B3265FB}"/>
              </a:ext>
            </a:extLst>
          </p:cNvPr>
          <p:cNvSpPr txBox="1"/>
          <p:nvPr/>
        </p:nvSpPr>
        <p:spPr>
          <a:xfrm>
            <a:off x="8138315" y="3153252"/>
            <a:ext cx="2750347" cy="1969770"/>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nisl</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aliquip</a:t>
            </a:r>
            <a:r>
              <a:rPr lang="en-US" sz="1600" dirty="0">
                <a:latin typeface="Inter" panose="02000503000000020004" pitchFamily="2" charset="0"/>
                <a:ea typeface="ＭＳ Ｐゴシック" charset="0"/>
              </a:rPr>
              <a:t>.</a:t>
            </a:r>
            <a:endParaRPr lang="en-US" sz="1600" kern="1200" dirty="0">
              <a:latin typeface="Inter" panose="02000503000000020004" pitchFamily="2" charset="0"/>
              <a:ea typeface="ＭＳ Ｐゴシック" charset="0"/>
            </a:endParaRPr>
          </a:p>
        </p:txBody>
      </p:sp>
    </p:spTree>
    <p:extLst>
      <p:ext uri="{BB962C8B-B14F-4D97-AF65-F5344CB8AC3E}">
        <p14:creationId xmlns:p14="http://schemas.microsoft.com/office/powerpoint/2010/main" val="308726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658DC-C573-AFFF-BD1F-9CED0D8FF0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695C8B-3A36-3337-AA48-14865851E104}"/>
              </a:ext>
            </a:extLst>
          </p:cNvPr>
          <p:cNvSpPr>
            <a:spLocks noGrp="1"/>
          </p:cNvSpPr>
          <p:nvPr>
            <p:ph type="title"/>
          </p:nvPr>
        </p:nvSpPr>
        <p:spPr/>
        <p:txBody>
          <a:bodyPr/>
          <a:lstStyle/>
          <a:p>
            <a:r>
              <a:rPr lang="en-US" dirty="0"/>
              <a:t>Four column, icons</a:t>
            </a:r>
          </a:p>
        </p:txBody>
      </p:sp>
      <p:sp>
        <p:nvSpPr>
          <p:cNvPr id="27" name="Text Placeholder 26">
            <a:extLst>
              <a:ext uri="{FF2B5EF4-FFF2-40B4-BE49-F238E27FC236}">
                <a16:creationId xmlns:a16="http://schemas.microsoft.com/office/drawing/2014/main" id="{DF05C446-65BE-0643-65F6-F6423D3BF153}"/>
              </a:ext>
            </a:extLst>
          </p:cNvPr>
          <p:cNvSpPr>
            <a:spLocks noGrp="1"/>
          </p:cNvSpPr>
          <p:nvPr>
            <p:ph type="body" sz="quarter" idx="11"/>
          </p:nvPr>
        </p:nvSpPr>
        <p:spPr/>
        <p:txBody>
          <a:bodyPr/>
          <a:lstStyle/>
          <a:p>
            <a:r>
              <a:rPr lang="en-US" dirty="0"/>
              <a:t>Gradient color icon option</a:t>
            </a:r>
          </a:p>
        </p:txBody>
      </p:sp>
      <p:sp>
        <p:nvSpPr>
          <p:cNvPr id="31" name="Freeform 101" descr="Icon of two people talking representing &quot;Advisory&quot;">
            <a:extLst>
              <a:ext uri="{FF2B5EF4-FFF2-40B4-BE49-F238E27FC236}">
                <a16:creationId xmlns:a16="http://schemas.microsoft.com/office/drawing/2014/main" id="{2B16FECC-7DC6-D4C5-5B64-5C3B589AF74E}"/>
              </a:ext>
            </a:extLst>
          </p:cNvPr>
          <p:cNvSpPr>
            <a:spLocks noChangeAspect="1"/>
          </p:cNvSpPr>
          <p:nvPr/>
        </p:nvSpPr>
        <p:spPr>
          <a:xfrm>
            <a:off x="331918" y="2467524"/>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A94E131A-0609-CEB6-171E-75DABE44EC8D}"/>
              </a:ext>
            </a:extLst>
          </p:cNvPr>
          <p:cNvSpPr txBox="1"/>
          <p:nvPr/>
        </p:nvSpPr>
        <p:spPr>
          <a:xfrm>
            <a:off x="331919" y="3119530"/>
            <a:ext cx="2739778"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8" name="TextBox 7">
            <a:extLst>
              <a:ext uri="{FF2B5EF4-FFF2-40B4-BE49-F238E27FC236}">
                <a16:creationId xmlns:a16="http://schemas.microsoft.com/office/drawing/2014/main" id="{F78B8A62-1B46-87BB-2F1B-4BDF18797571}"/>
              </a:ext>
            </a:extLst>
          </p:cNvPr>
          <p:cNvSpPr txBox="1"/>
          <p:nvPr/>
        </p:nvSpPr>
        <p:spPr>
          <a:xfrm>
            <a:off x="331917" y="3605921"/>
            <a:ext cx="2739779"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dolor.</a:t>
            </a:r>
          </a:p>
        </p:txBody>
      </p:sp>
      <p:sp>
        <p:nvSpPr>
          <p:cNvPr id="29" name="Freeform 212" descr="Icon of a group of people's head in a circle  representing &quot;Collaboration&quot;">
            <a:extLst>
              <a:ext uri="{FF2B5EF4-FFF2-40B4-BE49-F238E27FC236}">
                <a16:creationId xmlns:a16="http://schemas.microsoft.com/office/drawing/2014/main" id="{EB238A2D-30E6-B233-4B37-363F1DD63975}"/>
              </a:ext>
            </a:extLst>
          </p:cNvPr>
          <p:cNvSpPr>
            <a:spLocks noChangeAspect="1"/>
          </p:cNvSpPr>
          <p:nvPr/>
        </p:nvSpPr>
        <p:spPr>
          <a:xfrm>
            <a:off x="3251818" y="2467524"/>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42452FD9-46E2-DA44-4324-84E4D2E4E8A1}"/>
              </a:ext>
            </a:extLst>
          </p:cNvPr>
          <p:cNvSpPr txBox="1"/>
          <p:nvPr/>
        </p:nvSpPr>
        <p:spPr>
          <a:xfrm>
            <a:off x="3253493" y="3119530"/>
            <a:ext cx="2739778"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10" name="TextBox 9">
            <a:extLst>
              <a:ext uri="{FF2B5EF4-FFF2-40B4-BE49-F238E27FC236}">
                <a16:creationId xmlns:a16="http://schemas.microsoft.com/office/drawing/2014/main" id="{A2A8F8AA-A943-B02C-CF71-F58E1143BEBC}"/>
              </a:ext>
            </a:extLst>
          </p:cNvPr>
          <p:cNvSpPr txBox="1"/>
          <p:nvPr/>
        </p:nvSpPr>
        <p:spPr>
          <a:xfrm>
            <a:off x="3253494" y="3605921"/>
            <a:ext cx="2750244" cy="984885"/>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a:t>
            </a:r>
          </a:p>
        </p:txBody>
      </p:sp>
      <p:sp>
        <p:nvSpPr>
          <p:cNvPr id="30" name="Freeform 238" descr="Icon of a magnifying glass zooming in on a pie chart representing &quot;data driven insights&quot;">
            <a:extLst>
              <a:ext uri="{FF2B5EF4-FFF2-40B4-BE49-F238E27FC236}">
                <a16:creationId xmlns:a16="http://schemas.microsoft.com/office/drawing/2014/main" id="{7F7D3A79-4531-2F0F-AF0B-3456404A4669}"/>
              </a:ext>
            </a:extLst>
          </p:cNvPr>
          <p:cNvSpPr>
            <a:spLocks noChangeAspect="1"/>
          </p:cNvSpPr>
          <p:nvPr/>
        </p:nvSpPr>
        <p:spPr>
          <a:xfrm>
            <a:off x="6192756" y="2467524"/>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5D400629-5F8E-8DED-6B66-9D5CB55DBB3B}"/>
              </a:ext>
            </a:extLst>
          </p:cNvPr>
          <p:cNvSpPr txBox="1"/>
          <p:nvPr/>
        </p:nvSpPr>
        <p:spPr>
          <a:xfrm>
            <a:off x="6190372" y="3119530"/>
            <a:ext cx="274467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14" name="TextBox 13">
            <a:extLst>
              <a:ext uri="{FF2B5EF4-FFF2-40B4-BE49-F238E27FC236}">
                <a16:creationId xmlns:a16="http://schemas.microsoft.com/office/drawing/2014/main" id="{A6617700-2711-7148-DB1A-7753B63910B3}"/>
              </a:ext>
            </a:extLst>
          </p:cNvPr>
          <p:cNvSpPr txBox="1"/>
          <p:nvPr/>
        </p:nvSpPr>
        <p:spPr>
          <a:xfrm>
            <a:off x="6190370" y="3605921"/>
            <a:ext cx="2739779" cy="984885"/>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seta sed do.</a:t>
            </a:r>
          </a:p>
        </p:txBody>
      </p:sp>
      <p:grpSp>
        <p:nvGrpSpPr>
          <p:cNvPr id="18" name="Graphic 114" descr="Icon of a security shield">
            <a:extLst>
              <a:ext uri="{FF2B5EF4-FFF2-40B4-BE49-F238E27FC236}">
                <a16:creationId xmlns:a16="http://schemas.microsoft.com/office/drawing/2014/main" id="{61AF6226-17C3-F490-1684-9488DFDCAB3E}"/>
              </a:ext>
            </a:extLst>
          </p:cNvPr>
          <p:cNvGrpSpPr/>
          <p:nvPr/>
        </p:nvGrpSpPr>
        <p:grpSpPr>
          <a:xfrm>
            <a:off x="9115425" y="2469726"/>
            <a:ext cx="366277" cy="454998"/>
            <a:chOff x="6460136" y="4109336"/>
            <a:chExt cx="471487" cy="585692"/>
          </a:xfrm>
          <a:solidFill>
            <a:schemeClr val="tx1"/>
          </a:solidFill>
        </p:grpSpPr>
        <p:sp>
          <p:nvSpPr>
            <p:cNvPr id="19" name="Freeform 249">
              <a:extLst>
                <a:ext uri="{FF2B5EF4-FFF2-40B4-BE49-F238E27FC236}">
                  <a16:creationId xmlns:a16="http://schemas.microsoft.com/office/drawing/2014/main" id="{8B5C07F8-D932-64A2-894E-66ABC780326B}"/>
                </a:ext>
              </a:extLst>
            </p:cNvPr>
            <p:cNvSpPr/>
            <p:nvPr/>
          </p:nvSpPr>
          <p:spPr>
            <a:xfrm>
              <a:off x="6460136" y="4109336"/>
              <a:ext cx="471487" cy="585692"/>
            </a:xfrm>
            <a:custGeom>
              <a:avLst/>
              <a:gdLst>
                <a:gd name="connsiteX0" fmla="*/ 464344 w 471487"/>
                <a:gd name="connsiteY0" fmla="*/ 0 h 585692"/>
                <a:gd name="connsiteX1" fmla="*/ 7144 w 471487"/>
                <a:gd name="connsiteY1" fmla="*/ 0 h 585692"/>
                <a:gd name="connsiteX2" fmla="*/ 0 w 471487"/>
                <a:gd name="connsiteY2" fmla="*/ 7144 h 585692"/>
                <a:gd name="connsiteX3" fmla="*/ 0 w 471487"/>
                <a:gd name="connsiteY3" fmla="*/ 405670 h 585692"/>
                <a:gd name="connsiteX4" fmla="*/ 73533 w 471487"/>
                <a:gd name="connsiteY4" fmla="*/ 517684 h 585692"/>
                <a:gd name="connsiteX5" fmla="*/ 232981 w 471487"/>
                <a:gd name="connsiteY5" fmla="*/ 585121 h 585692"/>
                <a:gd name="connsiteX6" fmla="*/ 235744 w 471487"/>
                <a:gd name="connsiteY6" fmla="*/ 585692 h 585692"/>
                <a:gd name="connsiteX7" fmla="*/ 238506 w 471487"/>
                <a:gd name="connsiteY7" fmla="*/ 585121 h 585692"/>
                <a:gd name="connsiteX8" fmla="*/ 397955 w 471487"/>
                <a:gd name="connsiteY8" fmla="*/ 517684 h 585692"/>
                <a:gd name="connsiteX9" fmla="*/ 471488 w 471487"/>
                <a:gd name="connsiteY9" fmla="*/ 405670 h 585692"/>
                <a:gd name="connsiteX10" fmla="*/ 471488 w 471487"/>
                <a:gd name="connsiteY10" fmla="*/ 7144 h 585692"/>
                <a:gd name="connsiteX11" fmla="*/ 464344 w 471487"/>
                <a:gd name="connsiteY11" fmla="*/ 0 h 585692"/>
                <a:gd name="connsiteX12" fmla="*/ 457200 w 471487"/>
                <a:gd name="connsiteY12" fmla="*/ 405670 h 585692"/>
                <a:gd name="connsiteX13" fmla="*/ 392430 w 471487"/>
                <a:gd name="connsiteY13" fmla="*/ 504539 h 585692"/>
                <a:gd name="connsiteX14" fmla="*/ 235744 w 471487"/>
                <a:gd name="connsiteY14" fmla="*/ 570833 h 585692"/>
                <a:gd name="connsiteX15" fmla="*/ 79057 w 471487"/>
                <a:gd name="connsiteY15" fmla="*/ 504539 h 585692"/>
                <a:gd name="connsiteX16" fmla="*/ 14288 w 471487"/>
                <a:gd name="connsiteY16" fmla="*/ 405670 h 585692"/>
                <a:gd name="connsiteX17" fmla="*/ 14288 w 471487"/>
                <a:gd name="connsiteY17" fmla="*/ 14288 h 585692"/>
                <a:gd name="connsiteX18" fmla="*/ 457200 w 471487"/>
                <a:gd name="connsiteY18" fmla="*/ 14288 h 585692"/>
                <a:gd name="connsiteX19" fmla="*/ 457200 w 471487"/>
                <a:gd name="connsiteY19" fmla="*/ 405670 h 585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1487" h="585692">
                  <a:moveTo>
                    <a:pt x="464344" y="0"/>
                  </a:moveTo>
                  <a:lnTo>
                    <a:pt x="7144" y="0"/>
                  </a:lnTo>
                  <a:cubicBezTo>
                    <a:pt x="3239" y="0"/>
                    <a:pt x="0" y="3239"/>
                    <a:pt x="0" y="7144"/>
                  </a:cubicBezTo>
                  <a:lnTo>
                    <a:pt x="0" y="405670"/>
                  </a:lnTo>
                  <a:cubicBezTo>
                    <a:pt x="0" y="454819"/>
                    <a:pt x="28861" y="498824"/>
                    <a:pt x="73533" y="517684"/>
                  </a:cubicBezTo>
                  <a:lnTo>
                    <a:pt x="232981" y="585121"/>
                  </a:lnTo>
                  <a:cubicBezTo>
                    <a:pt x="233839" y="585502"/>
                    <a:pt x="234791" y="585692"/>
                    <a:pt x="235744" y="585692"/>
                  </a:cubicBezTo>
                  <a:cubicBezTo>
                    <a:pt x="236696" y="585692"/>
                    <a:pt x="237649" y="585502"/>
                    <a:pt x="238506" y="585121"/>
                  </a:cubicBezTo>
                  <a:lnTo>
                    <a:pt x="397955" y="517684"/>
                  </a:lnTo>
                  <a:cubicBezTo>
                    <a:pt x="442627" y="498824"/>
                    <a:pt x="471488" y="454819"/>
                    <a:pt x="471488" y="405670"/>
                  </a:cubicBezTo>
                  <a:lnTo>
                    <a:pt x="471488" y="7144"/>
                  </a:lnTo>
                  <a:cubicBezTo>
                    <a:pt x="471488" y="3239"/>
                    <a:pt x="468249" y="0"/>
                    <a:pt x="464344" y="0"/>
                  </a:cubicBezTo>
                  <a:close/>
                  <a:moveTo>
                    <a:pt x="457200" y="405670"/>
                  </a:moveTo>
                  <a:cubicBezTo>
                    <a:pt x="457200" y="449104"/>
                    <a:pt x="431768" y="487871"/>
                    <a:pt x="392430" y="504539"/>
                  </a:cubicBezTo>
                  <a:lnTo>
                    <a:pt x="235744" y="570833"/>
                  </a:lnTo>
                  <a:lnTo>
                    <a:pt x="79057" y="504539"/>
                  </a:lnTo>
                  <a:cubicBezTo>
                    <a:pt x="39719" y="487871"/>
                    <a:pt x="14288" y="449104"/>
                    <a:pt x="14288" y="405670"/>
                  </a:cubicBezTo>
                  <a:lnTo>
                    <a:pt x="14288" y="14288"/>
                  </a:lnTo>
                  <a:lnTo>
                    <a:pt x="457200" y="14288"/>
                  </a:lnTo>
                  <a:lnTo>
                    <a:pt x="457200" y="405670"/>
                  </a:lnTo>
                  <a:close/>
                </a:path>
              </a:pathLst>
            </a:custGeom>
            <a:grpFill/>
            <a:ln w="9525" cap="flat">
              <a:noFill/>
              <a:prstDash val="solid"/>
              <a:miter/>
            </a:ln>
          </p:spPr>
          <p:txBody>
            <a:bodyPr rtlCol="0" anchor="ctr"/>
            <a:lstStyle/>
            <a:p>
              <a:endParaRPr lang="en-US" dirty="0">
                <a:latin typeface="Inter" panose="02000503000000020004" pitchFamily="2" charset="0"/>
              </a:endParaRPr>
            </a:p>
          </p:txBody>
        </p:sp>
        <p:sp>
          <p:nvSpPr>
            <p:cNvPr id="20" name="Freeform 250">
              <a:extLst>
                <a:ext uri="{FF2B5EF4-FFF2-40B4-BE49-F238E27FC236}">
                  <a16:creationId xmlns:a16="http://schemas.microsoft.com/office/drawing/2014/main" id="{2A5FCC6A-8B49-895E-90D1-DDCD00D57E88}"/>
                </a:ext>
              </a:extLst>
            </p:cNvPr>
            <p:cNvSpPr/>
            <p:nvPr/>
          </p:nvSpPr>
          <p:spPr>
            <a:xfrm>
              <a:off x="6536336" y="4166486"/>
              <a:ext cx="319087" cy="376237"/>
            </a:xfrm>
            <a:custGeom>
              <a:avLst/>
              <a:gdLst>
                <a:gd name="connsiteX0" fmla="*/ 7144 w 319087"/>
                <a:gd name="connsiteY0" fmla="*/ 376238 h 376237"/>
                <a:gd name="connsiteX1" fmla="*/ 311944 w 319087"/>
                <a:gd name="connsiteY1" fmla="*/ 376238 h 376237"/>
                <a:gd name="connsiteX2" fmla="*/ 319088 w 319087"/>
                <a:gd name="connsiteY2" fmla="*/ 369094 h 376237"/>
                <a:gd name="connsiteX3" fmla="*/ 319088 w 319087"/>
                <a:gd name="connsiteY3" fmla="*/ 159544 h 376237"/>
                <a:gd name="connsiteX4" fmla="*/ 311944 w 319087"/>
                <a:gd name="connsiteY4" fmla="*/ 152400 h 376237"/>
                <a:gd name="connsiteX5" fmla="*/ 261938 w 319087"/>
                <a:gd name="connsiteY5" fmla="*/ 152400 h 376237"/>
                <a:gd name="connsiteX6" fmla="*/ 261938 w 319087"/>
                <a:gd name="connsiteY6" fmla="*/ 102394 h 376237"/>
                <a:gd name="connsiteX7" fmla="*/ 159544 w 319087"/>
                <a:gd name="connsiteY7" fmla="*/ 0 h 376237"/>
                <a:gd name="connsiteX8" fmla="*/ 57150 w 319087"/>
                <a:gd name="connsiteY8" fmla="*/ 102394 h 376237"/>
                <a:gd name="connsiteX9" fmla="*/ 57150 w 319087"/>
                <a:gd name="connsiteY9" fmla="*/ 152400 h 376237"/>
                <a:gd name="connsiteX10" fmla="*/ 7144 w 319087"/>
                <a:gd name="connsiteY10" fmla="*/ 152400 h 376237"/>
                <a:gd name="connsiteX11" fmla="*/ 0 w 319087"/>
                <a:gd name="connsiteY11" fmla="*/ 159544 h 376237"/>
                <a:gd name="connsiteX12" fmla="*/ 0 w 319087"/>
                <a:gd name="connsiteY12" fmla="*/ 369094 h 376237"/>
                <a:gd name="connsiteX13" fmla="*/ 7144 w 319087"/>
                <a:gd name="connsiteY13" fmla="*/ 376238 h 376237"/>
                <a:gd name="connsiteX14" fmla="*/ 71438 w 319087"/>
                <a:gd name="connsiteY14" fmla="*/ 102394 h 376237"/>
                <a:gd name="connsiteX15" fmla="*/ 159544 w 319087"/>
                <a:gd name="connsiteY15" fmla="*/ 14288 h 376237"/>
                <a:gd name="connsiteX16" fmla="*/ 247650 w 319087"/>
                <a:gd name="connsiteY16" fmla="*/ 102394 h 376237"/>
                <a:gd name="connsiteX17" fmla="*/ 247650 w 319087"/>
                <a:gd name="connsiteY17" fmla="*/ 152400 h 376237"/>
                <a:gd name="connsiteX18" fmla="*/ 71438 w 319087"/>
                <a:gd name="connsiteY18" fmla="*/ 152400 h 376237"/>
                <a:gd name="connsiteX19" fmla="*/ 71438 w 319087"/>
                <a:gd name="connsiteY19" fmla="*/ 102394 h 376237"/>
                <a:gd name="connsiteX20" fmla="*/ 14288 w 319087"/>
                <a:gd name="connsiteY20" fmla="*/ 166688 h 376237"/>
                <a:gd name="connsiteX21" fmla="*/ 304800 w 319087"/>
                <a:gd name="connsiteY21" fmla="*/ 166688 h 376237"/>
                <a:gd name="connsiteX22" fmla="*/ 304800 w 319087"/>
                <a:gd name="connsiteY22" fmla="*/ 361950 h 376237"/>
                <a:gd name="connsiteX23" fmla="*/ 14288 w 319087"/>
                <a:gd name="connsiteY23" fmla="*/ 361950 h 376237"/>
                <a:gd name="connsiteX24" fmla="*/ 14288 w 319087"/>
                <a:gd name="connsiteY24" fmla="*/ 166688 h 37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9087" h="376237">
                  <a:moveTo>
                    <a:pt x="7144" y="376238"/>
                  </a:moveTo>
                  <a:lnTo>
                    <a:pt x="311944" y="376238"/>
                  </a:lnTo>
                  <a:cubicBezTo>
                    <a:pt x="315849" y="376238"/>
                    <a:pt x="319088" y="372999"/>
                    <a:pt x="319088" y="369094"/>
                  </a:cubicBezTo>
                  <a:lnTo>
                    <a:pt x="319088" y="159544"/>
                  </a:lnTo>
                  <a:cubicBezTo>
                    <a:pt x="319088" y="155639"/>
                    <a:pt x="315849" y="152400"/>
                    <a:pt x="311944" y="152400"/>
                  </a:cubicBezTo>
                  <a:lnTo>
                    <a:pt x="261938" y="152400"/>
                  </a:lnTo>
                  <a:lnTo>
                    <a:pt x="261938" y="102394"/>
                  </a:lnTo>
                  <a:cubicBezTo>
                    <a:pt x="261938" y="45910"/>
                    <a:pt x="216027" y="0"/>
                    <a:pt x="159544" y="0"/>
                  </a:cubicBezTo>
                  <a:cubicBezTo>
                    <a:pt x="103061" y="0"/>
                    <a:pt x="57150" y="45910"/>
                    <a:pt x="57150" y="102394"/>
                  </a:cubicBezTo>
                  <a:lnTo>
                    <a:pt x="57150" y="152400"/>
                  </a:lnTo>
                  <a:lnTo>
                    <a:pt x="7144" y="152400"/>
                  </a:lnTo>
                  <a:cubicBezTo>
                    <a:pt x="3239" y="152400"/>
                    <a:pt x="0" y="155639"/>
                    <a:pt x="0" y="159544"/>
                  </a:cubicBezTo>
                  <a:lnTo>
                    <a:pt x="0" y="369094"/>
                  </a:lnTo>
                  <a:cubicBezTo>
                    <a:pt x="0" y="372999"/>
                    <a:pt x="3239" y="376238"/>
                    <a:pt x="7144" y="376238"/>
                  </a:cubicBezTo>
                  <a:close/>
                  <a:moveTo>
                    <a:pt x="71438" y="102394"/>
                  </a:moveTo>
                  <a:cubicBezTo>
                    <a:pt x="71438" y="53816"/>
                    <a:pt x="110966" y="14288"/>
                    <a:pt x="159544" y="14288"/>
                  </a:cubicBezTo>
                  <a:cubicBezTo>
                    <a:pt x="208121" y="14288"/>
                    <a:pt x="247650" y="53816"/>
                    <a:pt x="247650" y="102394"/>
                  </a:cubicBezTo>
                  <a:lnTo>
                    <a:pt x="247650" y="152400"/>
                  </a:lnTo>
                  <a:lnTo>
                    <a:pt x="71438" y="152400"/>
                  </a:lnTo>
                  <a:lnTo>
                    <a:pt x="71438" y="102394"/>
                  </a:lnTo>
                  <a:close/>
                  <a:moveTo>
                    <a:pt x="14288" y="166688"/>
                  </a:moveTo>
                  <a:lnTo>
                    <a:pt x="304800" y="166688"/>
                  </a:lnTo>
                  <a:lnTo>
                    <a:pt x="304800" y="361950"/>
                  </a:lnTo>
                  <a:lnTo>
                    <a:pt x="14288" y="361950"/>
                  </a:lnTo>
                  <a:lnTo>
                    <a:pt x="14288" y="166688"/>
                  </a:lnTo>
                  <a:close/>
                </a:path>
              </a:pathLst>
            </a:custGeom>
            <a:grpFill/>
            <a:ln w="9525" cap="flat">
              <a:noFill/>
              <a:prstDash val="solid"/>
              <a:miter/>
            </a:ln>
          </p:spPr>
          <p:txBody>
            <a:bodyPr rtlCol="0" anchor="ctr"/>
            <a:lstStyle/>
            <a:p>
              <a:endParaRPr lang="en-US" dirty="0">
                <a:latin typeface="Inter" panose="02000503000000020004" pitchFamily="2" charset="0"/>
              </a:endParaRPr>
            </a:p>
          </p:txBody>
        </p:sp>
      </p:grpSp>
      <p:sp>
        <p:nvSpPr>
          <p:cNvPr id="6" name="TextBox 5">
            <a:extLst>
              <a:ext uri="{FF2B5EF4-FFF2-40B4-BE49-F238E27FC236}">
                <a16:creationId xmlns:a16="http://schemas.microsoft.com/office/drawing/2014/main" id="{E298C302-5B0D-2619-EAAD-11B3A4F0A8C1}"/>
              </a:ext>
            </a:extLst>
          </p:cNvPr>
          <p:cNvSpPr txBox="1"/>
          <p:nvPr/>
        </p:nvSpPr>
        <p:spPr>
          <a:xfrm>
            <a:off x="9116614" y="3119530"/>
            <a:ext cx="2751536"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5" name="TextBox 4">
            <a:extLst>
              <a:ext uri="{FF2B5EF4-FFF2-40B4-BE49-F238E27FC236}">
                <a16:creationId xmlns:a16="http://schemas.microsoft.com/office/drawing/2014/main" id="{FF88924A-9505-756F-BAC9-5A2079D6E439}"/>
              </a:ext>
            </a:extLst>
          </p:cNvPr>
          <p:cNvSpPr txBox="1"/>
          <p:nvPr/>
        </p:nvSpPr>
        <p:spPr>
          <a:xfrm>
            <a:off x="9116613" y="3605921"/>
            <a:ext cx="2751537"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dolor.</a:t>
            </a:r>
          </a:p>
        </p:txBody>
      </p:sp>
    </p:spTree>
    <p:extLst>
      <p:ext uri="{BB962C8B-B14F-4D97-AF65-F5344CB8AC3E}">
        <p14:creationId xmlns:p14="http://schemas.microsoft.com/office/powerpoint/2010/main" val="333650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B4766-E1B7-33E3-640E-B1F92DF683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2DBF2D-5F97-E46B-2CBF-B4987484B663}"/>
              </a:ext>
            </a:extLst>
          </p:cNvPr>
          <p:cNvSpPr>
            <a:spLocks noGrp="1"/>
          </p:cNvSpPr>
          <p:nvPr>
            <p:ph type="title"/>
          </p:nvPr>
        </p:nvSpPr>
        <p:spPr/>
        <p:txBody>
          <a:bodyPr/>
          <a:lstStyle/>
          <a:p>
            <a:r>
              <a:rPr lang="en-US" dirty="0"/>
              <a:t>Three column, boxes</a:t>
            </a:r>
          </a:p>
        </p:txBody>
      </p:sp>
      <p:sp>
        <p:nvSpPr>
          <p:cNvPr id="16" name="TextBox 15">
            <a:extLst>
              <a:ext uri="{FF2B5EF4-FFF2-40B4-BE49-F238E27FC236}">
                <a16:creationId xmlns:a16="http://schemas.microsoft.com/office/drawing/2014/main" id="{ACE6CEF1-9315-6663-F2F5-44B43099C362}"/>
              </a:ext>
            </a:extLst>
          </p:cNvPr>
          <p:cNvSpPr txBox="1"/>
          <p:nvPr/>
        </p:nvSpPr>
        <p:spPr>
          <a:xfrm>
            <a:off x="4388280" y="1875155"/>
            <a:ext cx="3234465" cy="369332"/>
          </a:xfrm>
          <a:prstGeom prst="rect">
            <a:avLst/>
          </a:prstGeom>
          <a:noFill/>
        </p:spPr>
        <p:txBody>
          <a:bodyPr wrap="square" lIns="0" tIns="0" rIns="0" bIns="0" rtlCol="0">
            <a:spAutoFit/>
          </a:bodyPr>
          <a:lstStyle/>
          <a:p>
            <a:pPr algn="ctr" defTabSz="912276" fontAlgn="base">
              <a:spcAft>
                <a:spcPts val="1000"/>
              </a:spcAft>
              <a:buClr>
                <a:schemeClr val="bg1"/>
              </a:buClr>
              <a:buSzPct val="100000"/>
            </a:pPr>
            <a:r>
              <a:rPr lang="en-US" sz="2400" dirty="0">
                <a:latin typeface="Inter" panose="02000503000000020004" pitchFamily="2" charset="0"/>
                <a:ea typeface="Inter" panose="02000503000000020004" pitchFamily="2" charset="0"/>
              </a:rPr>
              <a:t>Heading placeholder</a:t>
            </a:r>
          </a:p>
        </p:txBody>
      </p:sp>
      <p:sp>
        <p:nvSpPr>
          <p:cNvPr id="5" name="Rectangle: Rounded Corners 4">
            <a:extLst>
              <a:ext uri="{FF2B5EF4-FFF2-40B4-BE49-F238E27FC236}">
                <a16:creationId xmlns:a16="http://schemas.microsoft.com/office/drawing/2014/main" id="{06A6F526-33E6-0D97-8E69-A52BDBCA558C}"/>
              </a:ext>
            </a:extLst>
          </p:cNvPr>
          <p:cNvSpPr/>
          <p:nvPr/>
        </p:nvSpPr>
        <p:spPr>
          <a:xfrm>
            <a:off x="323849" y="2492375"/>
            <a:ext cx="3725863" cy="2383001"/>
          </a:xfrm>
          <a:prstGeom prst="roundRect">
            <a:avLst>
              <a:gd name="adj" fmla="val 5045"/>
            </a:avLst>
          </a:prstGeom>
          <a:no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tx1"/>
                </a:solidFill>
                <a:latin typeface="Inter" panose="02000503000000020004" pitchFamily="2" charset="0"/>
              </a:rPr>
              <a:t>Heading</a:t>
            </a:r>
          </a:p>
          <a:p>
            <a:endParaRPr lang="en-US" sz="1600" dirty="0">
              <a:solidFill>
                <a:schemeClr val="tx1"/>
              </a:solidFill>
              <a:latin typeface="Inter" panose="02000503000000020004" pitchFamily="2" charset="0"/>
            </a:endParaRPr>
          </a:p>
          <a:p>
            <a:r>
              <a:rPr lang="en-US" sz="1600" kern="1200" dirty="0">
                <a:solidFill>
                  <a:schemeClr val="tx1"/>
                </a:solidFill>
                <a:latin typeface="Inter" panose="02000503000000020004" pitchFamily="2" charset="0"/>
                <a:ea typeface="ＭＳ Ｐゴシック" charset="0"/>
              </a:rPr>
              <a:t>Body copy placeholder lorem ipsum dolor sit </a:t>
            </a:r>
            <a:r>
              <a:rPr lang="en-US" sz="1600" kern="1200" dirty="0" err="1">
                <a:solidFill>
                  <a:schemeClr val="tx1"/>
                </a:solidFill>
                <a:latin typeface="Inter" panose="02000503000000020004" pitchFamily="2" charset="0"/>
                <a:ea typeface="ＭＳ Ｐゴシック" charset="0"/>
              </a:rPr>
              <a:t>amet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consectetur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adipiscing</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elit</a:t>
            </a:r>
            <a:r>
              <a:rPr lang="en-US" sz="1600" kern="1200" dirty="0">
                <a:solidFill>
                  <a:schemeClr val="tx1"/>
                </a:solidFill>
                <a:latin typeface="Inter" panose="02000503000000020004" pitchFamily="2" charset="0"/>
                <a:ea typeface="ＭＳ Ｐゴシック" charset="0"/>
              </a:rPr>
              <a:t>, sed do </a:t>
            </a:r>
            <a:r>
              <a:rPr lang="en-US" sz="1600" kern="1200" dirty="0" err="1">
                <a:solidFill>
                  <a:schemeClr val="tx1"/>
                </a:solidFill>
                <a:latin typeface="Inter" panose="02000503000000020004" pitchFamily="2" charset="0"/>
                <a:ea typeface="ＭＳ Ｐゴシック" charset="0"/>
              </a:rPr>
              <a:t>eiusmod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tempor</a:t>
            </a:r>
            <a:r>
              <a:rPr lang="en-US" sz="1600" kern="1200" dirty="0">
                <a:solidFill>
                  <a:schemeClr val="tx1"/>
                </a:solidFill>
                <a:latin typeface="Inter" panose="02000503000000020004" pitchFamily="2" charset="0"/>
                <a:ea typeface="ＭＳ Ｐゴシック" charset="0"/>
              </a:rPr>
              <a:t>. Ut </a:t>
            </a:r>
            <a:r>
              <a:rPr lang="en-US" sz="1600" kern="1200" dirty="0" err="1">
                <a:solidFill>
                  <a:schemeClr val="tx1"/>
                </a:solidFill>
                <a:latin typeface="Inter" panose="02000503000000020004" pitchFamily="2" charset="0"/>
                <a:ea typeface="ＭＳ Ｐゴシック" charset="0"/>
              </a:rPr>
              <a:t>wisi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enim</a:t>
            </a:r>
            <a:r>
              <a:rPr lang="en-US" sz="1600" kern="1200" dirty="0">
                <a:solidFill>
                  <a:schemeClr val="tx1"/>
                </a:solidFill>
                <a:latin typeface="Inter" panose="02000503000000020004" pitchFamily="2" charset="0"/>
                <a:ea typeface="ＭＳ Ｐゴシック" charset="0"/>
              </a:rPr>
              <a:t> ad minim </a:t>
            </a:r>
            <a:r>
              <a:rPr lang="en-US" sz="1600" kern="1200" dirty="0" err="1">
                <a:solidFill>
                  <a:schemeClr val="tx1"/>
                </a:solidFill>
                <a:latin typeface="Inter" panose="02000503000000020004" pitchFamily="2" charset="0"/>
                <a:ea typeface="ＭＳ Ｐゴシック" charset="0"/>
              </a:rPr>
              <a:t>veniam</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quis</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nostrud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exerci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tation</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ullamcorper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suscipit</a:t>
            </a:r>
            <a:r>
              <a:rPr lang="en-US" sz="1600" kern="1200" dirty="0">
                <a:solidFill>
                  <a:schemeClr val="tx1"/>
                </a:solidFill>
                <a:latin typeface="Inter" panose="02000503000000020004" pitchFamily="2" charset="0"/>
                <a:ea typeface="ＭＳ Ｐゴシック" charset="0"/>
              </a:rPr>
              <a:t>.</a:t>
            </a:r>
            <a:endParaRPr lang="en-US" sz="1600" dirty="0">
              <a:solidFill>
                <a:schemeClr val="tx1"/>
              </a:solidFill>
              <a:latin typeface="Inter" panose="02000503000000020004" pitchFamily="2" charset="0"/>
            </a:endParaRPr>
          </a:p>
        </p:txBody>
      </p:sp>
      <p:sp>
        <p:nvSpPr>
          <p:cNvPr id="6" name="Rectangle: Rounded Corners 5">
            <a:extLst>
              <a:ext uri="{FF2B5EF4-FFF2-40B4-BE49-F238E27FC236}">
                <a16:creationId xmlns:a16="http://schemas.microsoft.com/office/drawing/2014/main" id="{88B7FC5B-F4D4-5899-8AB5-61937D48AE31}"/>
              </a:ext>
            </a:extLst>
          </p:cNvPr>
          <p:cNvSpPr/>
          <p:nvPr/>
        </p:nvSpPr>
        <p:spPr>
          <a:xfrm>
            <a:off x="4230688" y="2492375"/>
            <a:ext cx="3727450" cy="2383001"/>
          </a:xfrm>
          <a:prstGeom prst="roundRect">
            <a:avLst>
              <a:gd name="adj" fmla="val 5045"/>
            </a:avLst>
          </a:prstGeom>
          <a:no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tx1"/>
                </a:solidFill>
                <a:latin typeface="Inter" panose="02000503000000020004" pitchFamily="2" charset="0"/>
              </a:rPr>
              <a:t>Heading</a:t>
            </a:r>
          </a:p>
          <a:p>
            <a:endParaRPr lang="en-US" sz="1600" dirty="0">
              <a:solidFill>
                <a:schemeClr val="tx1"/>
              </a:solidFill>
              <a:latin typeface="Inter" panose="02000503000000020004" pitchFamily="2" charset="0"/>
            </a:endParaRPr>
          </a:p>
          <a:p>
            <a:r>
              <a:rPr lang="en-US" sz="1600" kern="1200" dirty="0">
                <a:solidFill>
                  <a:schemeClr val="tx1"/>
                </a:solidFill>
                <a:latin typeface="Inter" panose="02000503000000020004" pitchFamily="2" charset="0"/>
                <a:ea typeface="ＭＳ Ｐゴシック" charset="0"/>
              </a:rPr>
              <a:t>Body copy placeholder lorem ipsum dolor sit </a:t>
            </a:r>
            <a:r>
              <a:rPr lang="en-US" sz="1600" kern="1200" dirty="0" err="1">
                <a:solidFill>
                  <a:schemeClr val="tx1"/>
                </a:solidFill>
                <a:latin typeface="Inter" panose="02000503000000020004" pitchFamily="2" charset="0"/>
                <a:ea typeface="ＭＳ Ｐゴシック" charset="0"/>
              </a:rPr>
              <a:t>amet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consectetur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adipiscing</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elit</a:t>
            </a:r>
            <a:r>
              <a:rPr lang="en-US" sz="1600" kern="1200" dirty="0">
                <a:solidFill>
                  <a:schemeClr val="tx1"/>
                </a:solidFill>
                <a:latin typeface="Inter" panose="02000503000000020004" pitchFamily="2" charset="0"/>
                <a:ea typeface="ＭＳ Ｐゴシック" charset="0"/>
              </a:rPr>
              <a:t>, sed do </a:t>
            </a:r>
            <a:r>
              <a:rPr lang="en-US" sz="1600" kern="1200" dirty="0" err="1">
                <a:solidFill>
                  <a:schemeClr val="tx1"/>
                </a:solidFill>
                <a:latin typeface="Inter" panose="02000503000000020004" pitchFamily="2" charset="0"/>
                <a:ea typeface="ＭＳ Ｐゴシック" charset="0"/>
              </a:rPr>
              <a:t>eiusmod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tempor</a:t>
            </a:r>
            <a:r>
              <a:rPr lang="en-US" sz="1600" kern="1200" dirty="0">
                <a:solidFill>
                  <a:schemeClr val="tx1"/>
                </a:solidFill>
                <a:latin typeface="Inter" panose="02000503000000020004" pitchFamily="2" charset="0"/>
                <a:ea typeface="ＭＳ Ｐゴシック" charset="0"/>
              </a:rPr>
              <a:t>. Ut </a:t>
            </a:r>
            <a:r>
              <a:rPr lang="en-US" sz="1600" kern="1200" dirty="0" err="1">
                <a:solidFill>
                  <a:schemeClr val="tx1"/>
                </a:solidFill>
                <a:latin typeface="Inter" panose="02000503000000020004" pitchFamily="2" charset="0"/>
                <a:ea typeface="ＭＳ Ｐゴシック" charset="0"/>
              </a:rPr>
              <a:t>wisi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enim</a:t>
            </a:r>
            <a:r>
              <a:rPr lang="en-US" sz="1600" kern="1200" dirty="0">
                <a:solidFill>
                  <a:schemeClr val="tx1"/>
                </a:solidFill>
                <a:latin typeface="Inter" panose="02000503000000020004" pitchFamily="2" charset="0"/>
                <a:ea typeface="ＭＳ Ｐゴシック" charset="0"/>
              </a:rPr>
              <a:t> ad minim </a:t>
            </a:r>
            <a:r>
              <a:rPr lang="en-US" sz="1600" kern="1200" dirty="0" err="1">
                <a:solidFill>
                  <a:schemeClr val="tx1"/>
                </a:solidFill>
                <a:latin typeface="Inter" panose="02000503000000020004" pitchFamily="2" charset="0"/>
                <a:ea typeface="ＭＳ Ｐゴシック" charset="0"/>
              </a:rPr>
              <a:t>veniam</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quis</a:t>
            </a:r>
            <a:r>
              <a:rPr lang="en-US" sz="1600" kern="1200" dirty="0">
                <a:solidFill>
                  <a:schemeClr val="tx1"/>
                </a:solidFill>
                <a:latin typeface="Inter" panose="02000503000000020004" pitchFamily="2" charset="0"/>
                <a:ea typeface="ＭＳ Ｐゴシック" charset="0"/>
              </a:rPr>
              <a:t>.</a:t>
            </a:r>
            <a:endParaRPr lang="en-US" sz="1600" dirty="0">
              <a:solidFill>
                <a:schemeClr val="tx1"/>
              </a:solidFill>
              <a:latin typeface="Inter" panose="02000503000000020004" pitchFamily="2" charset="0"/>
            </a:endParaRPr>
          </a:p>
        </p:txBody>
      </p:sp>
      <p:sp>
        <p:nvSpPr>
          <p:cNvPr id="7" name="Rectangle: Rounded Corners 6">
            <a:extLst>
              <a:ext uri="{FF2B5EF4-FFF2-40B4-BE49-F238E27FC236}">
                <a16:creationId xmlns:a16="http://schemas.microsoft.com/office/drawing/2014/main" id="{C27412F0-2AE9-E369-35D6-A303487D9185}"/>
              </a:ext>
            </a:extLst>
          </p:cNvPr>
          <p:cNvSpPr/>
          <p:nvPr/>
        </p:nvSpPr>
        <p:spPr>
          <a:xfrm>
            <a:off x="8140700" y="2492375"/>
            <a:ext cx="3727449" cy="2383001"/>
          </a:xfrm>
          <a:prstGeom prst="roundRect">
            <a:avLst>
              <a:gd name="adj" fmla="val 5045"/>
            </a:avLst>
          </a:prstGeom>
          <a:no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tx1"/>
                </a:solidFill>
                <a:latin typeface="Inter" panose="02000503000000020004" pitchFamily="2" charset="0"/>
              </a:rPr>
              <a:t>Heading</a:t>
            </a:r>
          </a:p>
          <a:p>
            <a:endParaRPr lang="en-US" sz="1600" dirty="0">
              <a:solidFill>
                <a:schemeClr val="tx1"/>
              </a:solidFill>
              <a:latin typeface="Inter" panose="02000503000000020004" pitchFamily="2" charset="0"/>
            </a:endParaRPr>
          </a:p>
          <a:p>
            <a:r>
              <a:rPr lang="en-US" sz="1600" kern="1200" dirty="0">
                <a:solidFill>
                  <a:schemeClr val="tx1"/>
                </a:solidFill>
                <a:latin typeface="Inter" panose="02000503000000020004" pitchFamily="2" charset="0"/>
                <a:ea typeface="ＭＳ Ｐゴシック" charset="0"/>
              </a:rPr>
              <a:t>Body copy placeholder lorem ipsum dolor sit </a:t>
            </a:r>
            <a:r>
              <a:rPr lang="en-US" sz="1600" kern="1200" dirty="0" err="1">
                <a:solidFill>
                  <a:schemeClr val="tx1"/>
                </a:solidFill>
                <a:latin typeface="Inter" panose="02000503000000020004" pitchFamily="2" charset="0"/>
                <a:ea typeface="ＭＳ Ｐゴシック" charset="0"/>
              </a:rPr>
              <a:t>amet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consectetur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adipiscing</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elit</a:t>
            </a:r>
            <a:r>
              <a:rPr lang="en-US" sz="1600" kern="1200" dirty="0">
                <a:solidFill>
                  <a:schemeClr val="tx1"/>
                </a:solidFill>
                <a:latin typeface="Inter" panose="02000503000000020004" pitchFamily="2" charset="0"/>
                <a:ea typeface="ＭＳ Ｐゴシック" charset="0"/>
              </a:rPr>
              <a:t>, sed do </a:t>
            </a:r>
            <a:r>
              <a:rPr lang="en-US" sz="1600" kern="1200" dirty="0" err="1">
                <a:solidFill>
                  <a:schemeClr val="tx1"/>
                </a:solidFill>
                <a:latin typeface="Inter" panose="02000503000000020004" pitchFamily="2" charset="0"/>
                <a:ea typeface="ＭＳ Ｐゴシック" charset="0"/>
              </a:rPr>
              <a:t>eiusmod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tempor</a:t>
            </a:r>
            <a:r>
              <a:rPr lang="en-US" sz="1600" kern="1200" dirty="0">
                <a:solidFill>
                  <a:schemeClr val="tx1"/>
                </a:solidFill>
                <a:latin typeface="Inter" panose="02000503000000020004" pitchFamily="2" charset="0"/>
                <a:ea typeface="ＭＳ Ｐゴシック" charset="0"/>
              </a:rPr>
              <a:t>. Ut </a:t>
            </a:r>
            <a:r>
              <a:rPr lang="en-US" sz="1600" kern="1200" dirty="0" err="1">
                <a:solidFill>
                  <a:schemeClr val="tx1"/>
                </a:solidFill>
                <a:latin typeface="Inter" panose="02000503000000020004" pitchFamily="2" charset="0"/>
                <a:ea typeface="ＭＳ Ｐゴシック" charset="0"/>
              </a:rPr>
              <a:t>wisi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enim</a:t>
            </a:r>
            <a:r>
              <a:rPr lang="en-US" sz="1600" kern="1200" dirty="0">
                <a:solidFill>
                  <a:schemeClr val="tx1"/>
                </a:solidFill>
                <a:latin typeface="Inter" panose="02000503000000020004" pitchFamily="2" charset="0"/>
                <a:ea typeface="ＭＳ Ｐゴシック" charset="0"/>
              </a:rPr>
              <a:t> ad minim.</a:t>
            </a:r>
            <a:endParaRPr lang="en-US" sz="1600" dirty="0">
              <a:solidFill>
                <a:schemeClr val="tx1"/>
              </a:solidFill>
              <a:latin typeface="Inter" panose="02000503000000020004" pitchFamily="2" charset="0"/>
            </a:endParaRPr>
          </a:p>
        </p:txBody>
      </p:sp>
    </p:spTree>
    <p:extLst>
      <p:ext uri="{BB962C8B-B14F-4D97-AF65-F5344CB8AC3E}">
        <p14:creationId xmlns:p14="http://schemas.microsoft.com/office/powerpoint/2010/main" val="3876049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4D190-54F5-3456-99A6-688CB161BD9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E91472-3295-8D36-B2A1-A6FED4BFDCE7}"/>
              </a:ext>
            </a:extLst>
          </p:cNvPr>
          <p:cNvSpPr>
            <a:spLocks noGrp="1"/>
          </p:cNvSpPr>
          <p:nvPr>
            <p:ph type="title"/>
          </p:nvPr>
        </p:nvSpPr>
        <p:spPr/>
        <p:txBody>
          <a:bodyPr/>
          <a:lstStyle/>
          <a:p>
            <a:r>
              <a:rPr lang="en-US" dirty="0"/>
              <a:t>Four column, boxes</a:t>
            </a:r>
          </a:p>
        </p:txBody>
      </p:sp>
      <p:sp>
        <p:nvSpPr>
          <p:cNvPr id="18" name="TextBox 17">
            <a:extLst>
              <a:ext uri="{FF2B5EF4-FFF2-40B4-BE49-F238E27FC236}">
                <a16:creationId xmlns:a16="http://schemas.microsoft.com/office/drawing/2014/main" id="{AA1E8BC0-4E22-84FB-B2B5-CBDD42437FB9}"/>
              </a:ext>
            </a:extLst>
          </p:cNvPr>
          <p:cNvSpPr txBox="1"/>
          <p:nvPr/>
        </p:nvSpPr>
        <p:spPr>
          <a:xfrm>
            <a:off x="4388280" y="1463020"/>
            <a:ext cx="3234465" cy="369332"/>
          </a:xfrm>
          <a:prstGeom prst="rect">
            <a:avLst/>
          </a:prstGeom>
          <a:noFill/>
        </p:spPr>
        <p:txBody>
          <a:bodyPr wrap="square" lIns="0" tIns="0" rIns="0" bIns="0" rtlCol="0">
            <a:spAutoFit/>
          </a:bodyPr>
          <a:lstStyle/>
          <a:p>
            <a:pPr algn="ctr" defTabSz="912276" rtl="0" eaLnBrk="1" fontAlgn="base" hangingPunct="1">
              <a:lnSpc>
                <a:spcPct val="100000"/>
              </a:lnSpc>
              <a:spcBef>
                <a:spcPts val="0"/>
              </a:spcBef>
              <a:spcAft>
                <a:spcPts val="1000"/>
              </a:spcAft>
              <a:buClr>
                <a:schemeClr val="bg1"/>
              </a:buClr>
              <a:buSzPct val="100000"/>
            </a:pPr>
            <a:r>
              <a:rPr lang="en-US" sz="2400" kern="1200" dirty="0">
                <a:latin typeface="Inter" panose="02000503000000020004" pitchFamily="2" charset="0"/>
                <a:ea typeface="Inter" panose="02000503000000020004" pitchFamily="2" charset="0"/>
              </a:rPr>
              <a:t>Heading placeholder</a:t>
            </a:r>
          </a:p>
        </p:txBody>
      </p:sp>
      <p:sp>
        <p:nvSpPr>
          <p:cNvPr id="8" name="Rectangle: Rounded Corners 7">
            <a:extLst>
              <a:ext uri="{FF2B5EF4-FFF2-40B4-BE49-F238E27FC236}">
                <a16:creationId xmlns:a16="http://schemas.microsoft.com/office/drawing/2014/main" id="{D05650D1-9F80-6274-56FC-CEE4B328538F}"/>
              </a:ext>
            </a:extLst>
          </p:cNvPr>
          <p:cNvSpPr/>
          <p:nvPr/>
        </p:nvSpPr>
        <p:spPr>
          <a:xfrm>
            <a:off x="323851" y="2006699"/>
            <a:ext cx="2749550" cy="3388281"/>
          </a:xfrm>
          <a:prstGeom prst="roundRect">
            <a:avLst>
              <a:gd name="adj" fmla="val 5045"/>
            </a:avLst>
          </a:prstGeom>
          <a:no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tx1"/>
                </a:solidFill>
                <a:latin typeface="Inter" panose="02000503000000020004" pitchFamily="2" charset="0"/>
              </a:rPr>
              <a:t>Heading</a:t>
            </a:r>
          </a:p>
          <a:p>
            <a:endParaRPr lang="en-US" sz="1600" dirty="0">
              <a:solidFill>
                <a:schemeClr val="tx1"/>
              </a:solidFill>
              <a:latin typeface="Inter" panose="02000503000000020004" pitchFamily="2" charset="0"/>
            </a:endParaRPr>
          </a:p>
          <a:p>
            <a:r>
              <a:rPr lang="en-US" sz="1600" kern="1200" dirty="0">
                <a:solidFill>
                  <a:schemeClr val="tx1"/>
                </a:solidFill>
                <a:latin typeface="Inter" panose="02000503000000020004" pitchFamily="2" charset="0"/>
                <a:ea typeface="ＭＳ Ｐゴシック" charset="0"/>
              </a:rPr>
              <a:t>Body copy placeholder lorem ipsum dolor sit </a:t>
            </a:r>
            <a:r>
              <a:rPr lang="en-US" sz="1600" kern="1200" dirty="0" err="1">
                <a:solidFill>
                  <a:schemeClr val="tx1"/>
                </a:solidFill>
                <a:latin typeface="Inter" panose="02000503000000020004" pitchFamily="2" charset="0"/>
                <a:ea typeface="ＭＳ Ｐゴシック" charset="0"/>
              </a:rPr>
              <a:t>amet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consectetur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adipiscing</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elit</a:t>
            </a:r>
            <a:r>
              <a:rPr lang="en-US" sz="1600" kern="1200" dirty="0">
                <a:solidFill>
                  <a:schemeClr val="tx1"/>
                </a:solidFill>
                <a:latin typeface="Inter" panose="02000503000000020004" pitchFamily="2" charset="0"/>
                <a:ea typeface="ＭＳ Ｐゴシック" charset="0"/>
              </a:rPr>
              <a:t>, sed do </a:t>
            </a:r>
            <a:r>
              <a:rPr lang="en-US" sz="1600" kern="1200" dirty="0" err="1">
                <a:solidFill>
                  <a:schemeClr val="tx1"/>
                </a:solidFill>
                <a:latin typeface="Inter" panose="02000503000000020004" pitchFamily="2" charset="0"/>
                <a:ea typeface="ＭＳ Ｐゴシック" charset="0"/>
              </a:rPr>
              <a:t>eiusmod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tempor</a:t>
            </a:r>
            <a:r>
              <a:rPr lang="en-US" sz="1600" kern="1200" dirty="0">
                <a:solidFill>
                  <a:schemeClr val="tx1"/>
                </a:solidFill>
                <a:latin typeface="Inter" panose="02000503000000020004" pitchFamily="2" charset="0"/>
                <a:ea typeface="ＭＳ Ｐゴシック" charset="0"/>
              </a:rPr>
              <a:t>. Ut </a:t>
            </a:r>
            <a:r>
              <a:rPr lang="en-US" sz="1600" kern="1200" dirty="0" err="1">
                <a:solidFill>
                  <a:schemeClr val="tx1"/>
                </a:solidFill>
                <a:latin typeface="Inter" panose="02000503000000020004" pitchFamily="2" charset="0"/>
                <a:ea typeface="ＭＳ Ｐゴシック" charset="0"/>
              </a:rPr>
              <a:t>wisi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enim</a:t>
            </a:r>
            <a:r>
              <a:rPr lang="en-US" sz="1600" kern="1200" dirty="0">
                <a:solidFill>
                  <a:schemeClr val="tx1"/>
                </a:solidFill>
                <a:latin typeface="Inter" panose="02000503000000020004" pitchFamily="2" charset="0"/>
                <a:ea typeface="ＭＳ Ｐゴシック" charset="0"/>
              </a:rPr>
              <a:t> ad minim </a:t>
            </a:r>
            <a:r>
              <a:rPr lang="en-US" sz="1600" kern="1200" dirty="0" err="1">
                <a:solidFill>
                  <a:schemeClr val="tx1"/>
                </a:solidFill>
                <a:latin typeface="Inter" panose="02000503000000020004" pitchFamily="2" charset="0"/>
                <a:ea typeface="ＭＳ Ｐゴシック" charset="0"/>
              </a:rPr>
              <a:t>veniam</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quis</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nostrud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exerci</a:t>
            </a:r>
            <a:endParaRPr lang="en-US" sz="1600" dirty="0">
              <a:solidFill>
                <a:schemeClr val="tx1"/>
              </a:solidFill>
              <a:latin typeface="Inter" panose="02000503000000020004" pitchFamily="2" charset="0"/>
            </a:endParaRPr>
          </a:p>
        </p:txBody>
      </p:sp>
      <p:sp>
        <p:nvSpPr>
          <p:cNvPr id="12" name="Rectangle: Rounded Corners 11">
            <a:extLst>
              <a:ext uri="{FF2B5EF4-FFF2-40B4-BE49-F238E27FC236}">
                <a16:creationId xmlns:a16="http://schemas.microsoft.com/office/drawing/2014/main" id="{C6C4670D-8FCB-FB1C-D44E-26537154AF72}"/>
              </a:ext>
            </a:extLst>
          </p:cNvPr>
          <p:cNvSpPr/>
          <p:nvPr/>
        </p:nvSpPr>
        <p:spPr>
          <a:xfrm>
            <a:off x="3255963" y="2006699"/>
            <a:ext cx="2749550" cy="3388281"/>
          </a:xfrm>
          <a:prstGeom prst="roundRect">
            <a:avLst>
              <a:gd name="adj" fmla="val 5045"/>
            </a:avLst>
          </a:prstGeom>
          <a:no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tx1"/>
                </a:solidFill>
                <a:latin typeface="Inter" panose="02000503000000020004" pitchFamily="2" charset="0"/>
              </a:rPr>
              <a:t>Heading</a:t>
            </a:r>
          </a:p>
          <a:p>
            <a:endParaRPr lang="en-US" sz="1600" dirty="0">
              <a:solidFill>
                <a:schemeClr val="tx1"/>
              </a:solidFill>
              <a:latin typeface="Inter" panose="02000503000000020004" pitchFamily="2" charset="0"/>
            </a:endParaRPr>
          </a:p>
          <a:p>
            <a:r>
              <a:rPr lang="en-US" sz="1600" kern="1200" dirty="0">
                <a:solidFill>
                  <a:schemeClr val="tx1"/>
                </a:solidFill>
                <a:latin typeface="Inter" panose="02000503000000020004" pitchFamily="2" charset="0"/>
                <a:ea typeface="ＭＳ Ｐゴシック" charset="0"/>
              </a:rPr>
              <a:t>Body copy placeholder lorem ipsum dolor sit </a:t>
            </a:r>
            <a:r>
              <a:rPr lang="en-US" sz="1600" kern="1200" dirty="0" err="1">
                <a:solidFill>
                  <a:schemeClr val="tx1"/>
                </a:solidFill>
                <a:latin typeface="Inter" panose="02000503000000020004" pitchFamily="2" charset="0"/>
                <a:ea typeface="ＭＳ Ｐゴシック" charset="0"/>
              </a:rPr>
              <a:t>amet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consectetur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adipiscing</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elit</a:t>
            </a:r>
            <a:r>
              <a:rPr lang="en-US" sz="1600" kern="1200" dirty="0">
                <a:solidFill>
                  <a:schemeClr val="tx1"/>
                </a:solidFill>
                <a:latin typeface="Inter" panose="02000503000000020004" pitchFamily="2" charset="0"/>
                <a:ea typeface="ＭＳ Ｐゴシック" charset="0"/>
              </a:rPr>
              <a:t>, sed do </a:t>
            </a:r>
            <a:r>
              <a:rPr lang="en-US" sz="1600" kern="1200" dirty="0" err="1">
                <a:solidFill>
                  <a:schemeClr val="tx1"/>
                </a:solidFill>
                <a:latin typeface="Inter" panose="02000503000000020004" pitchFamily="2" charset="0"/>
                <a:ea typeface="ＭＳ Ｐゴシック" charset="0"/>
              </a:rPr>
              <a:t>eiusmod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tempor</a:t>
            </a:r>
            <a:r>
              <a:rPr lang="en-US" sz="1600" kern="1200" dirty="0">
                <a:solidFill>
                  <a:schemeClr val="tx1"/>
                </a:solidFill>
                <a:latin typeface="Inter" panose="02000503000000020004" pitchFamily="2" charset="0"/>
                <a:ea typeface="ＭＳ Ｐゴシック" charset="0"/>
              </a:rPr>
              <a:t>. Ut </a:t>
            </a:r>
            <a:r>
              <a:rPr lang="en-US" sz="1600" kern="1200" dirty="0" err="1">
                <a:solidFill>
                  <a:schemeClr val="tx1"/>
                </a:solidFill>
                <a:latin typeface="Inter" panose="02000503000000020004" pitchFamily="2" charset="0"/>
                <a:ea typeface="ＭＳ Ｐゴシック" charset="0"/>
              </a:rPr>
              <a:t>wisi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enim</a:t>
            </a:r>
            <a:r>
              <a:rPr lang="en-US" sz="1600" kern="1200" dirty="0">
                <a:solidFill>
                  <a:schemeClr val="tx1"/>
                </a:solidFill>
                <a:latin typeface="Inter" panose="02000503000000020004" pitchFamily="2" charset="0"/>
                <a:ea typeface="ＭＳ Ｐゴシック" charset="0"/>
              </a:rPr>
              <a:t> ad minim </a:t>
            </a:r>
            <a:r>
              <a:rPr lang="en-US" sz="1600" kern="1200" dirty="0" err="1">
                <a:solidFill>
                  <a:schemeClr val="tx1"/>
                </a:solidFill>
                <a:latin typeface="Inter" panose="02000503000000020004" pitchFamily="2" charset="0"/>
                <a:ea typeface="ＭＳ Ｐゴシック" charset="0"/>
              </a:rPr>
              <a:t>veniam</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quis</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nostrud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exerci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tation</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ullamcorper</a:t>
            </a:r>
            <a:r>
              <a:rPr lang="en-US" sz="1600" kern="1200" dirty="0">
                <a:solidFill>
                  <a:schemeClr val="tx1"/>
                </a:solidFill>
                <a:latin typeface="Inter" panose="02000503000000020004" pitchFamily="2" charset="0"/>
                <a:ea typeface="ＭＳ Ｐゴシック" charset="0"/>
              </a:rPr>
              <a:t>.</a:t>
            </a:r>
            <a:endParaRPr lang="en-US" sz="1600" dirty="0">
              <a:solidFill>
                <a:schemeClr val="tx1"/>
              </a:solidFill>
              <a:latin typeface="Inter" panose="02000503000000020004" pitchFamily="2" charset="0"/>
            </a:endParaRPr>
          </a:p>
        </p:txBody>
      </p:sp>
      <p:sp>
        <p:nvSpPr>
          <p:cNvPr id="15" name="Rectangle: Rounded Corners 14">
            <a:extLst>
              <a:ext uri="{FF2B5EF4-FFF2-40B4-BE49-F238E27FC236}">
                <a16:creationId xmlns:a16="http://schemas.microsoft.com/office/drawing/2014/main" id="{8F76BE6E-A789-EA7A-CF4A-08C3E9FFED23}"/>
              </a:ext>
            </a:extLst>
          </p:cNvPr>
          <p:cNvSpPr/>
          <p:nvPr/>
        </p:nvSpPr>
        <p:spPr>
          <a:xfrm>
            <a:off x="6186489" y="2006699"/>
            <a:ext cx="2749550" cy="3388281"/>
          </a:xfrm>
          <a:prstGeom prst="roundRect">
            <a:avLst>
              <a:gd name="adj" fmla="val 5045"/>
            </a:avLst>
          </a:prstGeom>
          <a:no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tx1"/>
                </a:solidFill>
                <a:latin typeface="Inter" panose="02000503000000020004" pitchFamily="2" charset="0"/>
              </a:rPr>
              <a:t>Heading</a:t>
            </a:r>
          </a:p>
          <a:p>
            <a:endParaRPr lang="en-US" sz="1600" dirty="0">
              <a:solidFill>
                <a:schemeClr val="tx1"/>
              </a:solidFill>
              <a:latin typeface="Inter" panose="02000503000000020004" pitchFamily="2" charset="0"/>
            </a:endParaRPr>
          </a:p>
          <a:p>
            <a:r>
              <a:rPr lang="en-US" sz="1600" kern="1200" dirty="0">
                <a:solidFill>
                  <a:schemeClr val="tx1"/>
                </a:solidFill>
                <a:latin typeface="Inter" panose="02000503000000020004" pitchFamily="2" charset="0"/>
                <a:ea typeface="ＭＳ Ｐゴシック" charset="0"/>
              </a:rPr>
              <a:t>Body copy placeholder lorem ipsum dolor sit </a:t>
            </a:r>
            <a:r>
              <a:rPr lang="en-US" sz="1600" kern="1200" dirty="0" err="1">
                <a:solidFill>
                  <a:schemeClr val="tx1"/>
                </a:solidFill>
                <a:latin typeface="Inter" panose="02000503000000020004" pitchFamily="2" charset="0"/>
                <a:ea typeface="ＭＳ Ｐゴシック" charset="0"/>
              </a:rPr>
              <a:t>amet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consectetur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adipiscing</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elit</a:t>
            </a:r>
            <a:r>
              <a:rPr lang="en-US" sz="1600" kern="1200" dirty="0">
                <a:solidFill>
                  <a:schemeClr val="tx1"/>
                </a:solidFill>
                <a:latin typeface="Inter" panose="02000503000000020004" pitchFamily="2" charset="0"/>
                <a:ea typeface="ＭＳ Ｐゴシック" charset="0"/>
              </a:rPr>
              <a:t>, sed do </a:t>
            </a:r>
            <a:r>
              <a:rPr lang="en-US" sz="1600" kern="1200" dirty="0" err="1">
                <a:solidFill>
                  <a:schemeClr val="tx1"/>
                </a:solidFill>
                <a:latin typeface="Inter" panose="02000503000000020004" pitchFamily="2" charset="0"/>
                <a:ea typeface="ＭＳ Ｐゴシック" charset="0"/>
              </a:rPr>
              <a:t>eiusmod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tempor</a:t>
            </a:r>
            <a:r>
              <a:rPr lang="en-US" sz="1600" kern="1200" dirty="0">
                <a:solidFill>
                  <a:schemeClr val="tx1"/>
                </a:solidFill>
                <a:latin typeface="Inter" panose="02000503000000020004" pitchFamily="2" charset="0"/>
                <a:ea typeface="ＭＳ Ｐゴシック" charset="0"/>
              </a:rPr>
              <a:t>. Ut </a:t>
            </a:r>
            <a:r>
              <a:rPr lang="en-US" sz="1600" kern="1200" dirty="0" err="1">
                <a:solidFill>
                  <a:schemeClr val="tx1"/>
                </a:solidFill>
                <a:latin typeface="Inter" panose="02000503000000020004" pitchFamily="2" charset="0"/>
                <a:ea typeface="ＭＳ Ｐゴシック" charset="0"/>
              </a:rPr>
              <a:t>wisi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enim</a:t>
            </a:r>
            <a:r>
              <a:rPr lang="en-US" sz="1600" kern="1200" dirty="0">
                <a:solidFill>
                  <a:schemeClr val="tx1"/>
                </a:solidFill>
                <a:latin typeface="Inter" panose="02000503000000020004" pitchFamily="2" charset="0"/>
                <a:ea typeface="ＭＳ Ｐゴシック" charset="0"/>
              </a:rPr>
              <a:t> ad minim </a:t>
            </a:r>
            <a:r>
              <a:rPr lang="en-US" sz="1600" kern="1200" dirty="0" err="1">
                <a:solidFill>
                  <a:schemeClr val="tx1"/>
                </a:solidFill>
                <a:latin typeface="Inter" panose="02000503000000020004" pitchFamily="2" charset="0"/>
                <a:ea typeface="ＭＳ Ｐゴシック" charset="0"/>
              </a:rPr>
              <a:t>veniam</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quis</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nostrud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exerci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tation</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ullamcorper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suscipit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lobortis</a:t>
            </a:r>
            <a:r>
              <a:rPr lang="en-US" sz="1600" kern="1200" dirty="0">
                <a:solidFill>
                  <a:schemeClr val="tx1"/>
                </a:solidFill>
                <a:latin typeface="Inter" panose="02000503000000020004" pitchFamily="2" charset="0"/>
                <a:ea typeface="ＭＳ Ｐゴシック" charset="0"/>
              </a:rPr>
              <a:t>,</a:t>
            </a:r>
            <a:endParaRPr lang="en-US" sz="1600" dirty="0">
              <a:solidFill>
                <a:schemeClr val="tx1"/>
              </a:solidFill>
              <a:latin typeface="Inter" panose="02000503000000020004" pitchFamily="2" charset="0"/>
            </a:endParaRPr>
          </a:p>
        </p:txBody>
      </p:sp>
      <p:sp>
        <p:nvSpPr>
          <p:cNvPr id="16" name="Rectangle: Rounded Corners 15">
            <a:extLst>
              <a:ext uri="{FF2B5EF4-FFF2-40B4-BE49-F238E27FC236}">
                <a16:creationId xmlns:a16="http://schemas.microsoft.com/office/drawing/2014/main" id="{4000ADB9-8FF9-8339-4DAD-9ADE0B2C9B97}"/>
              </a:ext>
            </a:extLst>
          </p:cNvPr>
          <p:cNvSpPr/>
          <p:nvPr/>
        </p:nvSpPr>
        <p:spPr>
          <a:xfrm>
            <a:off x="9118600" y="2006699"/>
            <a:ext cx="2749550" cy="3388281"/>
          </a:xfrm>
          <a:prstGeom prst="roundRect">
            <a:avLst>
              <a:gd name="adj" fmla="val 5045"/>
            </a:avLst>
          </a:prstGeom>
          <a:no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dirty="0">
                <a:solidFill>
                  <a:schemeClr val="tx1"/>
                </a:solidFill>
                <a:latin typeface="Inter" panose="02000503000000020004" pitchFamily="2" charset="0"/>
              </a:rPr>
              <a:t>Heading</a:t>
            </a:r>
          </a:p>
          <a:p>
            <a:endParaRPr lang="en-US" sz="1600" dirty="0">
              <a:solidFill>
                <a:schemeClr val="tx1"/>
              </a:solidFill>
              <a:latin typeface="Inter" panose="02000503000000020004" pitchFamily="2" charset="0"/>
            </a:endParaRPr>
          </a:p>
          <a:p>
            <a:r>
              <a:rPr lang="en-US" sz="1600" kern="1200" dirty="0">
                <a:solidFill>
                  <a:schemeClr val="tx1"/>
                </a:solidFill>
                <a:latin typeface="Inter" panose="02000503000000020004" pitchFamily="2" charset="0"/>
                <a:ea typeface="ＭＳ Ｐゴシック" charset="0"/>
              </a:rPr>
              <a:t>Body copy placeholder lorem ipsum dolor sit </a:t>
            </a:r>
            <a:r>
              <a:rPr lang="en-US" sz="1600" kern="1200" dirty="0" err="1">
                <a:solidFill>
                  <a:schemeClr val="tx1"/>
                </a:solidFill>
                <a:latin typeface="Inter" panose="02000503000000020004" pitchFamily="2" charset="0"/>
                <a:ea typeface="ＭＳ Ｐゴシック" charset="0"/>
              </a:rPr>
              <a:t>amet</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consectetur</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adipiscing</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elit</a:t>
            </a:r>
            <a:r>
              <a:rPr lang="en-US" sz="1600" kern="1200" dirty="0">
                <a:solidFill>
                  <a:schemeClr val="tx1"/>
                </a:solidFill>
                <a:latin typeface="Inter" panose="02000503000000020004" pitchFamily="2" charset="0"/>
                <a:ea typeface="ＭＳ Ｐゴシック" charset="0"/>
              </a:rPr>
              <a:t>, sed do </a:t>
            </a:r>
            <a:r>
              <a:rPr lang="en-US" sz="1600" kern="1200" dirty="0" err="1">
                <a:solidFill>
                  <a:schemeClr val="tx1"/>
                </a:solidFill>
                <a:latin typeface="Inter" panose="02000503000000020004" pitchFamily="2" charset="0"/>
                <a:ea typeface="ＭＳ Ｐゴシック" charset="0"/>
              </a:rPr>
              <a:t>eiusmod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tempor</a:t>
            </a:r>
            <a:r>
              <a:rPr lang="en-US" sz="1600" kern="1200" dirty="0">
                <a:solidFill>
                  <a:schemeClr val="tx1"/>
                </a:solidFill>
                <a:latin typeface="Inter" panose="02000503000000020004" pitchFamily="2" charset="0"/>
                <a:ea typeface="ＭＳ Ｐゴシック" charset="0"/>
              </a:rPr>
              <a:t>. Ut </a:t>
            </a:r>
            <a:r>
              <a:rPr lang="en-US" sz="1600" kern="1200" dirty="0" err="1">
                <a:solidFill>
                  <a:schemeClr val="tx1"/>
                </a:solidFill>
                <a:latin typeface="Inter" panose="02000503000000020004" pitchFamily="2" charset="0"/>
                <a:ea typeface="ＭＳ Ｐゴシック" charset="0"/>
              </a:rPr>
              <a:t>wisi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enim</a:t>
            </a:r>
            <a:r>
              <a:rPr lang="en-US" sz="1600" kern="1200" dirty="0">
                <a:solidFill>
                  <a:schemeClr val="tx1"/>
                </a:solidFill>
                <a:latin typeface="Inter" panose="02000503000000020004" pitchFamily="2" charset="0"/>
                <a:ea typeface="ＭＳ Ｐゴシック" charset="0"/>
              </a:rPr>
              <a:t> ad minim </a:t>
            </a:r>
            <a:r>
              <a:rPr lang="en-US" sz="1600" kern="1200" dirty="0" err="1">
                <a:solidFill>
                  <a:schemeClr val="tx1"/>
                </a:solidFill>
                <a:latin typeface="Inter" panose="02000503000000020004" pitchFamily="2" charset="0"/>
                <a:ea typeface="ＭＳ Ｐゴシック" charset="0"/>
              </a:rPr>
              <a:t>veniam</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quis</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nostrud</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exerci</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tation</a:t>
            </a:r>
            <a:r>
              <a:rPr lang="en-US" sz="1600" kern="1200" dirty="0">
                <a:solidFill>
                  <a:schemeClr val="tx1"/>
                </a:solidFill>
                <a:latin typeface="Inter" panose="02000503000000020004" pitchFamily="2" charset="0"/>
                <a:ea typeface="ＭＳ Ｐゴシック" charset="0"/>
              </a:rPr>
              <a:t> </a:t>
            </a:r>
            <a:r>
              <a:rPr lang="en-US" sz="1600" kern="1200" dirty="0" err="1">
                <a:solidFill>
                  <a:schemeClr val="tx1"/>
                </a:solidFill>
                <a:latin typeface="Inter" panose="02000503000000020004" pitchFamily="2" charset="0"/>
                <a:ea typeface="ＭＳ Ｐゴシック" charset="0"/>
              </a:rPr>
              <a:t>ullamco</a:t>
            </a:r>
            <a:r>
              <a:rPr lang="en-US" sz="1600" kern="1200" dirty="0">
                <a:solidFill>
                  <a:schemeClr val="tx1"/>
                </a:solidFill>
                <a:latin typeface="Inter" panose="02000503000000020004" pitchFamily="2" charset="0"/>
                <a:ea typeface="ＭＳ Ｐゴシック" charset="0"/>
              </a:rPr>
              <a:t>.</a:t>
            </a:r>
            <a:endParaRPr lang="en-US" sz="1600" dirty="0">
              <a:solidFill>
                <a:schemeClr val="tx1"/>
              </a:solidFill>
              <a:latin typeface="Inter" panose="02000503000000020004" pitchFamily="2" charset="0"/>
            </a:endParaRPr>
          </a:p>
        </p:txBody>
      </p:sp>
    </p:spTree>
    <p:extLst>
      <p:ext uri="{BB962C8B-B14F-4D97-AF65-F5344CB8AC3E}">
        <p14:creationId xmlns:p14="http://schemas.microsoft.com/office/powerpoint/2010/main" val="105212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3EF63-7F46-0C38-D3F0-F610930774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9D0280-0B4B-EEA8-BEB3-A68A55B847A7}"/>
              </a:ext>
            </a:extLst>
          </p:cNvPr>
          <p:cNvSpPr>
            <a:spLocks noGrp="1"/>
          </p:cNvSpPr>
          <p:nvPr>
            <p:ph type="title"/>
          </p:nvPr>
        </p:nvSpPr>
        <p:spPr/>
        <p:txBody>
          <a:bodyPr/>
          <a:lstStyle/>
          <a:p>
            <a:r>
              <a:rPr lang="en-US" dirty="0"/>
              <a:t>Half slide title, layout 1</a:t>
            </a:r>
          </a:p>
        </p:txBody>
      </p:sp>
      <p:sp>
        <p:nvSpPr>
          <p:cNvPr id="23" name="TextBox 22">
            <a:extLst>
              <a:ext uri="{FF2B5EF4-FFF2-40B4-BE49-F238E27FC236}">
                <a16:creationId xmlns:a16="http://schemas.microsoft.com/office/drawing/2014/main" id="{02BF6CED-AD5B-10B9-D842-E948D9A627D5}"/>
              </a:ext>
            </a:extLst>
          </p:cNvPr>
          <p:cNvSpPr txBox="1"/>
          <p:nvPr/>
        </p:nvSpPr>
        <p:spPr>
          <a:xfrm>
            <a:off x="6586539" y="1410890"/>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24" name="TextBox 23">
            <a:extLst>
              <a:ext uri="{FF2B5EF4-FFF2-40B4-BE49-F238E27FC236}">
                <a16:creationId xmlns:a16="http://schemas.microsoft.com/office/drawing/2014/main" id="{183538D1-6B51-9207-1E4D-B555E0445F3C}"/>
              </a:ext>
            </a:extLst>
          </p:cNvPr>
          <p:cNvSpPr txBox="1"/>
          <p:nvPr/>
        </p:nvSpPr>
        <p:spPr>
          <a:xfrm>
            <a:off x="6586538" y="1876961"/>
            <a:ext cx="4883150"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nisl</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aliquip</a:t>
            </a:r>
            <a:r>
              <a:rPr lang="en-US" sz="1600" kern="1200" dirty="0">
                <a:latin typeface="Inter" panose="02000503000000020004" pitchFamily="2" charset="0"/>
                <a:ea typeface="ＭＳ Ｐゴシック" charset="0"/>
              </a:rPr>
              <a:t> ex </a:t>
            </a:r>
            <a:r>
              <a:rPr lang="en-US" sz="1600" kern="1200" dirty="0" err="1">
                <a:latin typeface="Inter" panose="02000503000000020004" pitchFamily="2" charset="0"/>
                <a:ea typeface="ＭＳ Ｐゴシック" charset="0"/>
              </a:rPr>
              <a:t>ea</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commodo</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consequat</a:t>
            </a:r>
            <a:r>
              <a:rPr lang="en-US" sz="1600" kern="1200" dirty="0">
                <a:latin typeface="Inter" panose="02000503000000020004" pitchFamily="2" charset="0"/>
                <a:ea typeface="ＭＳ Ｐゴシック" charset="0"/>
              </a:rPr>
              <a:t>.</a:t>
            </a:r>
          </a:p>
        </p:txBody>
      </p:sp>
      <p:sp>
        <p:nvSpPr>
          <p:cNvPr id="25" name="TextBox 24">
            <a:extLst>
              <a:ext uri="{FF2B5EF4-FFF2-40B4-BE49-F238E27FC236}">
                <a16:creationId xmlns:a16="http://schemas.microsoft.com/office/drawing/2014/main" id="{86570A0A-B2EE-552C-C08B-E3D9964E6486}"/>
              </a:ext>
            </a:extLst>
          </p:cNvPr>
          <p:cNvSpPr txBox="1"/>
          <p:nvPr/>
        </p:nvSpPr>
        <p:spPr>
          <a:xfrm>
            <a:off x="6586539" y="3749932"/>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26" name="TextBox 25">
            <a:extLst>
              <a:ext uri="{FF2B5EF4-FFF2-40B4-BE49-F238E27FC236}">
                <a16:creationId xmlns:a16="http://schemas.microsoft.com/office/drawing/2014/main" id="{C8500899-ECF4-A24C-B6A8-6075766F712F}"/>
              </a:ext>
            </a:extLst>
          </p:cNvPr>
          <p:cNvSpPr txBox="1"/>
          <p:nvPr/>
        </p:nvSpPr>
        <p:spPr>
          <a:xfrm>
            <a:off x="6586538" y="4216003"/>
            <a:ext cx="4883150" cy="1231106"/>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nisl</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aliquip</a:t>
            </a:r>
            <a:r>
              <a:rPr lang="en-US" sz="1600" kern="1200" dirty="0">
                <a:latin typeface="Inter" panose="02000503000000020004" pitchFamily="2" charset="0"/>
                <a:ea typeface="ＭＳ Ｐゴシック" charset="0"/>
              </a:rPr>
              <a:t> ex </a:t>
            </a:r>
            <a:r>
              <a:rPr lang="en-US" sz="1600" kern="1200" dirty="0" err="1">
                <a:latin typeface="Inter" panose="02000503000000020004" pitchFamily="2" charset="0"/>
                <a:ea typeface="ＭＳ Ｐゴシック" charset="0"/>
              </a:rPr>
              <a:t>ea</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commodo</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consequat</a:t>
            </a:r>
            <a:r>
              <a:rPr lang="en-US" sz="1600" kern="1200" dirty="0">
                <a:latin typeface="Inter" panose="02000503000000020004" pitchFamily="2" charset="0"/>
                <a:ea typeface="ＭＳ Ｐゴシック" charset="0"/>
              </a:rPr>
              <a:t>.</a:t>
            </a:r>
          </a:p>
        </p:txBody>
      </p:sp>
    </p:spTree>
    <p:extLst>
      <p:ext uri="{BB962C8B-B14F-4D97-AF65-F5344CB8AC3E}">
        <p14:creationId xmlns:p14="http://schemas.microsoft.com/office/powerpoint/2010/main" val="259570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7DFCD-CDAD-2D3B-FE87-B23C6CEEDB5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C1A3E1D-FD3B-6817-B796-EF251EE97D3D}"/>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99EBC1CD-1634-5DD3-0CCA-7AE639507279}"/>
              </a:ext>
            </a:extLst>
          </p:cNvPr>
          <p:cNvSpPr>
            <a:spLocks noGrp="1"/>
          </p:cNvSpPr>
          <p:nvPr>
            <p:ph type="title"/>
          </p:nvPr>
        </p:nvSpPr>
        <p:spPr/>
        <p:txBody>
          <a:bodyPr/>
          <a:lstStyle/>
          <a:p>
            <a:r>
              <a:rPr lang="en-US" dirty="0"/>
              <a:t>Section, title layout 1</a:t>
            </a:r>
            <a:br>
              <a:rPr lang="en-US" dirty="0"/>
            </a:br>
            <a:endParaRPr lang="en-US" dirty="0"/>
          </a:p>
        </p:txBody>
      </p:sp>
      <p:sp>
        <p:nvSpPr>
          <p:cNvPr id="6" name="TextBox 5">
            <a:extLst>
              <a:ext uri="{FF2B5EF4-FFF2-40B4-BE49-F238E27FC236}">
                <a16:creationId xmlns:a16="http://schemas.microsoft.com/office/drawing/2014/main" id="{FA8DBB77-BDC1-8116-465A-70629C84B889}"/>
              </a:ext>
            </a:extLst>
          </p:cNvPr>
          <p:cNvSpPr txBox="1"/>
          <p:nvPr/>
        </p:nvSpPr>
        <p:spPr>
          <a:xfrm>
            <a:off x="323850" y="2139405"/>
            <a:ext cx="7634287" cy="2846933"/>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Body copy placeholder, size 20</a:t>
            </a:r>
          </a:p>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2/3 of page</a:t>
            </a:r>
            <a:endParaRPr lang="en-US" sz="2000" dirty="0">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Lorem ipsum dolor sit </a:t>
            </a:r>
            <a:r>
              <a:rPr lang="en-US" sz="2000" kern="1200" dirty="0" err="1">
                <a:latin typeface="Inter" panose="02000503000000020004" pitchFamily="2" charset="0"/>
                <a:ea typeface="ＭＳ Ｐゴシック" charset="0"/>
              </a:rPr>
              <a:t>amet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consectetur</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adipiscing</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elit</a:t>
            </a:r>
            <a:r>
              <a:rPr lang="en-US" sz="2000" kern="1200" dirty="0">
                <a:latin typeface="Inter" panose="02000503000000020004" pitchFamily="2" charset="0"/>
                <a:ea typeface="ＭＳ Ｐゴシック" charset="0"/>
              </a:rPr>
              <a:t>, sed do </a:t>
            </a:r>
            <a:r>
              <a:rPr lang="en-US" sz="2000" kern="1200" dirty="0" err="1">
                <a:latin typeface="Inter" panose="02000503000000020004" pitchFamily="2" charset="0"/>
                <a:ea typeface="ＭＳ Ｐゴシック" charset="0"/>
              </a:rPr>
              <a:t>eiusmod</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tempor</a:t>
            </a:r>
            <a:r>
              <a:rPr lang="en-US" sz="2000" kern="1200" dirty="0">
                <a:latin typeface="Inter" panose="02000503000000020004" pitchFamily="2" charset="0"/>
                <a:ea typeface="ＭＳ Ｐゴシック" charset="0"/>
              </a:rPr>
              <a:t>. Ut </a:t>
            </a:r>
            <a:r>
              <a:rPr lang="en-US" sz="2000" kern="1200" dirty="0" err="1">
                <a:latin typeface="Inter" panose="02000503000000020004" pitchFamily="2" charset="0"/>
                <a:ea typeface="ＭＳ Ｐゴシック" charset="0"/>
              </a:rPr>
              <a:t>wisi</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enim</a:t>
            </a:r>
            <a:r>
              <a:rPr lang="en-US" sz="2000" kern="1200" dirty="0">
                <a:latin typeface="Inter" panose="02000503000000020004" pitchFamily="2" charset="0"/>
                <a:ea typeface="ＭＳ Ｐゴシック" charset="0"/>
              </a:rPr>
              <a:t> ad minim </a:t>
            </a:r>
            <a:r>
              <a:rPr lang="en-US" sz="2000" kern="1200" dirty="0" err="1">
                <a:latin typeface="Inter" panose="02000503000000020004" pitchFamily="2" charset="0"/>
                <a:ea typeface="ＭＳ Ｐゴシック" charset="0"/>
              </a:rPr>
              <a:t>veniam</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quis</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nostrud</a:t>
            </a:r>
            <a:r>
              <a:rPr lang="en-US" sz="2000" kern="1200" dirty="0">
                <a:latin typeface="Inter" panose="02000503000000020004" pitchFamily="2" charset="0"/>
                <a:ea typeface="ＭＳ Ｐゴシック" charset="0"/>
              </a:rPr>
              <a:t>.</a:t>
            </a:r>
            <a:endParaRPr lang="en-US" sz="2000" dirty="0">
              <a:latin typeface="Inter" panose="02000503000000020004" pitchFamily="2" charset="0"/>
              <a:ea typeface="ＭＳ Ｐゴシック" charset="0"/>
            </a:endParaRPr>
          </a:p>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Lorem ipsum dolor sit </a:t>
            </a:r>
            <a:r>
              <a:rPr lang="en-US" sz="2000" kern="1200" dirty="0" err="1">
                <a:latin typeface="Inter" panose="02000503000000020004" pitchFamily="2" charset="0"/>
                <a:ea typeface="ＭＳ Ｐゴシック" charset="0"/>
              </a:rPr>
              <a:t>amet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consectetur</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adipiscing</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elit</a:t>
            </a:r>
            <a:r>
              <a:rPr lang="en-US" sz="2000" kern="1200" dirty="0">
                <a:latin typeface="Inter" panose="02000503000000020004" pitchFamily="2" charset="0"/>
                <a:ea typeface="ＭＳ Ｐゴシック" charset="0"/>
              </a:rPr>
              <a:t>, sed do </a:t>
            </a:r>
            <a:r>
              <a:rPr lang="en-US" sz="2000" kern="1200" dirty="0" err="1">
                <a:latin typeface="Inter" panose="02000503000000020004" pitchFamily="2" charset="0"/>
                <a:ea typeface="ＭＳ Ｐゴシック" charset="0"/>
              </a:rPr>
              <a:t>eiusmod</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tempor</a:t>
            </a:r>
            <a:r>
              <a:rPr lang="en-US" sz="2000" kern="1200" dirty="0">
                <a:latin typeface="Inter" panose="02000503000000020004" pitchFamily="2" charset="0"/>
                <a:ea typeface="ＭＳ Ｐゴシック" charset="0"/>
              </a:rPr>
              <a:t>. Ut </a:t>
            </a:r>
            <a:r>
              <a:rPr lang="en-US" sz="2000" kern="1200" dirty="0" err="1">
                <a:latin typeface="Inter" panose="02000503000000020004" pitchFamily="2" charset="0"/>
                <a:ea typeface="ＭＳ Ｐゴシック" charset="0"/>
              </a:rPr>
              <a:t>wisi</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enim</a:t>
            </a:r>
            <a:r>
              <a:rPr lang="en-US" sz="2000" kern="1200" dirty="0">
                <a:latin typeface="Inter" panose="02000503000000020004" pitchFamily="2" charset="0"/>
                <a:ea typeface="ＭＳ Ｐゴシック" charset="0"/>
              </a:rPr>
              <a:t> ad minim </a:t>
            </a:r>
            <a:r>
              <a:rPr lang="en-US" sz="2000" kern="1200" dirty="0" err="1">
                <a:latin typeface="Inter" panose="02000503000000020004" pitchFamily="2" charset="0"/>
                <a:ea typeface="ＭＳ Ｐゴシック" charset="0"/>
              </a:rPr>
              <a:t>veniam</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quis</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nostrud</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exerci</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tation</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ullamcorper</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suscipit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lobortis</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nisl</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ut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aliquip</a:t>
            </a:r>
            <a:r>
              <a:rPr lang="en-US" sz="2000" kern="1200" dirty="0">
                <a:latin typeface="Inter" panose="02000503000000020004" pitchFamily="2" charset="0"/>
                <a:ea typeface="ＭＳ Ｐゴシック" charset="0"/>
              </a:rPr>
              <a:t> ex </a:t>
            </a:r>
            <a:r>
              <a:rPr lang="en-US" sz="2000" kern="1200" dirty="0" err="1">
                <a:latin typeface="Inter" panose="02000503000000020004" pitchFamily="2" charset="0"/>
                <a:ea typeface="ＭＳ Ｐゴシック" charset="0"/>
              </a:rPr>
              <a:t>ea</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commodo</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consequat</a:t>
            </a:r>
            <a:r>
              <a:rPr lang="en-US" sz="2000" kern="1200" dirty="0">
                <a:latin typeface="Inter" panose="02000503000000020004" pitchFamily="2" charset="0"/>
                <a:ea typeface="ＭＳ Ｐゴシック" charset="0"/>
              </a:rPr>
              <a:t> </a:t>
            </a:r>
            <a:r>
              <a:rPr lang="en-US" sz="2000" kern="1200" dirty="0" err="1">
                <a:latin typeface="Inter" panose="02000503000000020004" pitchFamily="2" charset="0"/>
                <a:ea typeface="ＭＳ Ｐゴシック" charset="0"/>
              </a:rPr>
              <a:t>elit</a:t>
            </a:r>
            <a:r>
              <a:rPr lang="en-US" sz="2000" kern="1200" dirty="0">
                <a:latin typeface="Inter" panose="02000503000000020004" pitchFamily="2" charset="0"/>
                <a:ea typeface="ＭＳ Ｐゴシック" charset="0"/>
              </a:rPr>
              <a:t>.</a:t>
            </a:r>
          </a:p>
        </p:txBody>
      </p:sp>
    </p:spTree>
    <p:extLst>
      <p:ext uri="{BB962C8B-B14F-4D97-AF65-F5344CB8AC3E}">
        <p14:creationId xmlns:p14="http://schemas.microsoft.com/office/powerpoint/2010/main" val="8457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B011-4FBC-3439-D73D-61D2F39C9652}"/>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EF7316D6-D622-4E78-0BA6-ECBA3AA1A089}"/>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955C2EE8-DE31-F05C-1463-DF1F22A83A8A}"/>
              </a:ext>
            </a:extLst>
          </p:cNvPr>
          <p:cNvSpPr>
            <a:spLocks noGrp="1"/>
          </p:cNvSpPr>
          <p:nvPr>
            <p:ph type="title"/>
          </p:nvPr>
        </p:nvSpPr>
        <p:spPr/>
        <p:txBody>
          <a:bodyPr/>
          <a:lstStyle/>
          <a:p>
            <a:r>
              <a:rPr lang="en-US" dirty="0"/>
              <a:t>Section, title and subtitle</a:t>
            </a:r>
          </a:p>
        </p:txBody>
      </p:sp>
      <p:sp>
        <p:nvSpPr>
          <p:cNvPr id="7" name="Text Placeholder 6">
            <a:extLst>
              <a:ext uri="{FF2B5EF4-FFF2-40B4-BE49-F238E27FC236}">
                <a16:creationId xmlns:a16="http://schemas.microsoft.com/office/drawing/2014/main" id="{A765C8B8-54F0-B72E-05BC-8568B8B54559}"/>
              </a:ext>
            </a:extLst>
          </p:cNvPr>
          <p:cNvSpPr>
            <a:spLocks noGrp="1"/>
          </p:cNvSpPr>
          <p:nvPr>
            <p:ph type="body" sz="quarter" idx="13"/>
          </p:nvPr>
        </p:nvSpPr>
        <p:spPr/>
        <p:txBody>
          <a:bodyPr/>
          <a:lstStyle/>
          <a:p>
            <a:r>
              <a:rPr lang="en-US" dirty="0"/>
              <a:t>Subtitle placeholder</a:t>
            </a:r>
          </a:p>
        </p:txBody>
      </p:sp>
      <p:sp>
        <p:nvSpPr>
          <p:cNvPr id="6" name="TextBox 5">
            <a:extLst>
              <a:ext uri="{FF2B5EF4-FFF2-40B4-BE49-F238E27FC236}">
                <a16:creationId xmlns:a16="http://schemas.microsoft.com/office/drawing/2014/main" id="{31053C4E-9517-B7CA-2691-6081A7777FDB}"/>
              </a:ext>
            </a:extLst>
          </p:cNvPr>
          <p:cNvSpPr txBox="1"/>
          <p:nvPr/>
        </p:nvSpPr>
        <p:spPr>
          <a:xfrm>
            <a:off x="323849" y="1870075"/>
            <a:ext cx="3725864" cy="358559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size 16</a:t>
            </a:r>
          </a:p>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1/3 of page</a:t>
            </a:r>
          </a:p>
          <a:p>
            <a:pPr algn="l" defTabSz="912276" rtl="0" eaLnBrk="1" fontAlgn="base" hangingPunct="1">
              <a:lnSpc>
                <a:spcPct val="100000"/>
              </a:lnSpc>
              <a:spcBef>
                <a:spcPts val="0"/>
              </a:spcBef>
              <a:spcAft>
                <a:spcPts val="1000"/>
              </a:spcAft>
              <a:buClr>
                <a:schemeClr val="bg1"/>
              </a:buClr>
              <a:buSzPct val="100000"/>
            </a:pPr>
            <a:r>
              <a:rPr lang="en-US" sz="1600" dirty="0">
                <a:latin typeface="Inter" panose="02000503000000020004" pitchFamily="2" charset="0"/>
                <a:ea typeface="ＭＳ Ｐゴシック" charset="0"/>
              </a:rPr>
              <a:t>L</a:t>
            </a:r>
            <a:r>
              <a:rPr lang="en-US" sz="1600" kern="1200" dirty="0">
                <a:latin typeface="Inter" panose="02000503000000020004" pitchFamily="2" charset="0"/>
                <a:ea typeface="ＭＳ Ｐゴシック" charset="0"/>
              </a:rPr>
              <a:t>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a:t>
            </a:r>
          </a:p>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nostrud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exerci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tation</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ullamcorper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suscipit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lobortis</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nisl</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ut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aliquip</a:t>
            </a:r>
            <a:r>
              <a:rPr lang="en-US" sz="1600" kern="1200" dirty="0">
                <a:latin typeface="Inter" panose="02000503000000020004" pitchFamily="2" charset="0"/>
                <a:ea typeface="ＭＳ Ｐゴシック" charset="0"/>
              </a:rPr>
              <a:t> ex </a:t>
            </a:r>
            <a:r>
              <a:rPr lang="en-US" sz="1600" kern="1200" dirty="0" err="1">
                <a:latin typeface="Inter" panose="02000503000000020004" pitchFamily="2" charset="0"/>
                <a:ea typeface="ＭＳ Ｐゴシック" charset="0"/>
              </a:rPr>
              <a:t>ea</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commodo</a:t>
            </a:r>
            <a:r>
              <a:rPr lang="en-US" sz="1600" kern="1200" dirty="0">
                <a:latin typeface="Inter" panose="02000503000000020004" pitchFamily="2" charset="0"/>
                <a:ea typeface="ＭＳ Ｐゴシック" charset="0"/>
              </a:rPr>
              <a:t>.</a:t>
            </a:r>
          </a:p>
        </p:txBody>
      </p:sp>
    </p:spTree>
    <p:extLst>
      <p:ext uri="{BB962C8B-B14F-4D97-AF65-F5344CB8AC3E}">
        <p14:creationId xmlns:p14="http://schemas.microsoft.com/office/powerpoint/2010/main" val="329193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3945B-0126-FCAF-1C3E-1036A24C9D2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DAC4BE6-B1F4-A011-0AC9-687508C62C44}"/>
              </a:ext>
            </a:extLst>
          </p:cNvPr>
          <p:cNvSpPr>
            <a:spLocks noGrp="1"/>
          </p:cNvSpPr>
          <p:nvPr>
            <p:ph type="body" sz="quarter" idx="12"/>
          </p:nvPr>
        </p:nvSpPr>
        <p:spPr/>
        <p:txBody>
          <a:bodyPr/>
          <a:lstStyle/>
          <a:p>
            <a:r>
              <a:rPr lang="en-US" dirty="0"/>
              <a:t>Section title placeholder</a:t>
            </a:r>
          </a:p>
        </p:txBody>
      </p:sp>
      <p:sp>
        <p:nvSpPr>
          <p:cNvPr id="3" name="Title 2">
            <a:extLst>
              <a:ext uri="{FF2B5EF4-FFF2-40B4-BE49-F238E27FC236}">
                <a16:creationId xmlns:a16="http://schemas.microsoft.com/office/drawing/2014/main" id="{72B80F3F-76B2-EEB0-DC96-B7ABDC086E85}"/>
              </a:ext>
            </a:extLst>
          </p:cNvPr>
          <p:cNvSpPr>
            <a:spLocks noGrp="1"/>
          </p:cNvSpPr>
          <p:nvPr>
            <p:ph type="title"/>
          </p:nvPr>
        </p:nvSpPr>
        <p:spPr>
          <a:xfrm>
            <a:off x="323850" y="622300"/>
            <a:ext cx="5281613" cy="2181225"/>
          </a:xfrm>
        </p:spPr>
        <p:txBody>
          <a:bodyPr/>
          <a:lstStyle/>
          <a:p>
            <a:r>
              <a:rPr lang="en-US" dirty="0"/>
              <a:t>Half slide, section, title, layout 1, default headers and body copy added</a:t>
            </a:r>
          </a:p>
        </p:txBody>
      </p:sp>
      <p:sp>
        <p:nvSpPr>
          <p:cNvPr id="10" name="TextBox 9">
            <a:extLst>
              <a:ext uri="{FF2B5EF4-FFF2-40B4-BE49-F238E27FC236}">
                <a16:creationId xmlns:a16="http://schemas.microsoft.com/office/drawing/2014/main" id="{6FD8955D-5C57-0874-328F-BFF52D0B9C7E}"/>
              </a:ext>
            </a:extLst>
          </p:cNvPr>
          <p:cNvSpPr txBox="1"/>
          <p:nvPr/>
        </p:nvSpPr>
        <p:spPr>
          <a:xfrm>
            <a:off x="6586539" y="622300"/>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11" name="TextBox 10">
            <a:extLst>
              <a:ext uri="{FF2B5EF4-FFF2-40B4-BE49-F238E27FC236}">
                <a16:creationId xmlns:a16="http://schemas.microsoft.com/office/drawing/2014/main" id="{33DEA8E3-71CB-B4E3-1131-86B1C0A234D3}"/>
              </a:ext>
            </a:extLst>
          </p:cNvPr>
          <p:cNvSpPr txBox="1"/>
          <p:nvPr/>
        </p:nvSpPr>
        <p:spPr>
          <a:xfrm>
            <a:off x="6586538" y="1088371"/>
            <a:ext cx="4883150" cy="738664"/>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quis</a:t>
            </a:r>
            <a:r>
              <a:rPr lang="en-US" sz="1600" kern="1200" dirty="0">
                <a:latin typeface="Inter" panose="02000503000000020004" pitchFamily="2" charset="0"/>
                <a:ea typeface="ＭＳ Ｐゴシック" charset="0"/>
              </a:rPr>
              <a:t>.</a:t>
            </a:r>
          </a:p>
        </p:txBody>
      </p:sp>
      <p:sp>
        <p:nvSpPr>
          <p:cNvPr id="12" name="TextBox 11">
            <a:extLst>
              <a:ext uri="{FF2B5EF4-FFF2-40B4-BE49-F238E27FC236}">
                <a16:creationId xmlns:a16="http://schemas.microsoft.com/office/drawing/2014/main" id="{7FC159C9-EAF6-870E-4D6E-713863596A9A}"/>
              </a:ext>
            </a:extLst>
          </p:cNvPr>
          <p:cNvSpPr txBox="1"/>
          <p:nvPr/>
        </p:nvSpPr>
        <p:spPr>
          <a:xfrm>
            <a:off x="6586539" y="2497973"/>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13" name="TextBox 12">
            <a:extLst>
              <a:ext uri="{FF2B5EF4-FFF2-40B4-BE49-F238E27FC236}">
                <a16:creationId xmlns:a16="http://schemas.microsoft.com/office/drawing/2014/main" id="{04A16056-24D7-DF02-7A99-7999E2D59FB0}"/>
              </a:ext>
            </a:extLst>
          </p:cNvPr>
          <p:cNvSpPr txBox="1"/>
          <p:nvPr/>
        </p:nvSpPr>
        <p:spPr>
          <a:xfrm>
            <a:off x="6586538" y="2964044"/>
            <a:ext cx="4883150" cy="738664"/>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tempor</a:t>
            </a:r>
            <a:r>
              <a:rPr lang="en-US" sz="1600" kern="1200" dirty="0">
                <a:latin typeface="Inter" panose="02000503000000020004" pitchFamily="2" charset="0"/>
                <a:ea typeface="ＭＳ Ｐゴシック" charset="0"/>
              </a:rPr>
              <a:t>. Ut </a:t>
            </a:r>
            <a:r>
              <a:rPr lang="en-US" sz="1600" kern="1200" dirty="0" err="1">
                <a:latin typeface="Inter" panose="02000503000000020004" pitchFamily="2" charset="0"/>
                <a:ea typeface="ＭＳ Ｐゴシック" charset="0"/>
              </a:rPr>
              <a:t>wisi</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enim</a:t>
            </a:r>
            <a:r>
              <a:rPr lang="en-US" sz="1600" kern="1200" dirty="0">
                <a:latin typeface="Inter" panose="02000503000000020004" pitchFamily="2" charset="0"/>
                <a:ea typeface="ＭＳ Ｐゴシック" charset="0"/>
              </a:rPr>
              <a:t> ad minim </a:t>
            </a:r>
            <a:r>
              <a:rPr lang="en-US" sz="1600" kern="1200" dirty="0" err="1">
                <a:latin typeface="Inter" panose="02000503000000020004" pitchFamily="2" charset="0"/>
                <a:ea typeface="ＭＳ Ｐゴシック" charset="0"/>
              </a:rPr>
              <a:t>veniam</a:t>
            </a:r>
            <a:r>
              <a:rPr lang="en-US" sz="1600" kern="1200" dirty="0">
                <a:latin typeface="Inter" panose="02000503000000020004" pitchFamily="2" charset="0"/>
                <a:ea typeface="ＭＳ Ｐゴシック" charset="0"/>
              </a:rPr>
              <a:t>.</a:t>
            </a:r>
          </a:p>
        </p:txBody>
      </p:sp>
      <p:sp>
        <p:nvSpPr>
          <p:cNvPr id="16" name="TextBox 15">
            <a:extLst>
              <a:ext uri="{FF2B5EF4-FFF2-40B4-BE49-F238E27FC236}">
                <a16:creationId xmlns:a16="http://schemas.microsoft.com/office/drawing/2014/main" id="{8FBAE0B4-B7CD-492F-F3AE-BFAA096DC22E}"/>
              </a:ext>
            </a:extLst>
          </p:cNvPr>
          <p:cNvSpPr txBox="1"/>
          <p:nvPr/>
        </p:nvSpPr>
        <p:spPr>
          <a:xfrm>
            <a:off x="6586539" y="4360863"/>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Heading</a:t>
            </a:r>
          </a:p>
        </p:txBody>
      </p:sp>
      <p:sp>
        <p:nvSpPr>
          <p:cNvPr id="17" name="TextBox 16">
            <a:extLst>
              <a:ext uri="{FF2B5EF4-FFF2-40B4-BE49-F238E27FC236}">
                <a16:creationId xmlns:a16="http://schemas.microsoft.com/office/drawing/2014/main" id="{74B3406A-4EAE-2146-B9A8-3FF4D258C282}"/>
              </a:ext>
            </a:extLst>
          </p:cNvPr>
          <p:cNvSpPr txBox="1"/>
          <p:nvPr/>
        </p:nvSpPr>
        <p:spPr>
          <a:xfrm>
            <a:off x="6586538" y="4826934"/>
            <a:ext cx="4883150" cy="492443"/>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kern="1200" dirty="0">
                <a:latin typeface="Inter" panose="02000503000000020004" pitchFamily="2" charset="0"/>
                <a:ea typeface="ＭＳ Ｐゴシック" charset="0"/>
              </a:rPr>
              <a:t>Body copy placeholder lorem ipsum dolor sit </a:t>
            </a:r>
            <a:r>
              <a:rPr lang="en-US" sz="1600" kern="1200" dirty="0" err="1">
                <a:latin typeface="Inter" panose="02000503000000020004" pitchFamily="2" charset="0"/>
                <a:ea typeface="ＭＳ Ｐゴシック" charset="0"/>
              </a:rPr>
              <a:t>amet</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consectetur</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adipiscing</a:t>
            </a:r>
            <a:r>
              <a:rPr lang="en-US" sz="1600" kern="1200" dirty="0">
                <a:latin typeface="Inter" panose="02000503000000020004" pitchFamily="2" charset="0"/>
                <a:ea typeface="ＭＳ Ｐゴシック" charset="0"/>
              </a:rPr>
              <a:t> </a:t>
            </a:r>
            <a:r>
              <a:rPr lang="en-US" sz="1600" kern="1200" dirty="0" err="1">
                <a:latin typeface="Inter" panose="02000503000000020004" pitchFamily="2" charset="0"/>
                <a:ea typeface="ＭＳ Ｐゴシック" charset="0"/>
              </a:rPr>
              <a:t>elit</a:t>
            </a:r>
            <a:r>
              <a:rPr lang="en-US" sz="1600" kern="1200" dirty="0">
                <a:latin typeface="Inter" panose="02000503000000020004" pitchFamily="2" charset="0"/>
                <a:ea typeface="ＭＳ Ｐゴシック" charset="0"/>
              </a:rPr>
              <a:t>, sed do </a:t>
            </a:r>
            <a:r>
              <a:rPr lang="en-US" sz="1600" kern="1200" dirty="0" err="1">
                <a:latin typeface="Inter" panose="02000503000000020004" pitchFamily="2" charset="0"/>
                <a:ea typeface="ＭＳ Ｐゴシック" charset="0"/>
              </a:rPr>
              <a:t>eiusmod</a:t>
            </a:r>
            <a:r>
              <a:rPr lang="en-US" sz="1600" kern="1200" dirty="0">
                <a:latin typeface="Inter" panose="02000503000000020004" pitchFamily="2" charset="0"/>
                <a:ea typeface="ＭＳ Ｐゴシック" charset="0"/>
              </a:rPr>
              <a:t>.</a:t>
            </a:r>
          </a:p>
        </p:txBody>
      </p:sp>
    </p:spTree>
    <p:extLst>
      <p:ext uri="{BB962C8B-B14F-4D97-AF65-F5344CB8AC3E}">
        <p14:creationId xmlns:p14="http://schemas.microsoft.com/office/powerpoint/2010/main" val="3015900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24BD-7D6A-7654-8DA1-D8407BF7C7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F525E8-308A-FF40-B94F-BA92BA7F3BE6}"/>
              </a:ext>
            </a:extLst>
          </p:cNvPr>
          <p:cNvSpPr>
            <a:spLocks noGrp="1"/>
          </p:cNvSpPr>
          <p:nvPr>
            <p:ph type="title"/>
          </p:nvPr>
        </p:nvSpPr>
        <p:spPr/>
        <p:txBody>
          <a:bodyPr/>
          <a:lstStyle/>
          <a:p>
            <a:r>
              <a:rPr lang="en-US" dirty="0"/>
              <a:t>Half slide title, pie chart</a:t>
            </a:r>
          </a:p>
        </p:txBody>
      </p:sp>
      <p:graphicFrame>
        <p:nvGraphicFramePr>
          <p:cNvPr id="37" name="Chart Placeholder 36" descr="Sample chart">
            <a:extLst>
              <a:ext uri="{FF2B5EF4-FFF2-40B4-BE49-F238E27FC236}">
                <a16:creationId xmlns:a16="http://schemas.microsoft.com/office/drawing/2014/main" id="{5DF66484-5A05-514F-0CAD-4517913A2D83}"/>
              </a:ext>
            </a:extLst>
          </p:cNvPr>
          <p:cNvGraphicFramePr>
            <a:graphicFrameLocks noGrp="1"/>
          </p:cNvGraphicFramePr>
          <p:nvPr>
            <p:ph type="chart" sz="quarter" idx="12"/>
            <p:extLst>
              <p:ext uri="{D42A27DB-BD31-4B8C-83A1-F6EECF244321}">
                <p14:modId xmlns:p14="http://schemas.microsoft.com/office/powerpoint/2010/main" val="65671480"/>
              </p:ext>
            </p:extLst>
          </p:nvPr>
        </p:nvGraphicFramePr>
        <p:xfrm>
          <a:off x="6581775" y="952500"/>
          <a:ext cx="4887913"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66323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CAD23-69D7-84C4-21D4-D82D6C622D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4B08C4-C689-D27C-46EB-AB2AC44873A1}"/>
              </a:ext>
            </a:extLst>
          </p:cNvPr>
          <p:cNvSpPr>
            <a:spLocks noGrp="1"/>
          </p:cNvSpPr>
          <p:nvPr>
            <p:ph type="title"/>
          </p:nvPr>
        </p:nvSpPr>
        <p:spPr/>
        <p:txBody>
          <a:bodyPr/>
          <a:lstStyle/>
          <a:p>
            <a:r>
              <a:rPr lang="en-US" dirty="0"/>
              <a:t>Half slide title, line chart</a:t>
            </a:r>
          </a:p>
        </p:txBody>
      </p:sp>
      <p:graphicFrame>
        <p:nvGraphicFramePr>
          <p:cNvPr id="15" name="Chart Placeholder 14" descr="Sample Chart">
            <a:extLst>
              <a:ext uri="{FF2B5EF4-FFF2-40B4-BE49-F238E27FC236}">
                <a16:creationId xmlns:a16="http://schemas.microsoft.com/office/drawing/2014/main" id="{E99D2420-D85D-DA98-A41C-430D9EFF6685}"/>
              </a:ext>
            </a:extLst>
          </p:cNvPr>
          <p:cNvGraphicFramePr>
            <a:graphicFrameLocks noGrp="1"/>
          </p:cNvGraphicFramePr>
          <p:nvPr>
            <p:ph type="chart" sz="quarter" idx="12"/>
            <p:extLst>
              <p:ext uri="{D42A27DB-BD31-4B8C-83A1-F6EECF244321}">
                <p14:modId xmlns:p14="http://schemas.microsoft.com/office/powerpoint/2010/main" val="1193940478"/>
              </p:ext>
            </p:extLst>
          </p:nvPr>
        </p:nvGraphicFramePr>
        <p:xfrm>
          <a:off x="6581775" y="952500"/>
          <a:ext cx="4887913" cy="49688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4842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317B-3009-AFE4-52DE-3C5DDF3EB7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6469E4-D450-B21D-1C71-E34FB6F20A1A}"/>
              </a:ext>
            </a:extLst>
          </p:cNvPr>
          <p:cNvSpPr>
            <a:spLocks noGrp="1"/>
          </p:cNvSpPr>
          <p:nvPr>
            <p:ph type="title"/>
          </p:nvPr>
        </p:nvSpPr>
        <p:spPr/>
        <p:txBody>
          <a:bodyPr/>
          <a:lstStyle/>
          <a:p>
            <a:r>
              <a:rPr lang="en-US" dirty="0"/>
              <a:t>Title, subtitle, chart</a:t>
            </a:r>
          </a:p>
        </p:txBody>
      </p:sp>
      <p:sp>
        <p:nvSpPr>
          <p:cNvPr id="5" name="Text Placeholder 4">
            <a:extLst>
              <a:ext uri="{FF2B5EF4-FFF2-40B4-BE49-F238E27FC236}">
                <a16:creationId xmlns:a16="http://schemas.microsoft.com/office/drawing/2014/main" id="{39627044-57EE-9F20-6214-20E52A84936A}"/>
              </a:ext>
            </a:extLst>
          </p:cNvPr>
          <p:cNvSpPr>
            <a:spLocks noGrp="1"/>
          </p:cNvSpPr>
          <p:nvPr>
            <p:ph type="body" sz="quarter" idx="11"/>
          </p:nvPr>
        </p:nvSpPr>
        <p:spPr/>
        <p:txBody>
          <a:bodyPr/>
          <a:lstStyle/>
          <a:p>
            <a:r>
              <a:rPr lang="en-US" dirty="0"/>
              <a:t>Subtitle placeholder</a:t>
            </a:r>
          </a:p>
        </p:txBody>
      </p:sp>
      <p:graphicFrame>
        <p:nvGraphicFramePr>
          <p:cNvPr id="10" name="Chart Placeholder 9" descr="Sample Chart">
            <a:extLst>
              <a:ext uri="{FF2B5EF4-FFF2-40B4-BE49-F238E27FC236}">
                <a16:creationId xmlns:a16="http://schemas.microsoft.com/office/drawing/2014/main" id="{87AE2964-CB22-30A3-C883-EDCCCE2BB67A}"/>
              </a:ext>
            </a:extLst>
          </p:cNvPr>
          <p:cNvGraphicFramePr>
            <a:graphicFrameLocks noGrp="1"/>
          </p:cNvGraphicFramePr>
          <p:nvPr>
            <p:ph type="chart" sz="quarter" idx="13"/>
            <p:extLst>
              <p:ext uri="{D42A27DB-BD31-4B8C-83A1-F6EECF244321}">
                <p14:modId xmlns:p14="http://schemas.microsoft.com/office/powerpoint/2010/main" val="1203016793"/>
              </p:ext>
            </p:extLst>
          </p:nvPr>
        </p:nvGraphicFramePr>
        <p:xfrm>
          <a:off x="722313" y="1401762"/>
          <a:ext cx="10747375" cy="45196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5379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B7165-9101-3B82-24A3-80F75C49D1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F120C0-CC46-4109-5CDC-629B68C80715}"/>
              </a:ext>
            </a:extLst>
          </p:cNvPr>
          <p:cNvSpPr>
            <a:spLocks noGrp="1"/>
          </p:cNvSpPr>
          <p:nvPr>
            <p:ph type="title"/>
          </p:nvPr>
        </p:nvSpPr>
        <p:spPr/>
        <p:txBody>
          <a:bodyPr/>
          <a:lstStyle/>
          <a:p>
            <a:r>
              <a:rPr lang="en-US" dirty="0"/>
              <a:t>Half slide title, table</a:t>
            </a:r>
          </a:p>
        </p:txBody>
      </p:sp>
      <p:graphicFrame>
        <p:nvGraphicFramePr>
          <p:cNvPr id="7" name="Table Placeholder 7">
            <a:extLst>
              <a:ext uri="{FF2B5EF4-FFF2-40B4-BE49-F238E27FC236}">
                <a16:creationId xmlns:a16="http://schemas.microsoft.com/office/drawing/2014/main" id="{5CFDD446-0CFC-20BA-E4FB-C9A064B1E0E0}"/>
              </a:ext>
            </a:extLst>
          </p:cNvPr>
          <p:cNvGraphicFramePr>
            <a:graphicFrameLocks/>
          </p:cNvGraphicFramePr>
          <p:nvPr>
            <p:extLst>
              <p:ext uri="{D42A27DB-BD31-4B8C-83A1-F6EECF244321}">
                <p14:modId xmlns:p14="http://schemas.microsoft.com/office/powerpoint/2010/main" val="2693836502"/>
              </p:ext>
            </p:extLst>
          </p:nvPr>
        </p:nvGraphicFramePr>
        <p:xfrm>
          <a:off x="6184900" y="1555749"/>
          <a:ext cx="5683251" cy="3741738"/>
        </p:xfrm>
        <a:graphic>
          <a:graphicData uri="http://schemas.openxmlformats.org/drawingml/2006/table">
            <a:tbl>
              <a:tblPr firstRow="1" bandRow="1">
                <a:tableStyleId>{073A0DAA-6AF3-43AB-8588-CEC1D06C72B9}</a:tableStyleId>
              </a:tblPr>
              <a:tblGrid>
                <a:gridCol w="1894417">
                  <a:extLst>
                    <a:ext uri="{9D8B030D-6E8A-4147-A177-3AD203B41FA5}">
                      <a16:colId xmlns:a16="http://schemas.microsoft.com/office/drawing/2014/main" val="3783141080"/>
                    </a:ext>
                  </a:extLst>
                </a:gridCol>
                <a:gridCol w="1894417">
                  <a:extLst>
                    <a:ext uri="{9D8B030D-6E8A-4147-A177-3AD203B41FA5}">
                      <a16:colId xmlns:a16="http://schemas.microsoft.com/office/drawing/2014/main" val="3701767540"/>
                    </a:ext>
                  </a:extLst>
                </a:gridCol>
                <a:gridCol w="1894417">
                  <a:extLst>
                    <a:ext uri="{9D8B030D-6E8A-4147-A177-3AD203B41FA5}">
                      <a16:colId xmlns:a16="http://schemas.microsoft.com/office/drawing/2014/main" val="3572141464"/>
                    </a:ext>
                  </a:extLst>
                </a:gridCol>
              </a:tblGrid>
              <a:tr h="534534">
                <a:tc>
                  <a:txBody>
                    <a:bodyPr/>
                    <a:lstStyle/>
                    <a:p>
                      <a:pPr algn="ctr"/>
                      <a:r>
                        <a:rPr lang="en-US" sz="1600" b="0" i="0" dirty="0">
                          <a:solidFill>
                            <a:schemeClr val="tx1"/>
                          </a:solidFill>
                          <a:latin typeface="Inter" panose="02000503000000020004" pitchFamily="2" charset="0"/>
                          <a:cs typeface="CiscoSansTT Light" panose="020B0503020201020303" pitchFamily="34" charset="0"/>
                        </a:rPr>
                        <a:t>Heading</a:t>
                      </a:r>
                      <a:r>
                        <a:rPr lang="en-US" sz="1600" b="0" i="0" baseline="0" dirty="0">
                          <a:solidFill>
                            <a:schemeClr val="tx1"/>
                          </a:solidFill>
                          <a:latin typeface="Inter" panose="02000503000000020004" pitchFamily="2" charset="0"/>
                          <a:cs typeface="CiscoSansTT Light" panose="020B0503020201020303" pitchFamily="34" charset="0"/>
                        </a:rPr>
                        <a:t> 1</a:t>
                      </a:r>
                      <a:endParaRPr lang="en-US" sz="1600" b="0" i="0" dirty="0">
                        <a:solidFill>
                          <a:schemeClr val="tx1"/>
                        </a:solidFill>
                        <a:latin typeface="Inter" panose="02000503000000020004" pitchFamily="2" charset="0"/>
                        <a:cs typeface="CiscoSansTT Light" panose="020B0503020201020303" pitchFamily="34" charset="0"/>
                      </a:endParaRP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Heading</a:t>
                      </a:r>
                      <a:r>
                        <a:rPr lang="en-US" sz="1600" b="0" i="0" baseline="0" dirty="0">
                          <a:solidFill>
                            <a:schemeClr val="tx1"/>
                          </a:solidFill>
                          <a:latin typeface="Inter" panose="02000503000000020004" pitchFamily="2" charset="0"/>
                          <a:cs typeface="CiscoSansTT Light" panose="020B0503020201020303" pitchFamily="34" charset="0"/>
                        </a:rPr>
                        <a:t> 2</a:t>
                      </a:r>
                      <a:endParaRPr lang="en-US" sz="1600" b="0" i="0" dirty="0">
                        <a:solidFill>
                          <a:schemeClr val="tx1"/>
                        </a:solidFill>
                        <a:latin typeface="Inter" panose="02000503000000020004" pitchFamily="2" charset="0"/>
                        <a:cs typeface="CiscoSansTT Light" panose="020B0503020201020303" pitchFamily="34" charset="0"/>
                      </a:endParaRP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Heading</a:t>
                      </a:r>
                      <a:r>
                        <a:rPr lang="en-US" sz="1600" b="0" i="0" baseline="0" dirty="0">
                          <a:solidFill>
                            <a:schemeClr val="tx1"/>
                          </a:solidFill>
                          <a:latin typeface="Inter" panose="02000503000000020004" pitchFamily="2" charset="0"/>
                          <a:cs typeface="CiscoSansTT Light" panose="020B0503020201020303" pitchFamily="34" charset="0"/>
                        </a:rPr>
                        <a:t> 3</a:t>
                      </a:r>
                      <a:endParaRPr lang="en-US" sz="1600" b="0" i="0" dirty="0">
                        <a:solidFill>
                          <a:schemeClr val="tx1"/>
                        </a:solidFill>
                        <a:latin typeface="Inter" panose="02000503000000020004" pitchFamily="2" charset="0"/>
                        <a:cs typeface="CiscoSansTT Light" panose="020B0503020201020303" pitchFamily="34" charset="0"/>
                      </a:endParaRP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2"/>
                    </a:solidFill>
                  </a:tcPr>
                </a:tc>
                <a:extLst>
                  <a:ext uri="{0D108BD9-81ED-4DB2-BD59-A6C34878D82A}">
                    <a16:rowId xmlns:a16="http://schemas.microsoft.com/office/drawing/2014/main" val="4039380527"/>
                  </a:ext>
                </a:extLst>
              </a:tr>
              <a:tr h="534534">
                <a:tc>
                  <a:txBody>
                    <a:bodyPr/>
                    <a:lstStyle/>
                    <a:p>
                      <a:pPr algn="ct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909517683"/>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3734218334"/>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2234072268"/>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152286729"/>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750320036"/>
                  </a:ext>
                </a:extLst>
              </a:tr>
              <a:tr h="534534">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en-US" sz="1600" b="0" i="0" dirty="0">
                          <a:solidFill>
                            <a:schemeClr val="tx1"/>
                          </a:solidFill>
                          <a:latin typeface="Inter" panose="02000503000000020004" pitchFamily="2" charset="0"/>
                          <a:cs typeface="CiscoSansTT Light" panose="020B0503020201020303" pitchFamily="34" charset="0"/>
                        </a:rPr>
                        <a:t>100</a:t>
                      </a:r>
                    </a:p>
                  </a:txBody>
                  <a:tcPr marL="282848" marR="282848" marT="60960" marB="6096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622431417"/>
                  </a:ext>
                </a:extLst>
              </a:tr>
            </a:tbl>
          </a:graphicData>
        </a:graphic>
      </p:graphicFrame>
      <p:sp>
        <p:nvSpPr>
          <p:cNvPr id="2" name="TextBox 1">
            <a:extLst>
              <a:ext uri="{FF2B5EF4-FFF2-40B4-BE49-F238E27FC236}">
                <a16:creationId xmlns:a16="http://schemas.microsoft.com/office/drawing/2014/main" id="{8F29EA62-DD02-202A-335B-35015E09C82E}"/>
              </a:ext>
            </a:extLst>
          </p:cNvPr>
          <p:cNvSpPr txBox="1"/>
          <p:nvPr/>
        </p:nvSpPr>
        <p:spPr>
          <a:xfrm>
            <a:off x="7762461" y="-745435"/>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132297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D13E799-3FB8-94B9-2F54-F76BD706D34D}"/>
              </a:ext>
            </a:extLst>
          </p:cNvPr>
          <p:cNvSpPr>
            <a:spLocks noGrp="1"/>
          </p:cNvSpPr>
          <p:nvPr>
            <p:ph type="title"/>
          </p:nvPr>
        </p:nvSpPr>
        <p:spPr/>
        <p:txBody>
          <a:bodyPr/>
          <a:lstStyle/>
          <a:p>
            <a:r>
              <a:rPr lang="en-US" dirty="0"/>
              <a:t>Quarterly planner</a:t>
            </a:r>
          </a:p>
        </p:txBody>
      </p:sp>
      <p:graphicFrame>
        <p:nvGraphicFramePr>
          <p:cNvPr id="5" name="Group 3">
            <a:extLst>
              <a:ext uri="{FF2B5EF4-FFF2-40B4-BE49-F238E27FC236}">
                <a16:creationId xmlns:a16="http://schemas.microsoft.com/office/drawing/2014/main" id="{337D7FED-AAC6-FD24-B181-4741F2DD72E1}"/>
              </a:ext>
            </a:extLst>
          </p:cNvPr>
          <p:cNvGraphicFramePr>
            <a:graphicFrameLocks/>
          </p:cNvGraphicFramePr>
          <p:nvPr>
            <p:extLst>
              <p:ext uri="{D42A27DB-BD31-4B8C-83A1-F6EECF244321}">
                <p14:modId xmlns:p14="http://schemas.microsoft.com/office/powerpoint/2010/main" val="2227749822"/>
              </p:ext>
            </p:extLst>
          </p:nvPr>
        </p:nvGraphicFramePr>
        <p:xfrm>
          <a:off x="323850" y="1242192"/>
          <a:ext cx="11544300" cy="1879019"/>
        </p:xfrm>
        <a:graphic>
          <a:graphicData uri="http://schemas.openxmlformats.org/drawingml/2006/table">
            <a:tbl>
              <a:tblPr firstRow="1"/>
              <a:tblGrid>
                <a:gridCol w="1929576">
                  <a:extLst>
                    <a:ext uri="{9D8B030D-6E8A-4147-A177-3AD203B41FA5}">
                      <a16:colId xmlns:a16="http://schemas.microsoft.com/office/drawing/2014/main" val="20000"/>
                    </a:ext>
                  </a:extLst>
                </a:gridCol>
                <a:gridCol w="2403681">
                  <a:extLst>
                    <a:ext uri="{9D8B030D-6E8A-4147-A177-3AD203B41FA5}">
                      <a16:colId xmlns:a16="http://schemas.microsoft.com/office/drawing/2014/main" val="20001"/>
                    </a:ext>
                  </a:extLst>
                </a:gridCol>
                <a:gridCol w="2403681">
                  <a:extLst>
                    <a:ext uri="{9D8B030D-6E8A-4147-A177-3AD203B41FA5}">
                      <a16:colId xmlns:a16="http://schemas.microsoft.com/office/drawing/2014/main" val="20002"/>
                    </a:ext>
                  </a:extLst>
                </a:gridCol>
                <a:gridCol w="2403681">
                  <a:extLst>
                    <a:ext uri="{9D8B030D-6E8A-4147-A177-3AD203B41FA5}">
                      <a16:colId xmlns:a16="http://schemas.microsoft.com/office/drawing/2014/main" val="20003"/>
                    </a:ext>
                  </a:extLst>
                </a:gridCol>
                <a:gridCol w="2403681">
                  <a:extLst>
                    <a:ext uri="{9D8B030D-6E8A-4147-A177-3AD203B41FA5}">
                      <a16:colId xmlns:a16="http://schemas.microsoft.com/office/drawing/2014/main" val="20004"/>
                    </a:ext>
                  </a:extLst>
                </a:gridCol>
              </a:tblGrid>
              <a:tr h="286624">
                <a:tc>
                  <a:txBody>
                    <a:bodyPr/>
                    <a:lstStyle/>
                    <a:p>
                      <a:pPr marL="0" marR="0" lvl="0" indent="0" algn="ctr"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endPar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endParaRPr>
                    </a:p>
                  </a:txBody>
                  <a:tcPr marL="0" marR="110896" marT="36575" marB="36575"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Q1</a:t>
                      </a:r>
                    </a:p>
                  </a:txBody>
                  <a:tcPr marL="110896" marR="110896" marT="36575" marB="36575" anchor="ctr"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Q2</a:t>
                      </a:r>
                    </a:p>
                  </a:txBody>
                  <a:tcPr marL="110896" marR="110896" marT="36575" marB="36575" anchor="ctr"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Q3</a:t>
                      </a:r>
                    </a:p>
                  </a:txBody>
                  <a:tcPr marL="110896" marR="110896" marT="36575" marB="36575" anchor="ctr"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Q4</a:t>
                      </a:r>
                    </a:p>
                  </a:txBody>
                  <a:tcPr marL="110896" marR="110896" marT="36575" marB="36575" anchor="ctr"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88699">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600" b="0" i="0" u="none" strike="noStrike" cap="none" normalizeH="0" baseline="0" dirty="0">
                          <a:ln>
                            <a:noFill/>
                          </a:ln>
                          <a:solidFill>
                            <a:schemeClr val="tx1"/>
                          </a:solidFill>
                          <a:effectLst/>
                          <a:latin typeface="Inter" panose="02000503000000020004" pitchFamily="2" charset="0"/>
                          <a:ea typeface="ＭＳ Ｐゴシック" pitchFamily="34" charset="-128"/>
                        </a:rPr>
                        <a:t>Placeholder</a:t>
                      </a:r>
                    </a:p>
                  </a:txBody>
                  <a:tcPr marL="0" marR="110664" marT="41059" marB="41059"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8" name="Group 3">
            <a:extLst>
              <a:ext uri="{FF2B5EF4-FFF2-40B4-BE49-F238E27FC236}">
                <a16:creationId xmlns:a16="http://schemas.microsoft.com/office/drawing/2014/main" id="{CEE75EB1-30F4-A7BB-D8A5-60B92781FC26}"/>
              </a:ext>
            </a:extLst>
          </p:cNvPr>
          <p:cNvGraphicFramePr>
            <a:graphicFrameLocks/>
          </p:cNvGraphicFramePr>
          <p:nvPr>
            <p:extLst>
              <p:ext uri="{D42A27DB-BD31-4B8C-83A1-F6EECF244321}">
                <p14:modId xmlns:p14="http://schemas.microsoft.com/office/powerpoint/2010/main" val="557295333"/>
              </p:ext>
            </p:extLst>
          </p:nvPr>
        </p:nvGraphicFramePr>
        <p:xfrm>
          <a:off x="322263" y="3551596"/>
          <a:ext cx="11544300" cy="1896077"/>
        </p:xfrm>
        <a:graphic>
          <a:graphicData uri="http://schemas.openxmlformats.org/drawingml/2006/table">
            <a:tbl>
              <a:tblPr firstRow="1"/>
              <a:tblGrid>
                <a:gridCol w="1929576">
                  <a:extLst>
                    <a:ext uri="{9D8B030D-6E8A-4147-A177-3AD203B41FA5}">
                      <a16:colId xmlns:a16="http://schemas.microsoft.com/office/drawing/2014/main" val="20000"/>
                    </a:ext>
                  </a:extLst>
                </a:gridCol>
                <a:gridCol w="2403681">
                  <a:extLst>
                    <a:ext uri="{9D8B030D-6E8A-4147-A177-3AD203B41FA5}">
                      <a16:colId xmlns:a16="http://schemas.microsoft.com/office/drawing/2014/main" val="20001"/>
                    </a:ext>
                  </a:extLst>
                </a:gridCol>
                <a:gridCol w="2403681">
                  <a:extLst>
                    <a:ext uri="{9D8B030D-6E8A-4147-A177-3AD203B41FA5}">
                      <a16:colId xmlns:a16="http://schemas.microsoft.com/office/drawing/2014/main" val="20002"/>
                    </a:ext>
                  </a:extLst>
                </a:gridCol>
                <a:gridCol w="2403681">
                  <a:extLst>
                    <a:ext uri="{9D8B030D-6E8A-4147-A177-3AD203B41FA5}">
                      <a16:colId xmlns:a16="http://schemas.microsoft.com/office/drawing/2014/main" val="20003"/>
                    </a:ext>
                  </a:extLst>
                </a:gridCol>
                <a:gridCol w="2403681">
                  <a:extLst>
                    <a:ext uri="{9D8B030D-6E8A-4147-A177-3AD203B41FA5}">
                      <a16:colId xmlns:a16="http://schemas.microsoft.com/office/drawing/2014/main" val="20004"/>
                    </a:ext>
                  </a:extLst>
                </a:gridCol>
              </a:tblGrid>
              <a:tr h="265571">
                <a:tc>
                  <a:txBody>
                    <a:bodyPr/>
                    <a:lstStyle/>
                    <a:p>
                      <a:pPr marL="0" marR="0" lvl="0" indent="0" algn="ctr"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endPar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endParaRPr>
                    </a:p>
                  </a:txBody>
                  <a:tcPr marL="0" marR="110896" marT="36575" marB="36575"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Q1</a:t>
                      </a:r>
                    </a:p>
                  </a:txBody>
                  <a:tcPr marL="110896" marR="110896" marT="36575" marB="36575" anchor="ctr"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Q2</a:t>
                      </a:r>
                    </a:p>
                  </a:txBody>
                  <a:tcPr marL="110896" marR="110896" marT="36575" marB="36575" anchor="ctr"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Q3</a:t>
                      </a:r>
                    </a:p>
                  </a:txBody>
                  <a:tcPr marL="110896" marR="110896" marT="36575" marB="36575" anchor="ctr"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500" b="0" i="0" u="none" strike="noStrike"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Q4</a:t>
                      </a:r>
                    </a:p>
                  </a:txBody>
                  <a:tcPr marL="110896" marR="110896" marT="36575" marB="36575" anchor="ctr"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05757">
                <a:tc>
                  <a:txBody>
                    <a:bodyPr/>
                    <a:lstStyle/>
                    <a:p>
                      <a:pPr marL="0" marR="0" lvl="0" indent="0" algn="l" defTabSz="814388" rtl="0" eaLnBrk="1" fontAlgn="base" latinLnBrk="0" hangingPunct="1">
                        <a:lnSpc>
                          <a:spcPct val="95000"/>
                        </a:lnSpc>
                        <a:spcBef>
                          <a:spcPct val="50000"/>
                        </a:spcBef>
                        <a:spcAft>
                          <a:spcPct val="0"/>
                        </a:spcAft>
                        <a:buClr>
                          <a:schemeClr val="tx2"/>
                        </a:buClr>
                        <a:buSzPct val="100000"/>
                        <a:buFont typeface="Wingdings" pitchFamily="2" charset="2"/>
                        <a:buNone/>
                        <a:tabLst/>
                      </a:pPr>
                      <a:r>
                        <a:rPr kumimoji="0" lang="en-US" sz="1600" b="0" i="0" u="none" strike="noStrike" cap="none" normalizeH="0" baseline="0" dirty="0">
                          <a:ln>
                            <a:noFill/>
                          </a:ln>
                          <a:solidFill>
                            <a:schemeClr val="tx1"/>
                          </a:solidFill>
                          <a:effectLst/>
                          <a:latin typeface="Inter" panose="02000503000000020004" pitchFamily="2" charset="0"/>
                          <a:ea typeface="ＭＳ Ｐゴシック" pitchFamily="34" charset="-128"/>
                        </a:rPr>
                        <a:t>Placeholder</a:t>
                      </a:r>
                    </a:p>
                  </a:txBody>
                  <a:tcPr marL="0" marR="110664" marT="41059" marB="41059" anchor="ctr" horzOverflow="overflow">
                    <a:lnL w="9525"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2700" cap="flat" cmpd="sng" algn="ctr">
                      <a:solidFill>
                        <a:schemeClr val="accent1"/>
                      </a:solidFill>
                      <a:prstDash val="solid"/>
                      <a:round/>
                      <a:headEnd type="none" w="med" len="med"/>
                      <a:tailEnd type="none" w="med" len="med"/>
                    </a:lnL>
                    <a:lnR w="19050" cap="flat" cmpd="sng" algn="ctr">
                      <a:solidFill>
                        <a:schemeClr val="accent2"/>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2"/>
                      </a:solidFill>
                      <a:prstDash val="solid"/>
                      <a:round/>
                      <a:headEnd type="none" w="med" len="med"/>
                      <a:tailEnd type="none" w="med" len="med"/>
                    </a:lnL>
                    <a:lnR w="19050" cap="flat" cmpd="sng" algn="ctr">
                      <a:solidFill>
                        <a:schemeClr val="accent3"/>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3"/>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p>
                      <a:pPr marL="137160" marR="0" lvl="0" indent="-91440" algn="l" defTabSz="814388" rtl="0" eaLnBrk="1" fontAlgn="base" latinLnBrk="0" hangingPunct="1">
                        <a:lnSpc>
                          <a:spcPct val="95000"/>
                        </a:lnSpc>
                        <a:spcBef>
                          <a:spcPct val="50000"/>
                        </a:spcBef>
                        <a:spcAft>
                          <a:spcPct val="0"/>
                        </a:spcAft>
                        <a:buClrTx/>
                        <a:buSzPct val="80000"/>
                        <a:buFont typeface="Arial" panose="020B0604020202020204" pitchFamily="34" charset="0"/>
                        <a:buChar char="•"/>
                        <a:tabLst/>
                        <a:defRPr/>
                      </a:pPr>
                      <a:r>
                        <a:rPr kumimoji="0" lang="en-US" sz="1200" b="0" i="0" u="none" strike="noStrike" kern="1200" cap="none" normalizeH="0" baseline="0" dirty="0">
                          <a:ln>
                            <a:noFill/>
                          </a:ln>
                          <a:solidFill>
                            <a:schemeClr val="tx1"/>
                          </a:solidFill>
                          <a:effectLst/>
                          <a:latin typeface="Inter" panose="02000503000000020004" pitchFamily="2" charset="0"/>
                          <a:ea typeface="ＭＳ Ｐゴシック" pitchFamily="34" charset="-128"/>
                          <a:cs typeface="CiscoSansTT Light" panose="020B0503020201020303" pitchFamily="34" charset="0"/>
                        </a:rPr>
                        <a:t>Placeholder text</a:t>
                      </a:r>
                    </a:p>
                  </a:txBody>
                  <a:tcPr marT="41059" marB="41059" horzOverflow="overflow">
                    <a:lnL w="19050" cap="flat" cmpd="sng" algn="ctr">
                      <a:solidFill>
                        <a:schemeClr val="accent4"/>
                      </a:solid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Text Placeholder 5">
            <a:extLst>
              <a:ext uri="{FF2B5EF4-FFF2-40B4-BE49-F238E27FC236}">
                <a16:creationId xmlns:a16="http://schemas.microsoft.com/office/drawing/2014/main" id="{4A216D54-DC8D-AC2E-4A19-A2A99AD731A7}"/>
              </a:ext>
            </a:extLst>
          </p:cNvPr>
          <p:cNvSpPr txBox="1">
            <a:spLocks/>
          </p:cNvSpPr>
          <p:nvPr/>
        </p:nvSpPr>
        <p:spPr>
          <a:xfrm>
            <a:off x="323851" y="5918082"/>
            <a:ext cx="5772150" cy="365760"/>
          </a:xfrm>
          <a:prstGeom prst="rect">
            <a:avLst/>
          </a:prstGeom>
        </p:spPr>
        <p:txBody>
          <a:bodyPr lIns="0" tIns="0" rIns="0" bIns="0"/>
          <a:lst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tx1"/>
                </a:solidFill>
                <a:latin typeface="Inter" panose="02000503000000020004" pitchFamily="2" charset="0"/>
              </a:rPr>
              <a:t>Caption goes here</a:t>
            </a:r>
          </a:p>
        </p:txBody>
      </p:sp>
    </p:spTree>
    <p:extLst>
      <p:ext uri="{BB962C8B-B14F-4D97-AF65-F5344CB8AC3E}">
        <p14:creationId xmlns:p14="http://schemas.microsoft.com/office/powerpoint/2010/main" val="1430812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5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16A7-213A-DDE5-DCE0-21000546B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8E572-9E3A-E51A-CB34-A3175418037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336222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C6C373-39BB-684D-90B2-D181DACB5FEE}"/>
              </a:ext>
            </a:extLst>
          </p:cNvPr>
          <p:cNvSpPr>
            <a:spLocks noGrp="1"/>
          </p:cNvSpPr>
          <p:nvPr>
            <p:ph type="title"/>
          </p:nvPr>
        </p:nvSpPr>
        <p:spPr/>
        <p:txBody>
          <a:bodyPr/>
          <a:lstStyle/>
          <a:p>
            <a:r>
              <a:rPr lang="en-US" dirty="0"/>
              <a:t>Everyone is responsible</a:t>
            </a:r>
          </a:p>
        </p:txBody>
      </p:sp>
      <p:sp>
        <p:nvSpPr>
          <p:cNvPr id="5" name="Text Placeholder 4">
            <a:extLst>
              <a:ext uri="{FF2B5EF4-FFF2-40B4-BE49-F238E27FC236}">
                <a16:creationId xmlns:a16="http://schemas.microsoft.com/office/drawing/2014/main" id="{148A19B4-C9A2-114F-95D7-BEEAE579CC4C}"/>
              </a:ext>
            </a:extLst>
          </p:cNvPr>
          <p:cNvSpPr>
            <a:spLocks noGrp="1"/>
          </p:cNvSpPr>
          <p:nvPr>
            <p:ph type="body" sz="quarter" idx="11"/>
          </p:nvPr>
        </p:nvSpPr>
        <p:spPr/>
        <p:txBody>
          <a:bodyPr/>
          <a:lstStyle/>
          <a:p>
            <a:r>
              <a:rPr lang="en-US" dirty="0"/>
              <a:t>Cisco data classifications</a:t>
            </a:r>
          </a:p>
        </p:txBody>
      </p:sp>
      <p:graphicFrame>
        <p:nvGraphicFramePr>
          <p:cNvPr id="2" name="Table 1">
            <a:extLst>
              <a:ext uri="{FF2B5EF4-FFF2-40B4-BE49-F238E27FC236}">
                <a16:creationId xmlns:a16="http://schemas.microsoft.com/office/drawing/2014/main" id="{CA829887-3C16-23BA-238D-12A5DBF0F980}"/>
              </a:ext>
            </a:extLst>
          </p:cNvPr>
          <p:cNvGraphicFramePr>
            <a:graphicFrameLocks noGrp="1"/>
          </p:cNvGraphicFramePr>
          <p:nvPr>
            <p:extLst>
              <p:ext uri="{D42A27DB-BD31-4B8C-83A1-F6EECF244321}">
                <p14:modId xmlns:p14="http://schemas.microsoft.com/office/powerpoint/2010/main" val="2749477389"/>
              </p:ext>
            </p:extLst>
          </p:nvPr>
        </p:nvGraphicFramePr>
        <p:xfrm>
          <a:off x="323850" y="1244600"/>
          <a:ext cx="11544300" cy="4892040"/>
        </p:xfrm>
        <a:graphic>
          <a:graphicData uri="http://schemas.openxmlformats.org/drawingml/2006/table">
            <a:tbl>
              <a:tblPr firstRow="1">
                <a:tableStyleId>{BDBED569-4797-4DF1-A0F4-6AAB3CD982D8}</a:tableStyleId>
              </a:tblPr>
              <a:tblGrid>
                <a:gridCol w="5772150">
                  <a:extLst>
                    <a:ext uri="{9D8B030D-6E8A-4147-A177-3AD203B41FA5}">
                      <a16:colId xmlns:a16="http://schemas.microsoft.com/office/drawing/2014/main" val="950254564"/>
                    </a:ext>
                  </a:extLst>
                </a:gridCol>
                <a:gridCol w="5772150">
                  <a:extLst>
                    <a:ext uri="{9D8B030D-6E8A-4147-A177-3AD203B41FA5}">
                      <a16:colId xmlns:a16="http://schemas.microsoft.com/office/drawing/2014/main" val="3675100807"/>
                    </a:ext>
                  </a:extLst>
                </a:gridCol>
              </a:tblGrid>
              <a:tr h="457200">
                <a:tc>
                  <a:txBody>
                    <a:bodyPr/>
                    <a:lstStyle/>
                    <a:p>
                      <a:pPr>
                        <a:spcAft>
                          <a:spcPts val="600"/>
                        </a:spcAft>
                      </a:pPr>
                      <a:r>
                        <a:rPr lang="en-US" sz="1400" b="0" i="0" dirty="0">
                          <a:solidFill>
                            <a:schemeClr val="tx1"/>
                          </a:solidFill>
                          <a:latin typeface="Inter" panose="02000503000000020004" pitchFamily="2" charset="0"/>
                        </a:rPr>
                        <a:t>Classification</a:t>
                      </a:r>
                    </a:p>
                  </a:txBody>
                  <a:tcPr marL="0" marR="182880" marT="91440" anchor="ctr">
                    <a:lnL w="12700" cmpd="sng">
                      <a:noFill/>
                    </a:lnL>
                    <a:lnR w="12700" cap="flat" cmpd="sng" algn="ctr">
                      <a:noFill/>
                      <a:prstDash val="solid"/>
                      <a:round/>
                      <a:headEnd type="none" w="med" len="med"/>
                      <a:tailEnd type="none" w="med" len="med"/>
                    </a:lnR>
                    <a:lnT w="12700" cmpd="sng">
                      <a:noFill/>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pPr>
                      <a:r>
                        <a:rPr lang="en-US" sz="1400" b="0" i="0" dirty="0">
                          <a:solidFill>
                            <a:schemeClr val="tx1"/>
                          </a:solidFill>
                          <a:latin typeface="Inter" panose="02000503000000020004" pitchFamily="2" charset="0"/>
                        </a:rPr>
                        <a:t>Examples</a:t>
                      </a:r>
                    </a:p>
                  </a:txBody>
                  <a:tcPr marL="0" marR="182880" marT="91440" anchor="ctr">
                    <a:lnL w="12700" cap="flat" cmpd="sng" algn="ctr">
                      <a:noFill/>
                      <a:prstDash val="solid"/>
                      <a:round/>
                      <a:headEnd type="none" w="med" len="med"/>
                      <a:tailEnd type="none" w="med" len="med"/>
                    </a:lnL>
                    <a:lnR w="12700" cmpd="sng">
                      <a:noFill/>
                    </a:lnR>
                    <a:lnT w="12700" cmpd="sng">
                      <a:noFill/>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0313083"/>
                  </a:ext>
                </a:extLst>
              </a:tr>
              <a:tr h="370840">
                <a:tc>
                  <a:txBody>
                    <a:bodyPr/>
                    <a:lstStyle/>
                    <a:p>
                      <a:pPr>
                        <a:spcAft>
                          <a:spcPts val="600"/>
                        </a:spcAft>
                      </a:pPr>
                      <a:r>
                        <a:rPr lang="en-US" sz="1400" b="0" i="0" dirty="0">
                          <a:solidFill>
                            <a:schemeClr val="accent1"/>
                          </a:solidFill>
                          <a:latin typeface="Inter" panose="02000503000000020004" pitchFamily="2" charset="0"/>
                        </a:rPr>
                        <a:t>Cisco Public </a:t>
                      </a:r>
                    </a:p>
                    <a:p>
                      <a:pPr>
                        <a:spcAft>
                          <a:spcPts val="600"/>
                        </a:spcAft>
                      </a:pPr>
                      <a:r>
                        <a:rPr lang="en-US" sz="1400" b="0" i="0" dirty="0">
                          <a:solidFill>
                            <a:schemeClr val="tx1"/>
                          </a:solidFill>
                          <a:latin typeface="Inter" panose="02000503000000020004" pitchFamily="2" charset="0"/>
                        </a:rPr>
                        <a:t>Data is non-sensitive data that is copyright/</a:t>
                      </a:r>
                      <a:br>
                        <a:rPr lang="en-US" sz="1400" b="0" i="0" dirty="0">
                          <a:solidFill>
                            <a:schemeClr val="tx1"/>
                          </a:solidFill>
                          <a:latin typeface="Inter" panose="02000503000000020004" pitchFamily="2" charset="0"/>
                        </a:rPr>
                      </a:br>
                      <a:r>
                        <a:rPr lang="en-US" sz="1400" b="0" i="0" dirty="0">
                          <a:solidFill>
                            <a:schemeClr val="tx1"/>
                          </a:solidFill>
                          <a:latin typeface="Inter" panose="02000503000000020004" pitchFamily="2" charset="0"/>
                        </a:rPr>
                        <a:t>trademark protected. </a:t>
                      </a: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pPr>
                      <a:r>
                        <a:rPr lang="en-US" sz="1400" b="0" i="0" dirty="0">
                          <a:solidFill>
                            <a:schemeClr val="tx1"/>
                          </a:solidFill>
                          <a:latin typeface="Inter" panose="02000503000000020004" pitchFamily="2" charset="0"/>
                        </a:rPr>
                        <a:t>Including, but not limited to:</a:t>
                      </a:r>
                    </a:p>
                    <a:p>
                      <a:pPr marL="285750" indent="-285750">
                        <a:spcAft>
                          <a:spcPts val="600"/>
                        </a:spcAft>
                        <a:buFont typeface="Arial" panose="020B0604020202020204" pitchFamily="34" charset="0"/>
                        <a:buChar char="•"/>
                      </a:pPr>
                      <a:r>
                        <a:rPr lang="en-US" sz="1400" b="0" i="0" dirty="0">
                          <a:solidFill>
                            <a:schemeClr val="tx1"/>
                          </a:solidFill>
                          <a:latin typeface="Inter" panose="02000503000000020004" pitchFamily="2" charset="0"/>
                        </a:rPr>
                        <a:t>Products and services data sheets, specifications benefits</a:t>
                      </a:r>
                    </a:p>
                    <a:p>
                      <a:pPr marL="285750" indent="-285750">
                        <a:spcAft>
                          <a:spcPts val="600"/>
                        </a:spcAft>
                        <a:buFont typeface="Arial" panose="020B0604020202020204" pitchFamily="34" charset="0"/>
                        <a:buChar char="•"/>
                      </a:pPr>
                      <a:r>
                        <a:rPr lang="en-US" sz="1400" dirty="0">
                          <a:solidFill>
                            <a:schemeClr val="tx1"/>
                          </a:solidFill>
                        </a:rPr>
                        <a:t>Financial information such as quarterly earnings reports</a:t>
                      </a: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5824488"/>
                  </a:ext>
                </a:extLst>
              </a:tr>
              <a:tr h="370840">
                <a:tc>
                  <a:txBody>
                    <a:bodyPr/>
                    <a:lstStyle/>
                    <a:p>
                      <a:pPr marL="0" algn="l" defTabSz="914362" rtl="0" eaLnBrk="1" latinLnBrk="0" hangingPunct="1">
                        <a:spcAft>
                          <a:spcPts val="600"/>
                        </a:spcAft>
                      </a:pPr>
                      <a:r>
                        <a:rPr lang="en-US" sz="1400" b="0" i="0" kern="1200" dirty="0">
                          <a:solidFill>
                            <a:schemeClr val="accent1"/>
                          </a:solidFill>
                          <a:latin typeface="Inter" panose="02000503000000020004" pitchFamily="2" charset="0"/>
                          <a:ea typeface="+mn-ea"/>
                          <a:cs typeface="+mn-cs"/>
                        </a:rPr>
                        <a:t>Cisco Confidential</a:t>
                      </a:r>
                      <a:endParaRPr lang="en-US" sz="1400" b="0" i="0" dirty="0">
                        <a:solidFill>
                          <a:schemeClr val="accent1"/>
                        </a:solidFill>
                        <a:latin typeface="Inter" panose="02000503000000020004" pitchFamily="2" charset="0"/>
                      </a:endParaRPr>
                    </a:p>
                    <a:p>
                      <a:pPr>
                        <a:spcAft>
                          <a:spcPts val="600"/>
                        </a:spcAft>
                      </a:pPr>
                      <a:r>
                        <a:rPr lang="en-US" sz="1400" dirty="0">
                          <a:solidFill>
                            <a:schemeClr val="tx1"/>
                          </a:solidFill>
                        </a:rPr>
                        <a:t>This is our most common data classification. Data is private or proprietary information that is protected from disclosure to the public domain.</a:t>
                      </a: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362" rtl="0" eaLnBrk="1" latinLnBrk="0" hangingPunct="1">
                        <a:spcAft>
                          <a:spcPts val="600"/>
                        </a:spcAft>
                      </a:pPr>
                      <a:r>
                        <a:rPr lang="en-US" sz="1400" b="0" i="0" kern="1200" dirty="0">
                          <a:solidFill>
                            <a:schemeClr val="tx1"/>
                          </a:solidFill>
                          <a:latin typeface="Inter" panose="02000503000000020004" pitchFamily="2" charset="0"/>
                          <a:ea typeface="+mn-ea"/>
                          <a:cs typeface="+mn-cs"/>
                        </a:rPr>
                        <a:t>Including, but not limited to:</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tx1"/>
                          </a:solidFill>
                          <a:latin typeface="Inter" panose="02000503000000020004" pitchFamily="2" charset="0"/>
                          <a:ea typeface="+mn-ea"/>
                          <a:cs typeface="+mn-cs"/>
                        </a:rPr>
                        <a:t>Process/business/technology information</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tx1"/>
                          </a:solidFill>
                          <a:latin typeface="Inter" panose="02000503000000020004" pitchFamily="2" charset="0"/>
                          <a:ea typeface="+mn-ea"/>
                          <a:cs typeface="+mn-cs"/>
                        </a:rPr>
                        <a:t>Sales/commerce information like contract, invoice, etc.</a:t>
                      </a:r>
                    </a:p>
                    <a:p>
                      <a:pPr algn="l" defTabSz="914362" rtl="0" eaLnBrk="1" latinLnBrk="0" hangingPunct="1">
                        <a:spcAft>
                          <a:spcPts val="600"/>
                        </a:spcAft>
                      </a:pPr>
                      <a:endParaRPr lang="en-US" sz="1400" b="0" i="0" kern="1200" dirty="0">
                        <a:solidFill>
                          <a:schemeClr val="tx1"/>
                        </a:solidFill>
                        <a:latin typeface="Inter" panose="02000503000000020004" pitchFamily="2" charset="0"/>
                        <a:ea typeface="+mn-ea"/>
                        <a:cs typeface="+mn-cs"/>
                      </a:endParaRP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9950611"/>
                  </a:ext>
                </a:extLst>
              </a:tr>
              <a:tr h="370840">
                <a:tc>
                  <a:txBody>
                    <a:bodyPr/>
                    <a:lstStyle/>
                    <a:p>
                      <a:pPr marL="0" algn="l" defTabSz="914362" rtl="0" eaLnBrk="1" latinLnBrk="0" hangingPunct="1">
                        <a:spcAft>
                          <a:spcPts val="600"/>
                        </a:spcAft>
                      </a:pPr>
                      <a:r>
                        <a:rPr lang="en-US" sz="1400" b="0" i="0" kern="1200" dirty="0">
                          <a:solidFill>
                            <a:schemeClr val="accent1"/>
                          </a:solidFill>
                          <a:latin typeface="Inter" panose="02000503000000020004" pitchFamily="2" charset="0"/>
                          <a:ea typeface="+mn-ea"/>
                          <a:cs typeface="+mn-cs"/>
                        </a:rPr>
                        <a:t>Cisco Highly Confidential</a:t>
                      </a:r>
                      <a:endParaRPr lang="en-US" sz="1400" b="0" i="0" dirty="0">
                        <a:solidFill>
                          <a:schemeClr val="accent1"/>
                        </a:solidFill>
                        <a:latin typeface="Inter" panose="02000503000000020004" pitchFamily="2" charset="0"/>
                      </a:endParaRPr>
                    </a:p>
                    <a:p>
                      <a:pPr>
                        <a:spcAft>
                          <a:spcPts val="600"/>
                        </a:spcAft>
                      </a:pPr>
                      <a:r>
                        <a:rPr lang="en-US" sz="1400" dirty="0">
                          <a:solidFill>
                            <a:schemeClr val="tx1"/>
                          </a:solidFill>
                        </a:rPr>
                        <a:t>Data is highly sensitive information that is critical to Cisco’s ongoing operations.</a:t>
                      </a:r>
                    </a:p>
                    <a:p>
                      <a:pPr>
                        <a:spcAft>
                          <a:spcPts val="600"/>
                        </a:spcAft>
                      </a:pPr>
                      <a:endParaRPr lang="en-US" sz="1400" dirty="0">
                        <a:solidFill>
                          <a:schemeClr val="tx1"/>
                        </a:solidFill>
                      </a:endParaRP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362" rtl="0" eaLnBrk="1" latinLnBrk="0" hangingPunct="1">
                        <a:spcAft>
                          <a:spcPts val="600"/>
                        </a:spcAft>
                      </a:pPr>
                      <a:r>
                        <a:rPr lang="en-US" sz="1400" b="0" i="0" kern="1200" dirty="0">
                          <a:solidFill>
                            <a:schemeClr val="tx1"/>
                          </a:solidFill>
                          <a:latin typeface="Inter" panose="02000503000000020004" pitchFamily="2" charset="0"/>
                          <a:ea typeface="+mn-ea"/>
                          <a:cs typeface="+mn-cs"/>
                        </a:rPr>
                        <a:t>Including, but not limited to:</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tx1"/>
                          </a:solidFill>
                          <a:latin typeface="Inter" panose="02000503000000020004" pitchFamily="2" charset="0"/>
                          <a:ea typeface="+mn-ea"/>
                          <a:cs typeface="+mn-cs"/>
                        </a:rPr>
                        <a:t>Business/marketing strategy and product/marketing/offering </a:t>
                      </a:r>
                      <a:br>
                        <a:rPr lang="en-US" sz="1400" b="0" i="0" kern="1200" dirty="0">
                          <a:solidFill>
                            <a:schemeClr val="tx1"/>
                          </a:solidFill>
                          <a:latin typeface="Inter" panose="02000503000000020004" pitchFamily="2" charset="0"/>
                          <a:ea typeface="+mn-ea"/>
                          <a:cs typeface="+mn-cs"/>
                        </a:rPr>
                      </a:br>
                      <a:r>
                        <a:rPr lang="en-US" sz="1400" b="0" i="0" kern="1200" dirty="0">
                          <a:solidFill>
                            <a:schemeClr val="tx1"/>
                          </a:solidFill>
                          <a:latin typeface="Inter" panose="02000503000000020004" pitchFamily="2" charset="0"/>
                          <a:ea typeface="+mn-ea"/>
                          <a:cs typeface="+mn-cs"/>
                        </a:rPr>
                        <a:t>forecasts, discounts</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tx1"/>
                          </a:solidFill>
                          <a:latin typeface="Inter" panose="02000503000000020004" pitchFamily="2" charset="0"/>
                          <a:ea typeface="+mn-ea"/>
                          <a:cs typeface="+mn-cs"/>
                        </a:rPr>
                        <a:t>Customer-specific online information, such as IP/Mac address</a:t>
                      </a: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2484464"/>
                  </a:ext>
                </a:extLst>
              </a:tr>
              <a:tr h="370840">
                <a:tc>
                  <a:txBody>
                    <a:bodyPr/>
                    <a:lstStyle/>
                    <a:p>
                      <a:pPr marL="0" algn="l" defTabSz="914362" rtl="0" eaLnBrk="1" latinLnBrk="0" hangingPunct="1">
                        <a:spcAft>
                          <a:spcPts val="600"/>
                        </a:spcAft>
                      </a:pPr>
                      <a:r>
                        <a:rPr lang="en-US" sz="1400" b="0" i="0" kern="1200" dirty="0">
                          <a:solidFill>
                            <a:schemeClr val="accent1"/>
                          </a:solidFill>
                          <a:latin typeface="Inter" panose="02000503000000020004" pitchFamily="2" charset="0"/>
                          <a:ea typeface="+mn-ea"/>
                          <a:cs typeface="+mn-cs"/>
                        </a:rPr>
                        <a:t>Cisco Restricted</a:t>
                      </a:r>
                      <a:endParaRPr lang="en-US" sz="1400" b="0" i="0" dirty="0">
                        <a:solidFill>
                          <a:schemeClr val="accent1"/>
                        </a:solidFill>
                        <a:latin typeface="Inter" panose="02000503000000020004" pitchFamily="2" charset="0"/>
                      </a:endParaRPr>
                    </a:p>
                    <a:p>
                      <a:pPr>
                        <a:spcAft>
                          <a:spcPts val="600"/>
                        </a:spcAft>
                      </a:pPr>
                      <a:r>
                        <a:rPr lang="en-US" sz="1400" dirty="0">
                          <a:solidFill>
                            <a:schemeClr val="tx1"/>
                          </a:solidFill>
                        </a:rPr>
                        <a:t>Data is the most sensitive data, having the highest degree of restricted access and security protection.</a:t>
                      </a:r>
                    </a:p>
                    <a:p>
                      <a:pPr>
                        <a:spcAft>
                          <a:spcPts val="600"/>
                        </a:spcAft>
                      </a:pPr>
                      <a:endParaRPr lang="en-US" sz="1400" dirty="0">
                        <a:solidFill>
                          <a:schemeClr val="tx1"/>
                        </a:solidFill>
                      </a:endParaRPr>
                    </a:p>
                  </a:txBody>
                  <a:tcPr marL="0" marR="182880" marT="91440">
                    <a:lnL w="12700" cmpd="sng">
                      <a:noFill/>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defTabSz="914362" rtl="0" eaLnBrk="1" latinLnBrk="0" hangingPunct="1">
                        <a:spcAft>
                          <a:spcPts val="600"/>
                        </a:spcAft>
                      </a:pPr>
                      <a:r>
                        <a:rPr lang="en-US" sz="1400" b="0" i="0" kern="1200" dirty="0">
                          <a:solidFill>
                            <a:schemeClr val="tx1"/>
                          </a:solidFill>
                          <a:latin typeface="Inter" panose="02000503000000020004" pitchFamily="2" charset="0"/>
                          <a:ea typeface="+mn-ea"/>
                          <a:cs typeface="+mn-cs"/>
                        </a:rPr>
                        <a:t>Including, but not limited to:</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tx1"/>
                          </a:solidFill>
                          <a:latin typeface="Inter" panose="02000503000000020004" pitchFamily="2" charset="0"/>
                          <a:ea typeface="+mn-ea"/>
                          <a:cs typeface="+mn-cs"/>
                        </a:rPr>
                        <a:t>Personally identifiable information (social security number, driver’s license, passport, fingerprints)</a:t>
                      </a:r>
                    </a:p>
                    <a:p>
                      <a:pPr marL="285750" indent="-285750" algn="l" defTabSz="914362" rtl="0" eaLnBrk="1" latinLnBrk="0" hangingPunct="1">
                        <a:spcAft>
                          <a:spcPts val="600"/>
                        </a:spcAft>
                        <a:buFont typeface="Arial" panose="020B0604020202020204" pitchFamily="34" charset="0"/>
                        <a:buChar char="•"/>
                      </a:pPr>
                      <a:r>
                        <a:rPr lang="en-US" sz="1400" b="0" i="0" kern="1200" dirty="0">
                          <a:solidFill>
                            <a:schemeClr val="tx1"/>
                          </a:solidFill>
                          <a:latin typeface="Inter" panose="02000503000000020004" pitchFamily="2" charset="0"/>
                          <a:ea typeface="+mn-ea"/>
                          <a:cs typeface="+mn-cs"/>
                        </a:rPr>
                        <a:t>Data is owned by a user/group with very restricted privileges</a:t>
                      </a:r>
                    </a:p>
                  </a:txBody>
                  <a:tcPr marL="0" marR="182880" marT="91440">
                    <a:lnL w="12700" cap="flat" cmpd="sng" algn="ctr">
                      <a:no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3485924"/>
                  </a:ext>
                </a:extLst>
              </a:tr>
            </a:tbl>
          </a:graphicData>
        </a:graphic>
      </p:graphicFrame>
    </p:spTree>
    <p:extLst>
      <p:ext uri="{BB962C8B-B14F-4D97-AF65-F5344CB8AC3E}">
        <p14:creationId xmlns:p14="http://schemas.microsoft.com/office/powerpoint/2010/main" val="316715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plunk Template_Light">
  <a:themeElements>
    <a:clrScheme name="Splunk Template _Light">
      <a:dk1>
        <a:srgbClr val="FFFFFF"/>
      </a:dk1>
      <a:lt1>
        <a:srgbClr val="000000"/>
      </a:lt1>
      <a:dk2>
        <a:srgbClr val="F1F4FA"/>
      </a:dk2>
      <a:lt2>
        <a:srgbClr val="04060A"/>
      </a:lt2>
      <a:accent1>
        <a:srgbClr val="02C8FF"/>
      </a:accent1>
      <a:accent2>
        <a:srgbClr val="0A60FF"/>
      </a:accent2>
      <a:accent3>
        <a:srgbClr val="FF007F"/>
      </a:accent3>
      <a:accent4>
        <a:srgbClr val="FF9000"/>
      </a:accent4>
      <a:accent5>
        <a:srgbClr val="E9EDF4"/>
      </a:accent5>
      <a:accent6>
        <a:srgbClr val="04060A"/>
      </a:accent6>
      <a:hlink>
        <a:srgbClr val="095FFF"/>
      </a:hlink>
      <a:folHlink>
        <a:srgbClr val="BBC1C9"/>
      </a:folHlink>
    </a:clrScheme>
    <a:fontScheme name="Splunk_Inter_04-14-2026">
      <a:majorFont>
        <a:latin typeface="Inter SemiBold"/>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28000">
              <a:schemeClr val="accent4"/>
            </a:gs>
            <a:gs pos="93000">
              <a:schemeClr val="accent3"/>
            </a:gs>
          </a:gsLst>
          <a:lin ang="10800000" scaled="1"/>
          <a:tileRect/>
        </a:grad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Splunk Template_Light" id="{46CDD400-E442-A74E-868A-988FF23B7A4C}" vid="{59343FA9-C6E6-6F42-A94B-0D946AB735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FC90483F6D65343AB8A3F0A3FE1718C" ma:contentTypeVersion="11" ma:contentTypeDescription="Create a new document." ma:contentTypeScope="" ma:versionID="ba2fe747e3ddf38885f0a6275a022522">
  <xsd:schema xmlns:xsd="http://www.w3.org/2001/XMLSchema" xmlns:xs="http://www.w3.org/2001/XMLSchema" xmlns:p="http://schemas.microsoft.com/office/2006/metadata/properties" xmlns:ns2="436e6cc3-73db-45b7-95c7-6e848b5dcabc" xmlns:ns3="3023c571-ab7f-4e41-8d03-2262f05dcfa9" targetNamespace="http://schemas.microsoft.com/office/2006/metadata/properties" ma:root="true" ma:fieldsID="97a6c8595afaa3df55ca0d3f559b3b67" ns2:_="" ns3:_="">
    <xsd:import namespace="436e6cc3-73db-45b7-95c7-6e848b5dcabc"/>
    <xsd:import namespace="3023c571-ab7f-4e41-8d03-2262f05dcf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e6cc3-73db-45b7-95c7-6e848b5dc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23c571-ab7f-4e41-8d03-2262f05dcf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ab1e4d-98fa-4c8f-8981-90ca02cff468}" ma:internalName="TaxCatchAll" ma:showField="CatchAllData" ma:web="3023c571-ab7f-4e41-8d03-2262f05dcf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023c571-ab7f-4e41-8d03-2262f05dcfa9" xsi:nil="true"/>
    <lcf76f155ced4ddcb4097134ff3c332f xmlns="436e6cc3-73db-45b7-95c7-6e848b5dcab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D0B9CF5-D5D6-4BCA-8BB3-2F2D5F46048E}">
  <ds:schemaRefs>
    <ds:schemaRef ds:uri="http://schemas.microsoft.com/sharepoint/v3/contenttype/forms"/>
  </ds:schemaRefs>
</ds:datastoreItem>
</file>

<file path=customXml/itemProps2.xml><?xml version="1.0" encoding="utf-8"?>
<ds:datastoreItem xmlns:ds="http://schemas.openxmlformats.org/officeDocument/2006/customXml" ds:itemID="{99BCD870-3D38-4491-B0DA-B0825E42F2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e6cc3-73db-45b7-95c7-6e848b5dcabc"/>
    <ds:schemaRef ds:uri="3023c571-ab7f-4e41-8d03-2262f05dcf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F4BF782-4FFE-4FA9-B058-D73184FB1945}">
  <ds:schemaRefs>
    <ds:schemaRef ds:uri="http://schemas.microsoft.com/office/2006/metadata/properties"/>
    <ds:schemaRef ds:uri="http://schemas.microsoft.com/office/infopath/2007/PartnerControls"/>
    <ds:schemaRef ds:uri="3023c571-ab7f-4e41-8d03-2262f05dcfa9"/>
    <ds:schemaRef ds:uri="436e6cc3-73db-45b7-95c7-6e848b5dcabc"/>
  </ds:schemaRefs>
</ds:datastoreItem>
</file>

<file path=docMetadata/LabelInfo.xml><?xml version="1.0" encoding="utf-8"?>
<clbl:labelList xmlns:clbl="http://schemas.microsoft.com/office/2020/mipLabelMetadata">
  <clbl:label id="{c8f49a32-fde3-48a5-9266-b5b0972a22dc}" enabled="1" method="Privileged" siteId="{5ae1af62-9505-4097-a69a-c1553ef7840e}" removed="0"/>
</clbl:labelList>
</file>

<file path=docProps/app.xml><?xml version="1.0" encoding="utf-8"?>
<Properties xmlns="http://schemas.openxmlformats.org/officeDocument/2006/extended-properties" xmlns:vt="http://schemas.openxmlformats.org/officeDocument/2006/docPropsVTypes">
  <Template/>
  <TotalTime>7924</TotalTime>
  <Words>2906</Words>
  <Application>Microsoft Macintosh PowerPoint</Application>
  <PresentationFormat>Widescreen</PresentationFormat>
  <Paragraphs>406</Paragraphs>
  <Slides>45</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Inter Light</vt:lpstr>
      <vt:lpstr>Splunk Data Sans Pro</vt:lpstr>
      <vt:lpstr>Wingdings</vt:lpstr>
      <vt:lpstr>MS PGothic</vt:lpstr>
      <vt:lpstr>CiscoSansTT</vt:lpstr>
      <vt:lpstr>CiscoSansTT Light</vt:lpstr>
      <vt:lpstr>Arial</vt:lpstr>
      <vt:lpstr>Inter</vt:lpstr>
      <vt:lpstr>Inter SemiBold</vt:lpstr>
      <vt:lpstr>Splunk Template_Light</vt:lpstr>
      <vt:lpstr>Splunk Template</vt:lpstr>
      <vt:lpstr>Template overview and usage instructions</vt:lpstr>
      <vt:lpstr>Template instructions</vt:lpstr>
      <vt:lpstr>Template instructions</vt:lpstr>
      <vt:lpstr>Layouts</vt:lpstr>
      <vt:lpstr>New typeface</vt:lpstr>
      <vt:lpstr>Colors and elements</vt:lpstr>
      <vt:lpstr>Icons</vt:lpstr>
      <vt:lpstr>Photography</vt:lpstr>
      <vt:lpstr>Presentation Slide Title Layout, One Speaker</vt:lpstr>
      <vt:lpstr>Presentation Slide Title Layout, Two Speakers</vt:lpstr>
      <vt:lpstr>PowerPoint Presentation</vt:lpstr>
      <vt:lpstr>Segue 1, lorem ipsum dolor sit amet consectetuer elit</vt:lpstr>
      <vt:lpstr>Statement slide, lorem ipsum dolor sit amet consectetuer adipiscing elit sed diam</vt:lpstr>
      <vt:lpstr>Quote slide 1, Lorem ipsum dolor sit amet consectetuer adipiscing elit sed diam nonummy nibh euismod tincidunt ut laoreet dolore</vt:lpstr>
      <vt:lpstr>Quote slide 2, Lorem ipsum dolor sit amet consectetuer adipiscing elit sed diam nonummy nibh euismod tincidunt ut laoreet dolore</vt:lpstr>
      <vt:lpstr>Half slide title, body copy, gradient graphic</vt:lpstr>
      <vt:lpstr>Full-bleed photo slide with no photo and gradient-colored boxes with icons</vt:lpstr>
      <vt:lpstr>Diagram graphic sample lorem ipsum dolor sit amet</vt:lpstr>
      <vt:lpstr>One third slide, section, title layout 1, body copy added </vt:lpstr>
      <vt:lpstr>Third slide, title, photo, added body copy, lorum ipsum dolor</vt:lpstr>
      <vt:lpstr>Full-bleed photo slide title placeholder  Subheading placeholder in same text box</vt:lpstr>
      <vt:lpstr>Desktop mockup</vt:lpstr>
      <vt:lpstr>Mobile mockup</vt:lpstr>
      <vt:lpstr>Slide title only, enlarged default body copy added</vt:lpstr>
      <vt:lpstr>Slide title, subtitle only, default body copy added</vt:lpstr>
      <vt:lpstr>One column</vt:lpstr>
      <vt:lpstr>Two column </vt:lpstr>
      <vt:lpstr>Slide title, subtitle, three column</vt:lpstr>
      <vt:lpstr>Three column, icons</vt:lpstr>
      <vt:lpstr>Four column, icons</vt:lpstr>
      <vt:lpstr>Three column, boxes</vt:lpstr>
      <vt:lpstr>Four column, boxes</vt:lpstr>
      <vt:lpstr>Half slide title, layout 1</vt:lpstr>
      <vt:lpstr>Section, title layout 1 </vt:lpstr>
      <vt:lpstr>Section, title and subtitle</vt:lpstr>
      <vt:lpstr>Half slide, section, title, layout 1, default headers and body copy added</vt:lpstr>
      <vt:lpstr>Half slide title, pie chart</vt:lpstr>
      <vt:lpstr>Half slide title, line chart</vt:lpstr>
      <vt:lpstr>Title, subtitle, chart</vt:lpstr>
      <vt:lpstr>Half slide title, table</vt:lpstr>
      <vt:lpstr>Quarterly planner</vt:lpstr>
      <vt:lpstr>PowerPoint Presentation</vt:lpstr>
      <vt:lpstr>Thank you</vt:lpstr>
      <vt:lpstr>Everyone is responsible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Eric Miller (ericmil)</dc:creator>
  <cp:keywords/>
  <dc:description/>
  <cp:lastModifiedBy>Kortney Melchiorre (kmelchio)</cp:lastModifiedBy>
  <cp:revision>108</cp:revision>
  <dcterms:created xsi:type="dcterms:W3CDTF">2026-01-01T21:26:30Z</dcterms:created>
  <dcterms:modified xsi:type="dcterms:W3CDTF">2026-04-22T15:46:21Z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2025-05-15T21:49:40Z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219e4d3d-e52c-4661-a7c5-2e875435f34b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0x0101002FC90483F6D65343AB8A3F0A3FE1718C</vt:lpwstr>
  </property>
</Properties>
</file>